
<file path=[Content_Types].xml><?xml version="1.0" encoding="utf-8"?>
<Types xmlns="http://schemas.openxmlformats.org/package/2006/content-types">
  <Default Extension="fntdata" ContentType="application/x-fontdata"/>
  <Default Extension="jpe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1"/>
    <p:sldMasterId id="2147483672" r:id="rId2"/>
  </p:sldMasterIdLst>
  <p:notesMasterIdLst>
    <p:notesMasterId r:id="rId14"/>
  </p:notesMasterIdLst>
  <p:sldIdLst>
    <p:sldId id="256" r:id="rId3"/>
    <p:sldId id="257" r:id="rId4"/>
    <p:sldId id="258" r:id="rId5"/>
    <p:sldId id="259" r:id="rId6"/>
    <p:sldId id="260" r:id="rId7"/>
    <p:sldId id="261" r:id="rId8"/>
    <p:sldId id="262" r:id="rId9"/>
    <p:sldId id="263" r:id="rId10"/>
    <p:sldId id="264" r:id="rId11"/>
    <p:sldId id="265" r:id="rId12"/>
    <p:sldId id="266" r:id="rId13"/>
  </p:sldIdLst>
  <p:sldSz cx="9144000" cy="5143500" type="screen16x9"/>
  <p:notesSz cx="6858000" cy="9144000"/>
  <p:embeddedFontLst>
    <p:embeddedFont>
      <p:font typeface="Lato" panose="020F0502020204030203" pitchFamily="34" charset="0"/>
      <p:regular r:id="rId15"/>
      <p:bold r:id="rId16"/>
      <p:italic r:id="rId17"/>
      <p:boldItalic r:id="rId18"/>
    </p:embeddedFont>
    <p:embeddedFont>
      <p:font typeface="Nunito Light" pitchFamily="2" charset="77"/>
      <p:regular r:id="rId19"/>
      <p:italic r:id="rId20"/>
    </p:embeddedFont>
    <p:embeddedFont>
      <p:font typeface="Prata" pitchFamily="2" charset="77"/>
      <p:regular r:id="rId21"/>
    </p:embeddedFont>
    <p:embeddedFont>
      <p:font typeface="Proxima Nova" panose="02000506030000020004" pitchFamily="2" charset="0"/>
      <p:regular r:id="rId22"/>
      <p:bold r:id="rId23"/>
      <p:italic r:id="rId24"/>
      <p:boldItalic r:id="rId25"/>
    </p:embeddedFont>
    <p:embeddedFont>
      <p:font typeface="Raleway" pitchFamily="2" charset="77"/>
      <p:regular r:id="rId26"/>
      <p:bold r:id="rId27"/>
      <p:italic r:id="rId28"/>
      <p:boldItalic r:id="rId29"/>
    </p:embeddedFont>
  </p:embeddedFontLst>
  <p:defaultTextStyle>
    <a:defPPr marR="0" algn="l">
      <a:lnSpc>
        <a:spcPct val="100000"/>
      </a:lnSpc>
      <a:spcBef>
        <a:spcPts val="0"/>
      </a:spcBef>
      <a:spcAft>
        <a:spcPts val="0"/>
      </a:spcAft>
      <a:buNone/>
    </a:defPPr>
    <a:lvl1pPr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B3F19"/>
    <a:srgbClr val="8DC94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17209214-F573-4CA5-AA51-6D11637E6C50}">
  <a:tblStyle styleId="{17209214-F573-4CA5-AA51-6D11637E6C50}"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4A9D31CC-E19C-4B9A-AD8C-14BF018EE8D1}" styleName="Table_1">
    <a:wholeTbl>
      <a:tcTxStyle>
        <a:font>
          <a:latin typeface="Arial"/>
          <a:ea typeface="Arial"/>
          <a:cs typeface="Arial"/>
        </a:font>
        <a:srgbClr val="000000"/>
      </a:tcTxStyle>
      <a:tcStyle>
        <a:tcBdr>
          <a:left>
            <a:ln w="9525" cap="flat" cmpd="sng">
              <a:solidFill>
                <a:srgbClr val="000000"/>
              </a:solidFill>
              <a:prstDash val="solid"/>
              <a:round/>
              <a:headEnd type="none" w="sm" len="sm"/>
              <a:tailEnd type="none" w="sm" len="sm"/>
            </a:ln>
          </a:left>
          <a:right>
            <a:ln w="9525" cap="flat" cmpd="sng">
              <a:solidFill>
                <a:srgbClr val="000000"/>
              </a:solidFill>
              <a:prstDash val="solid"/>
              <a:round/>
              <a:headEnd type="none" w="sm" len="sm"/>
              <a:tailEnd type="none" w="sm" len="sm"/>
            </a:ln>
          </a:right>
          <a:top>
            <a:ln w="9525" cap="flat" cmpd="sng">
              <a:solidFill>
                <a:srgbClr val="000000"/>
              </a:solidFill>
              <a:prstDash val="solid"/>
              <a:round/>
              <a:headEnd type="none" w="sm" len="sm"/>
              <a:tailEnd type="none" w="sm" len="sm"/>
            </a:ln>
          </a:top>
          <a:bottom>
            <a:ln w="9525" cap="flat" cmpd="sng">
              <a:solidFill>
                <a:srgbClr val="000000"/>
              </a:solidFill>
              <a:prstDash val="solid"/>
              <a:round/>
              <a:headEnd type="none" w="sm" len="sm"/>
              <a:tailEnd type="none" w="sm" len="sm"/>
            </a:ln>
          </a:bottom>
          <a:insideH>
            <a:ln w="9525" cap="flat" cmpd="sng">
              <a:solidFill>
                <a:srgbClr val="000000"/>
              </a:solidFill>
              <a:prstDash val="solid"/>
              <a:round/>
              <a:headEnd type="none" w="sm" len="sm"/>
              <a:tailEnd type="none" w="sm" len="sm"/>
            </a:ln>
          </a:insideH>
          <a:insideV>
            <a:ln w="9525" cap="flat" cmpd="sng">
              <a:solidFill>
                <a:srgbClr val="000000"/>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451"/>
    <p:restoredTop sz="90041"/>
  </p:normalViewPr>
  <p:slideViewPr>
    <p:cSldViewPr snapToGrid="0">
      <p:cViewPr varScale="1">
        <p:scale>
          <a:sx n="151" d="100"/>
          <a:sy n="151" d="100"/>
        </p:scale>
        <p:origin x="1136" y="1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font" Target="fonts/font4.fntdata"/><Relationship Id="rId26" Type="http://schemas.openxmlformats.org/officeDocument/2006/relationships/font" Target="fonts/font12.fntdata"/><Relationship Id="rId3" Type="http://schemas.openxmlformats.org/officeDocument/2006/relationships/slide" Target="slides/slide1.xml"/><Relationship Id="rId21" Type="http://schemas.openxmlformats.org/officeDocument/2006/relationships/font" Target="fonts/font7.fntdata"/><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font" Target="fonts/font3.fntdata"/><Relationship Id="rId25" Type="http://schemas.openxmlformats.org/officeDocument/2006/relationships/font" Target="fonts/font11.fntdata"/><Relationship Id="rId33"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font" Target="fonts/font2.fntdata"/><Relationship Id="rId20" Type="http://schemas.openxmlformats.org/officeDocument/2006/relationships/font" Target="fonts/font6.fntdata"/><Relationship Id="rId29" Type="http://schemas.openxmlformats.org/officeDocument/2006/relationships/font" Target="fonts/font15.fntdata"/><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font" Target="fonts/font10.fntdata"/><Relationship Id="rId32" Type="http://schemas.openxmlformats.org/officeDocument/2006/relationships/theme" Target="theme/theme1.xml"/><Relationship Id="rId5" Type="http://schemas.openxmlformats.org/officeDocument/2006/relationships/slide" Target="slides/slide3.xml"/><Relationship Id="rId15" Type="http://schemas.openxmlformats.org/officeDocument/2006/relationships/font" Target="fonts/font1.fntdata"/><Relationship Id="rId23" Type="http://schemas.openxmlformats.org/officeDocument/2006/relationships/font" Target="fonts/font9.fntdata"/><Relationship Id="rId28" Type="http://schemas.openxmlformats.org/officeDocument/2006/relationships/font" Target="fonts/font14.fntdata"/><Relationship Id="rId10" Type="http://schemas.openxmlformats.org/officeDocument/2006/relationships/slide" Target="slides/slide8.xml"/><Relationship Id="rId19" Type="http://schemas.openxmlformats.org/officeDocument/2006/relationships/font" Target="fonts/font5.fntdata"/><Relationship Id="rId31" Type="http://schemas.openxmlformats.org/officeDocument/2006/relationships/viewProps" Target="view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notesMaster" Target="notesMasters/notesMaster1.xml"/><Relationship Id="rId22" Type="http://schemas.openxmlformats.org/officeDocument/2006/relationships/font" Target="fonts/font8.fntdata"/><Relationship Id="rId27" Type="http://schemas.openxmlformats.org/officeDocument/2006/relationships/font" Target="fonts/font13.fntdata"/><Relationship Id="rId30" Type="http://schemas.openxmlformats.org/officeDocument/2006/relationships/presProps" Target="presProps.xml"/><Relationship Id="rId8"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dk2" tx2="lt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Nu citi titlul. Începe direct cu managerul de restaurant de pe slide-ul 2.</a:t>
            </a:r>
          </a:p>
          <a:p>
            <a:r>
              <a:t>WiseEat este numele de pitch al produsului construit în proiectul WasteDNA.</a:t>
            </a:r>
          </a:p>
          <a:p>
            <a:r>
              <a:t>Direcția vizuală și imaginile provin din template-ul PowerPoint furnizat de utilizator.</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err="1"/>
              <a:t>Plecam</a:t>
            </a:r>
            <a:r>
              <a:rPr dirty="0"/>
              <a:t> de la </a:t>
            </a:r>
            <a:r>
              <a:rPr dirty="0" err="1"/>
              <a:t>sursa</a:t>
            </a:r>
            <a:r>
              <a:rPr dirty="0"/>
              <a:t> </a:t>
            </a:r>
            <a:r>
              <a:rPr dirty="0" err="1"/>
              <a:t>problemei</a:t>
            </a:r>
            <a:r>
              <a:rPr dirty="0"/>
              <a:t>. </a:t>
            </a:r>
            <a:r>
              <a:rPr dirty="0" err="1"/>
              <a:t>Proprietarii</a:t>
            </a:r>
            <a:r>
              <a:rPr dirty="0"/>
              <a:t> </a:t>
            </a:r>
            <a:r>
              <a:rPr dirty="0" err="1"/>
              <a:t>HoReCa</a:t>
            </a:r>
            <a:r>
              <a:rPr dirty="0"/>
              <a:t> nu au </a:t>
            </a:r>
            <a:r>
              <a:rPr dirty="0" err="1"/>
              <a:t>mereu</a:t>
            </a:r>
            <a:r>
              <a:rPr dirty="0"/>
              <a:t> </a:t>
            </a:r>
            <a:r>
              <a:rPr dirty="0" err="1"/>
              <a:t>timpul</a:t>
            </a:r>
            <a:r>
              <a:rPr dirty="0"/>
              <a:t> </a:t>
            </a:r>
            <a:r>
              <a:rPr dirty="0" err="1"/>
              <a:t>necesar</a:t>
            </a:r>
            <a:r>
              <a:rPr dirty="0"/>
              <a:t> </a:t>
            </a:r>
            <a:r>
              <a:rPr dirty="0" err="1"/>
              <a:t>pentru</a:t>
            </a:r>
            <a:r>
              <a:rPr dirty="0"/>
              <a:t> a </a:t>
            </a:r>
            <a:r>
              <a:rPr dirty="0" err="1"/>
              <a:t>organiza</a:t>
            </a:r>
            <a:r>
              <a:rPr dirty="0"/>
              <a:t> </a:t>
            </a:r>
            <a:r>
              <a:rPr dirty="0" err="1"/>
              <a:t>stocul</a:t>
            </a:r>
            <a:r>
              <a:rPr dirty="0"/>
              <a:t> </a:t>
            </a:r>
            <a:r>
              <a:rPr dirty="0" err="1"/>
              <a:t>și</a:t>
            </a:r>
            <a:r>
              <a:rPr dirty="0"/>
              <a:t> </a:t>
            </a:r>
            <a:r>
              <a:rPr dirty="0" err="1"/>
              <a:t>pentru</a:t>
            </a:r>
            <a:r>
              <a:rPr dirty="0"/>
              <a:t> a </a:t>
            </a:r>
            <a:r>
              <a:rPr dirty="0" err="1"/>
              <a:t>estima</a:t>
            </a:r>
            <a:r>
              <a:rPr dirty="0"/>
              <a:t> </a:t>
            </a:r>
            <a:r>
              <a:rPr dirty="0" err="1"/>
              <a:t>cantitățile</a:t>
            </a:r>
            <a:r>
              <a:rPr dirty="0"/>
              <a:t> care </a:t>
            </a:r>
            <a:r>
              <a:rPr dirty="0" err="1"/>
              <a:t>trebuie</a:t>
            </a:r>
            <a:r>
              <a:rPr dirty="0"/>
              <a:t> </a:t>
            </a:r>
            <a:r>
              <a:rPr dirty="0" err="1"/>
              <a:t>cumpărate</a:t>
            </a:r>
            <a:r>
              <a:rPr dirty="0"/>
              <a:t> </a:t>
            </a:r>
            <a:r>
              <a:rPr dirty="0" err="1"/>
              <a:t>și</a:t>
            </a:r>
            <a:r>
              <a:rPr dirty="0"/>
              <a:t> preparate.</a:t>
            </a:r>
          </a:p>
          <a:p>
            <a:r>
              <a:rPr dirty="0" err="1"/>
              <a:t>Studiul</a:t>
            </a:r>
            <a:r>
              <a:rPr dirty="0"/>
              <a:t> de </a:t>
            </a:r>
            <a:r>
              <a:rPr dirty="0" err="1"/>
              <a:t>caz</a:t>
            </a:r>
            <a:r>
              <a:rPr dirty="0"/>
              <a:t> WISK </a:t>
            </a:r>
            <a:r>
              <a:rPr dirty="0" err="1"/>
              <a:t>descrie</a:t>
            </a:r>
            <a:r>
              <a:rPr dirty="0"/>
              <a:t> </a:t>
            </a:r>
            <a:r>
              <a:rPr dirty="0" err="1"/>
              <a:t>două</a:t>
            </a:r>
            <a:r>
              <a:rPr dirty="0"/>
              <a:t> </a:t>
            </a:r>
            <a:r>
              <a:rPr dirty="0" err="1"/>
              <a:t>localuri</a:t>
            </a:r>
            <a:r>
              <a:rPr dirty="0"/>
              <a:t> din Montréal. </a:t>
            </a:r>
            <a:r>
              <a:rPr dirty="0" err="1"/>
              <a:t>Inventarul</a:t>
            </a:r>
            <a:r>
              <a:rPr dirty="0"/>
              <a:t> </a:t>
            </a:r>
            <a:r>
              <a:rPr dirty="0" err="1"/>
              <a:t>în</a:t>
            </a:r>
            <a:r>
              <a:rPr dirty="0"/>
              <a:t> Excel dura </a:t>
            </a:r>
            <a:r>
              <a:rPr dirty="0" err="1"/>
              <a:t>aproximativ</a:t>
            </a:r>
            <a:r>
              <a:rPr dirty="0"/>
              <a:t> 1–2 ore, de </a:t>
            </a:r>
            <a:r>
              <a:rPr dirty="0" err="1"/>
              <a:t>două</a:t>
            </a:r>
            <a:r>
              <a:rPr dirty="0"/>
              <a:t> </a:t>
            </a:r>
            <a:r>
              <a:rPr dirty="0" err="1"/>
              <a:t>ori</a:t>
            </a:r>
            <a:r>
              <a:rPr dirty="0"/>
              <a:t> pe </a:t>
            </a:r>
            <a:r>
              <a:rPr dirty="0" err="1"/>
              <a:t>săptămână</a:t>
            </a:r>
            <a:r>
              <a:rPr dirty="0"/>
              <a:t>, </a:t>
            </a:r>
            <a:r>
              <a:rPr dirty="0" err="1"/>
              <a:t>și</a:t>
            </a:r>
            <a:r>
              <a:rPr dirty="0"/>
              <a:t> </a:t>
            </a:r>
            <a:r>
              <a:rPr dirty="0" err="1"/>
              <a:t>producea</a:t>
            </a:r>
            <a:r>
              <a:rPr dirty="0"/>
              <a:t> </a:t>
            </a:r>
            <a:r>
              <a:rPr dirty="0" err="1"/>
              <a:t>erori</a:t>
            </a:r>
            <a:r>
              <a:rPr dirty="0"/>
              <a:t>. Nu </a:t>
            </a:r>
            <a:r>
              <a:rPr dirty="0" err="1"/>
              <a:t>generalizăm</a:t>
            </a:r>
            <a:r>
              <a:rPr dirty="0"/>
              <a:t> </a:t>
            </a:r>
            <a:r>
              <a:rPr dirty="0" err="1"/>
              <a:t>această</a:t>
            </a:r>
            <a:r>
              <a:rPr dirty="0"/>
              <a:t> </a:t>
            </a:r>
            <a:r>
              <a:rPr dirty="0" err="1"/>
              <a:t>durată</a:t>
            </a:r>
            <a:r>
              <a:rPr dirty="0"/>
              <a:t> la </a:t>
            </a:r>
            <a:r>
              <a:rPr dirty="0" err="1"/>
              <a:t>toate</a:t>
            </a:r>
            <a:r>
              <a:rPr dirty="0"/>
              <a:t> </a:t>
            </a:r>
            <a:r>
              <a:rPr dirty="0" err="1"/>
              <a:t>restaurantele</a:t>
            </a:r>
            <a:r>
              <a:rPr dirty="0"/>
              <a:t>.</a:t>
            </a:r>
          </a:p>
          <a:p>
            <a:r>
              <a:rPr dirty="0" err="1"/>
              <a:t>Sursă</a:t>
            </a:r>
            <a:r>
              <a:rPr dirty="0"/>
              <a:t>: https://</a:t>
            </a:r>
            <a:r>
              <a:rPr dirty="0" err="1"/>
              <a:t>www.wisk.ai</a:t>
            </a:r>
            <a:r>
              <a:rPr dirty="0"/>
              <a:t>/case-studies/</a:t>
            </a:r>
            <a:r>
              <a:rPr dirty="0" err="1"/>
              <a:t>linfame</a:t>
            </a:r>
            <a:r>
              <a:rPr dirty="0"/>
              <a:t>-tittle-tattle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Excel </a:t>
            </a:r>
            <a:r>
              <a:rPr dirty="0" err="1"/>
              <a:t>rezolvă</a:t>
            </a:r>
            <a:r>
              <a:rPr dirty="0"/>
              <a:t> </a:t>
            </a:r>
            <a:r>
              <a:rPr dirty="0" err="1"/>
              <a:t>evidența</a:t>
            </a:r>
            <a:r>
              <a:rPr dirty="0"/>
              <a:t>, </a:t>
            </a:r>
            <a:r>
              <a:rPr dirty="0" err="1"/>
              <a:t>dar</a:t>
            </a:r>
            <a:r>
              <a:rPr dirty="0"/>
              <a:t> nu reduce </a:t>
            </a:r>
            <a:r>
              <a:rPr dirty="0" err="1"/>
              <a:t>suficient</a:t>
            </a:r>
            <a:r>
              <a:rPr dirty="0"/>
              <a:t> </a:t>
            </a:r>
            <a:r>
              <a:rPr dirty="0" err="1"/>
              <a:t>timpul</a:t>
            </a:r>
            <a:r>
              <a:rPr dirty="0"/>
              <a:t> </a:t>
            </a:r>
            <a:r>
              <a:rPr dirty="0" err="1"/>
              <a:t>și</a:t>
            </a:r>
            <a:r>
              <a:rPr dirty="0"/>
              <a:t> </a:t>
            </a:r>
            <a:r>
              <a:rPr dirty="0" err="1"/>
              <a:t>erorile</a:t>
            </a:r>
            <a:r>
              <a:rPr dirty="0"/>
              <a:t>.</a:t>
            </a:r>
          </a:p>
          <a:p>
            <a:r>
              <a:rPr dirty="0" err="1"/>
              <a:t>MarketMan</a:t>
            </a:r>
            <a:r>
              <a:rPr dirty="0"/>
              <a:t> </a:t>
            </a:r>
            <a:r>
              <a:rPr dirty="0" err="1"/>
              <a:t>oferă</a:t>
            </a:r>
            <a:r>
              <a:rPr dirty="0"/>
              <a:t> </a:t>
            </a:r>
            <a:r>
              <a:rPr dirty="0" err="1"/>
              <a:t>comenzi</a:t>
            </a:r>
            <a:r>
              <a:rPr dirty="0"/>
              <a:t> </a:t>
            </a:r>
            <a:r>
              <a:rPr dirty="0" err="1"/>
              <a:t>sugerate</a:t>
            </a:r>
            <a:r>
              <a:rPr dirty="0"/>
              <a:t> pe </a:t>
            </a:r>
            <a:r>
              <a:rPr dirty="0" err="1"/>
              <a:t>baza</a:t>
            </a:r>
            <a:r>
              <a:rPr dirty="0"/>
              <a:t> </a:t>
            </a:r>
            <a:r>
              <a:rPr dirty="0" err="1"/>
              <a:t>prognozelor</a:t>
            </a:r>
            <a:r>
              <a:rPr dirty="0"/>
              <a:t> </a:t>
            </a:r>
            <a:r>
              <a:rPr dirty="0" err="1"/>
              <a:t>și</a:t>
            </a:r>
            <a:r>
              <a:rPr dirty="0"/>
              <a:t> a </a:t>
            </a:r>
            <a:r>
              <a:rPr dirty="0" err="1"/>
              <a:t>nivelurilor</a:t>
            </a:r>
            <a:r>
              <a:rPr dirty="0"/>
              <a:t> PAR. </a:t>
            </a:r>
            <a:r>
              <a:rPr dirty="0" err="1"/>
              <a:t>Chiar</a:t>
            </a:r>
            <a:r>
              <a:rPr dirty="0"/>
              <a:t> </a:t>
            </a:r>
            <a:r>
              <a:rPr dirty="0" err="1"/>
              <a:t>și</a:t>
            </a:r>
            <a:r>
              <a:rPr dirty="0"/>
              <a:t> o </a:t>
            </a:r>
            <a:r>
              <a:rPr dirty="0" err="1"/>
              <a:t>prognoză</a:t>
            </a:r>
            <a:r>
              <a:rPr dirty="0"/>
              <a:t> </a:t>
            </a:r>
            <a:r>
              <a:rPr dirty="0" err="1"/>
              <a:t>bună</a:t>
            </a:r>
            <a:r>
              <a:rPr dirty="0"/>
              <a:t> nu </a:t>
            </a:r>
            <a:r>
              <a:rPr dirty="0" err="1"/>
              <a:t>garantează</a:t>
            </a:r>
            <a:r>
              <a:rPr dirty="0"/>
              <a:t> </a:t>
            </a:r>
            <a:r>
              <a:rPr dirty="0" err="1"/>
              <a:t>că</a:t>
            </a:r>
            <a:r>
              <a:rPr dirty="0"/>
              <a:t> nu </a:t>
            </a:r>
            <a:r>
              <a:rPr dirty="0" err="1"/>
              <a:t>va</a:t>
            </a:r>
            <a:r>
              <a:rPr dirty="0"/>
              <a:t> </a:t>
            </a:r>
            <a:r>
              <a:rPr dirty="0" err="1"/>
              <a:t>apărea</a:t>
            </a:r>
            <a:r>
              <a:rPr dirty="0"/>
              <a:t> surplus </a:t>
            </a:r>
            <a:r>
              <a:rPr dirty="0" err="1"/>
              <a:t>neprevăzut</a:t>
            </a:r>
            <a:r>
              <a:rPr dirty="0"/>
              <a:t>.</a:t>
            </a:r>
          </a:p>
          <a:p>
            <a:r>
              <a:rPr dirty="0" err="1"/>
              <a:t>Studiul</a:t>
            </a:r>
            <a:r>
              <a:rPr dirty="0"/>
              <a:t> </a:t>
            </a:r>
            <a:r>
              <a:rPr dirty="0" err="1"/>
              <a:t>Edenred</a:t>
            </a:r>
            <a:r>
              <a:rPr dirty="0"/>
              <a:t>, HORA </a:t>
            </a:r>
            <a:r>
              <a:rPr dirty="0" err="1"/>
              <a:t>și</a:t>
            </a:r>
            <a:r>
              <a:rPr dirty="0"/>
              <a:t> Mastercard a </a:t>
            </a:r>
            <a:r>
              <a:rPr dirty="0" err="1"/>
              <a:t>inclus</a:t>
            </a:r>
            <a:r>
              <a:rPr dirty="0"/>
              <a:t> 97 de </a:t>
            </a:r>
            <a:r>
              <a:rPr dirty="0" err="1"/>
              <a:t>unități</a:t>
            </a:r>
            <a:r>
              <a:rPr dirty="0"/>
              <a:t> </a:t>
            </a:r>
            <a:r>
              <a:rPr dirty="0" err="1"/>
              <a:t>alimentare</a:t>
            </a:r>
            <a:r>
              <a:rPr dirty="0"/>
              <a:t>. 73% au </a:t>
            </a:r>
            <a:r>
              <a:rPr dirty="0" err="1"/>
              <a:t>declarat</a:t>
            </a:r>
            <a:r>
              <a:rPr dirty="0"/>
              <a:t> </a:t>
            </a:r>
            <a:r>
              <a:rPr dirty="0" err="1"/>
              <a:t>că</a:t>
            </a:r>
            <a:r>
              <a:rPr dirty="0"/>
              <a:t> se </a:t>
            </a:r>
            <a:r>
              <a:rPr dirty="0" err="1"/>
              <a:t>confruntă</a:t>
            </a:r>
            <a:r>
              <a:rPr dirty="0"/>
              <a:t> cu </a:t>
            </a:r>
            <a:r>
              <a:rPr dirty="0" err="1"/>
              <a:t>risipa</a:t>
            </a:r>
            <a:r>
              <a:rPr dirty="0"/>
              <a:t>, </a:t>
            </a:r>
            <a:r>
              <a:rPr dirty="0" err="1"/>
              <a:t>iar</a:t>
            </a:r>
            <a:r>
              <a:rPr dirty="0"/>
              <a:t> </a:t>
            </a:r>
            <a:r>
              <a:rPr dirty="0" err="1"/>
              <a:t>jumătate</a:t>
            </a:r>
            <a:r>
              <a:rPr dirty="0"/>
              <a:t> </a:t>
            </a:r>
            <a:r>
              <a:rPr dirty="0" err="1"/>
              <a:t>dintre</a:t>
            </a:r>
            <a:r>
              <a:rPr dirty="0"/>
              <a:t> </a:t>
            </a:r>
            <a:r>
              <a:rPr dirty="0" err="1"/>
              <a:t>alimentele</a:t>
            </a:r>
            <a:r>
              <a:rPr dirty="0"/>
              <a:t> pe cale </a:t>
            </a:r>
            <a:r>
              <a:rPr dirty="0" err="1"/>
              <a:t>să</a:t>
            </a:r>
            <a:r>
              <a:rPr dirty="0"/>
              <a:t> expire sunt </a:t>
            </a:r>
            <a:r>
              <a:rPr dirty="0" err="1"/>
              <a:t>aruncate</a:t>
            </a:r>
            <a:r>
              <a:rPr dirty="0"/>
              <a:t>.</a:t>
            </a:r>
          </a:p>
          <a:p>
            <a:r>
              <a:rPr dirty="0" err="1"/>
              <a:t>Surse</a:t>
            </a:r>
            <a:r>
              <a:rPr dirty="0"/>
              <a:t>: https://</a:t>
            </a:r>
            <a:r>
              <a:rPr dirty="0" err="1"/>
              <a:t>www.wisk.ai</a:t>
            </a:r>
            <a:r>
              <a:rPr dirty="0"/>
              <a:t>/case-studies/</a:t>
            </a:r>
            <a:r>
              <a:rPr dirty="0" err="1"/>
              <a:t>linfame</a:t>
            </a:r>
            <a:r>
              <a:rPr dirty="0"/>
              <a:t>-tittle-tattle | https://</a:t>
            </a:r>
            <a:r>
              <a:rPr dirty="0" err="1"/>
              <a:t>www.marketman.com</a:t>
            </a:r>
            <a:r>
              <a:rPr dirty="0"/>
              <a:t>/blog/suggestive-ordering | https://</a:t>
            </a:r>
            <a:r>
              <a:rPr dirty="0" err="1"/>
              <a:t>www.edenred.ro</a:t>
            </a:r>
            <a:r>
              <a:rPr dirty="0"/>
              <a:t>/sites/default/files/2022-09/</a:t>
            </a:r>
            <a:r>
              <a:rPr dirty="0" err="1"/>
              <a:t>Infografic_Studiu_Risipa_Alimentara_Edenred_Hora_Mastercard.pdf</a:t>
            </a: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Omul introduce istoricul de producție și vânzări. WiseEat identifică tiparele asociate surplusului, recomandă cantități și simulează compromisurile dintre surplus și lipsă de stoc.</a:t>
            </a:r>
          </a:p>
          <a:p>
            <a:r>
              <a:t>Produsul poate transforma surplusul rămas într-o ofertă pentru redistribuire. Analiza și calculele sunt reale. Datele de restaurant din demo sunt sintetice și utilizatorul este hardcodat.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Arată o singură cale. Încărcăm demo-ul, deschidem diagnosticul, apoi simulăm cantitatea pentru Tochitură moldovenească într-o seară de vineri.</a:t>
            </a:r>
          </a:p>
          <a:p>
            <a:r>
              <a:t>Lotul uzual este de 31 porții. La 24, surplusul estimat scade de la 9,2 la 2,8 porții, iar costul de producție scade cu 112 RON per serviciu. Compromisul este un deficit mediu de cel puțin 0,7 porții și risc de lipsă în cel puțin 16% din vineri.</a:t>
            </a:r>
          </a:p>
          <a:p>
            <a:r>
              <a:t>Spune clar: datele sunt sintetice, dar calculele, modelul și interfața funcționează real.</a:t>
            </a:r>
          </a:p>
          <a:p>
            <a:r>
              <a:t>Sursă internă: proiectul WasteDNA, aplicația locală și data/demo/restaurant_demo_synthetic.csv.</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Sursa datelor este un CSV cu producția și vânzările restaurantului. Motorul calculează surplusul, compară servicii similare și construiește recomandări.</a:t>
            </a:r>
          </a:p>
          <a:p>
            <a:r>
              <a:t>Modelul AI estimează riscul și explică factorii asociați cu SHAP. Interfața arată tipare, costuri, recomandări, simulări și redistribuire.</a:t>
            </a:r>
          </a:p>
          <a:p>
            <a:r>
              <a:t>AI-ul a ajutat cu porțiuni din cod și datele sintetice. Echipa a decis arhitectura, pragurile, regulile de siguranță și validarea.</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Clientul plătitor este proprietarul HoReCa. Prețul propus este 150 de euro pe lună și trebuie validat în interviuri și pilot.</a:t>
            </a:r>
          </a:p>
          <a:p>
            <a:r>
              <a:t>Afirmația de 2.000–4.000 RON pierdere lunară este o ipoteză comercială, nu un rezultat de piață verificat. Nu o prezenta ca fapt demonstrat.</a:t>
            </a:r>
          </a:p>
          <a:p>
            <a:r>
              <a:t>Bugetăm conservator 10 euro per restaurant. La 50 de clienți, costurile tehnice și mentenanța descrise în script însumează aproximativ 20–25 RON per restaurant pe lună, înainte de taxe și suport comercial.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În municipiul Iași, analiza Bookingham identifica 400 de firme active în alimentația publică în 2023. Categoria CAEN 56XX include restaurante, baruri, catering și alte servicii, deci este mai largă decât segmentul țintă WiseEat.</a:t>
            </a:r>
          </a:p>
          <a:p>
            <a:r>
              <a:t>La 150 de euro pe lună, potențialul teoretic maxim este 720.000 de euro pe an. Nu îl prezenta ca venit prognozat sau piață validată.</a:t>
            </a:r>
          </a:p>
          <a:p>
            <a:r>
              <a:t>Începem cu 50 de contacte, 5 interviuri și un pilot. 10 clienți plătitori ar reprezenta 18.000 euro ARR.</a:t>
            </a:r>
          </a:p>
          <a:p>
            <a:r>
              <a:t>Restaurantele Oscar, Trai, La Conac și Blue Acqua sunt doar exemple de prospectare. Nu am validat dimensiunea, problema sau interesul lor.</a:t>
            </a:r>
          </a:p>
          <a:p>
            <a:r>
              <a:t>Surse: https://media.ziaruldeiasi.ro/2024/08/Ziarul-de-Business-nr-20.pdf | https://agerpres.ro/economic/2024/08/13/profitul-restaurantelor-din-romania-a-scazut-anul-trecut-pentru-prima-oara-de-la-pandemie-cu-12-anal--1340713</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Flavian a deținut platforma și integrarea. Vlad a deținut diagnosticul AI. Alex a deținut fluxul de redistribuire. Cristian a deținut datele și simulatorul.</a:t>
            </a:r>
          </a:p>
          <a:p>
            <a:r>
              <a:t>Legătura echipei cu problema este produsul end-to-end construit și testat în hackathon, cu reguli explicite pentru date sintetice, limite și validare.</a:t>
            </a:r>
          </a:p>
          <a:p>
            <a:r>
              <a:t>După hackathon, echipa continuă cu pilotul propus pe slide-ul următor.</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Am </a:t>
            </a:r>
            <a:r>
              <a:rPr dirty="0" err="1"/>
              <a:t>tăiat</a:t>
            </a:r>
            <a:r>
              <a:rPr dirty="0"/>
              <a:t> din demo </a:t>
            </a:r>
            <a:r>
              <a:rPr dirty="0" err="1"/>
              <a:t>modul</a:t>
            </a:r>
            <a:r>
              <a:rPr dirty="0"/>
              <a:t> </a:t>
            </a:r>
            <a:r>
              <a:rPr dirty="0" err="1"/>
              <a:t>pentru</a:t>
            </a:r>
            <a:r>
              <a:rPr dirty="0"/>
              <a:t> </a:t>
            </a:r>
            <a:r>
              <a:rPr dirty="0" err="1"/>
              <a:t>gospodării</a:t>
            </a:r>
            <a:r>
              <a:rPr dirty="0"/>
              <a:t> </a:t>
            </a:r>
            <a:r>
              <a:rPr dirty="0" err="1"/>
              <a:t>și</a:t>
            </a:r>
            <a:r>
              <a:rPr dirty="0"/>
              <a:t> </a:t>
            </a:r>
            <a:r>
              <a:rPr dirty="0" err="1"/>
              <a:t>comanda</a:t>
            </a:r>
            <a:r>
              <a:rPr dirty="0"/>
              <a:t> cu </a:t>
            </a:r>
            <a:r>
              <a:rPr dirty="0" err="1"/>
              <a:t>livrare</a:t>
            </a:r>
            <a:r>
              <a:rPr dirty="0"/>
              <a:t>. Le </a:t>
            </a:r>
            <a:r>
              <a:rPr dirty="0" err="1"/>
              <a:t>punem</a:t>
            </a:r>
            <a:r>
              <a:rPr dirty="0"/>
              <a:t> </a:t>
            </a:r>
            <a:r>
              <a:rPr dirty="0" err="1"/>
              <a:t>înapoi</a:t>
            </a:r>
            <a:r>
              <a:rPr dirty="0"/>
              <a:t> </a:t>
            </a:r>
            <a:r>
              <a:rPr dirty="0" err="1"/>
              <a:t>după</a:t>
            </a:r>
            <a:r>
              <a:rPr dirty="0"/>
              <a:t> </a:t>
            </a:r>
            <a:r>
              <a:rPr dirty="0" err="1"/>
              <a:t>validarea</a:t>
            </a:r>
            <a:r>
              <a:rPr dirty="0"/>
              <a:t> </a:t>
            </a:r>
            <a:r>
              <a:rPr dirty="0" err="1"/>
              <a:t>fluxului</a:t>
            </a:r>
            <a:r>
              <a:rPr dirty="0"/>
              <a:t> </a:t>
            </a:r>
            <a:r>
              <a:rPr dirty="0" err="1"/>
              <a:t>pentru</a:t>
            </a:r>
            <a:r>
              <a:rPr dirty="0"/>
              <a:t> </a:t>
            </a:r>
            <a:r>
              <a:rPr dirty="0" err="1"/>
              <a:t>restaurante</a:t>
            </a:r>
            <a:r>
              <a:rPr dirty="0"/>
              <a:t>.</a:t>
            </a:r>
          </a:p>
          <a:p>
            <a:r>
              <a:rPr dirty="0" err="1"/>
              <a:t>Măsurăm</a:t>
            </a:r>
            <a:r>
              <a:rPr dirty="0"/>
              <a:t> </a:t>
            </a:r>
            <a:r>
              <a:rPr dirty="0" err="1"/>
              <a:t>primul</a:t>
            </a:r>
            <a:r>
              <a:rPr dirty="0"/>
              <a:t> </a:t>
            </a:r>
            <a:r>
              <a:rPr dirty="0" err="1"/>
              <a:t>reducerea</a:t>
            </a:r>
            <a:r>
              <a:rPr dirty="0"/>
              <a:t> </a:t>
            </a:r>
            <a:r>
              <a:rPr dirty="0" err="1"/>
              <a:t>cantității</a:t>
            </a:r>
            <a:r>
              <a:rPr dirty="0"/>
              <a:t> de </a:t>
            </a:r>
            <a:r>
              <a:rPr dirty="0" err="1"/>
              <a:t>alimente</a:t>
            </a:r>
            <a:r>
              <a:rPr dirty="0"/>
              <a:t> </a:t>
            </a:r>
            <a:r>
              <a:rPr dirty="0" err="1"/>
              <a:t>irosite</a:t>
            </a:r>
            <a:r>
              <a:rPr dirty="0"/>
              <a:t> </a:t>
            </a:r>
            <a:r>
              <a:rPr dirty="0" err="1"/>
              <a:t>și</a:t>
            </a:r>
            <a:r>
              <a:rPr dirty="0"/>
              <a:t> a </a:t>
            </a:r>
            <a:r>
              <a:rPr dirty="0" err="1"/>
              <a:t>valorii</a:t>
            </a:r>
            <a:r>
              <a:rPr dirty="0"/>
              <a:t> </a:t>
            </a:r>
            <a:r>
              <a:rPr dirty="0" err="1"/>
              <a:t>pierderilor</a:t>
            </a:r>
            <a:r>
              <a:rPr dirty="0"/>
              <a:t> </a:t>
            </a:r>
            <a:r>
              <a:rPr dirty="0" err="1"/>
              <a:t>în</a:t>
            </a:r>
            <a:r>
              <a:rPr dirty="0"/>
              <a:t> </a:t>
            </a:r>
            <a:r>
              <a:rPr dirty="0" err="1"/>
              <a:t>trei</a:t>
            </a:r>
            <a:r>
              <a:rPr dirty="0"/>
              <a:t> </a:t>
            </a:r>
            <a:r>
              <a:rPr dirty="0" err="1"/>
              <a:t>restaurante</a:t>
            </a:r>
            <a:r>
              <a:rPr dirty="0"/>
              <a:t> din </a:t>
            </a:r>
            <a:r>
              <a:rPr dirty="0" err="1"/>
              <a:t>Iași</a:t>
            </a:r>
            <a:r>
              <a:rPr dirty="0"/>
              <a:t>, </a:t>
            </a:r>
            <a:r>
              <a:rPr dirty="0" err="1"/>
              <a:t>timp</a:t>
            </a:r>
            <a:r>
              <a:rPr dirty="0"/>
              <a:t> de 30 de </a:t>
            </a:r>
            <a:r>
              <a:rPr dirty="0" err="1"/>
              <a:t>zile</a:t>
            </a:r>
            <a:r>
              <a:rPr dirty="0"/>
              <a:t>. </a:t>
            </a:r>
            <a:r>
              <a:rPr dirty="0" err="1"/>
              <a:t>Comparăm</a:t>
            </a:r>
            <a:r>
              <a:rPr dirty="0"/>
              <a:t> </a:t>
            </a:r>
            <a:r>
              <a:rPr dirty="0" err="1"/>
              <a:t>perioada</a:t>
            </a:r>
            <a:r>
              <a:rPr dirty="0"/>
              <a:t> </a:t>
            </a:r>
            <a:r>
              <a:rPr dirty="0" err="1"/>
              <a:t>inițială</a:t>
            </a:r>
            <a:r>
              <a:rPr dirty="0"/>
              <a:t> cu </a:t>
            </a:r>
            <a:r>
              <a:rPr dirty="0" err="1"/>
              <a:t>rezultatele</a:t>
            </a:r>
            <a:r>
              <a:rPr dirty="0"/>
              <a:t> </a:t>
            </a:r>
            <a:r>
              <a:rPr dirty="0" err="1"/>
              <a:t>după</a:t>
            </a:r>
            <a:r>
              <a:rPr dirty="0"/>
              <a:t> </a:t>
            </a:r>
            <a:r>
              <a:rPr dirty="0" err="1"/>
              <a:t>utilizarea</a:t>
            </a:r>
            <a:r>
              <a:rPr dirty="0"/>
              <a:t> </a:t>
            </a:r>
            <a:r>
              <a:rPr dirty="0" err="1"/>
              <a:t>WiseEat</a:t>
            </a:r>
            <a:r>
              <a:rPr dirty="0"/>
              <a:t>.</a:t>
            </a:r>
          </a:p>
          <a:p>
            <a:r>
              <a:rPr dirty="0" err="1"/>
              <a:t>Cererea</a:t>
            </a:r>
            <a:r>
              <a:rPr dirty="0"/>
              <a:t> </a:t>
            </a:r>
            <a:r>
              <a:rPr dirty="0" err="1"/>
              <a:t>noastră</a:t>
            </a:r>
            <a:r>
              <a:rPr dirty="0"/>
              <a:t> </a:t>
            </a:r>
            <a:r>
              <a:rPr dirty="0" err="1"/>
              <a:t>este</a:t>
            </a:r>
            <a:r>
              <a:rPr dirty="0"/>
              <a:t> </a:t>
            </a:r>
            <a:r>
              <a:rPr dirty="0" err="1"/>
              <a:t>concretă</a:t>
            </a:r>
            <a:r>
              <a:rPr dirty="0"/>
              <a:t>: </a:t>
            </a:r>
            <a:r>
              <a:rPr dirty="0" err="1"/>
              <a:t>trei</a:t>
            </a:r>
            <a:r>
              <a:rPr dirty="0"/>
              <a:t> </a:t>
            </a:r>
            <a:r>
              <a:rPr dirty="0" err="1"/>
              <a:t>restaurante</a:t>
            </a:r>
            <a:r>
              <a:rPr dirty="0"/>
              <a:t> </a:t>
            </a:r>
            <a:r>
              <a:rPr dirty="0" err="1"/>
              <a:t>partenere</a:t>
            </a:r>
            <a:r>
              <a:rPr dirty="0"/>
              <a:t> </a:t>
            </a:r>
            <a:r>
              <a:rPr dirty="0" err="1"/>
              <a:t>pentru</a:t>
            </a:r>
            <a:r>
              <a:rPr dirty="0"/>
              <a:t> </a:t>
            </a:r>
            <a:r>
              <a:rPr dirty="0" err="1"/>
              <a:t>testare</a:t>
            </a:r>
            <a:r>
              <a:rPr dirty="0"/>
              <a:t> </a:t>
            </a:r>
            <a:r>
              <a:rPr dirty="0" err="1"/>
              <a:t>gratuită</a:t>
            </a:r>
            <a:r>
              <a:rPr dirty="0"/>
              <a:t>, </a:t>
            </a:r>
            <a:r>
              <a:rPr dirty="0" err="1"/>
              <a:t>acces</a:t>
            </a:r>
            <a:r>
              <a:rPr dirty="0"/>
              <a:t> la date </a:t>
            </a:r>
            <a:r>
              <a:rPr dirty="0" err="1"/>
              <a:t>anonimizate</a:t>
            </a:r>
            <a:r>
              <a:rPr dirty="0"/>
              <a:t> </a:t>
            </a:r>
            <a:r>
              <a:rPr dirty="0" err="1"/>
              <a:t>și</a:t>
            </a:r>
            <a:r>
              <a:rPr dirty="0"/>
              <a:t> </a:t>
            </a:r>
            <a:r>
              <a:rPr dirty="0" err="1"/>
              <a:t>mentorat</a:t>
            </a:r>
            <a:r>
              <a:rPr dirty="0"/>
              <a:t> </a:t>
            </a:r>
            <a:r>
              <a:rPr dirty="0" err="1"/>
              <a:t>în</a:t>
            </a:r>
            <a:r>
              <a:rPr dirty="0"/>
              <a:t> </a:t>
            </a:r>
            <a:r>
              <a:rPr dirty="0" err="1"/>
              <a:t>industria</a:t>
            </a:r>
            <a:r>
              <a:rPr dirty="0"/>
              <a:t> </a:t>
            </a:r>
            <a:r>
              <a:rPr dirty="0" err="1"/>
              <a:t>alimentară</a:t>
            </a:r>
            <a:r>
              <a:rPr dirty="0"/>
              <a:t> </a:t>
            </a:r>
            <a:r>
              <a:rPr dirty="0" err="1"/>
              <a:t>și</a:t>
            </a:r>
            <a:r>
              <a:rPr dirty="0"/>
              <a:t> marketing.</a:t>
            </a:r>
          </a:p>
          <a:p>
            <a:r>
              <a:rPr dirty="0" err="1"/>
              <a:t>Propoziția</a:t>
            </a:r>
            <a:r>
              <a:rPr dirty="0"/>
              <a:t> de final: </a:t>
            </a:r>
            <a:r>
              <a:rPr dirty="0" err="1"/>
              <a:t>Fiecare</a:t>
            </a:r>
            <a:r>
              <a:rPr dirty="0"/>
              <a:t> kilogram de </a:t>
            </a:r>
            <a:r>
              <a:rPr dirty="0" err="1"/>
              <a:t>mâncare</a:t>
            </a:r>
            <a:r>
              <a:rPr dirty="0"/>
              <a:t> </a:t>
            </a:r>
            <a:r>
              <a:rPr dirty="0" err="1"/>
              <a:t>salvat</a:t>
            </a:r>
            <a:r>
              <a:rPr dirty="0"/>
              <a:t> </a:t>
            </a:r>
            <a:r>
              <a:rPr dirty="0" err="1"/>
              <a:t>înseamnă</a:t>
            </a:r>
            <a:r>
              <a:rPr dirty="0"/>
              <a:t> bani </a:t>
            </a:r>
            <a:r>
              <a:rPr dirty="0" err="1"/>
              <a:t>recuperați</a:t>
            </a:r>
            <a:r>
              <a:rPr dirty="0"/>
              <a:t>. Cu </a:t>
            </a:r>
            <a:r>
              <a:rPr dirty="0" err="1"/>
              <a:t>WiseEat</a:t>
            </a:r>
            <a:r>
              <a:rPr dirty="0"/>
              <a:t>, </a:t>
            </a:r>
            <a:r>
              <a:rPr dirty="0" err="1"/>
              <a:t>transformăm</a:t>
            </a:r>
            <a:r>
              <a:rPr dirty="0"/>
              <a:t> </a:t>
            </a:r>
            <a:r>
              <a:rPr dirty="0" err="1"/>
              <a:t>risipa</a:t>
            </a:r>
            <a:r>
              <a:rPr dirty="0"/>
              <a:t> </a:t>
            </a:r>
            <a:r>
              <a:rPr dirty="0" err="1"/>
              <a:t>alimentară</a:t>
            </a:r>
            <a:r>
              <a:rPr dirty="0"/>
              <a:t> </a:t>
            </a:r>
            <a:r>
              <a:rPr dirty="0" err="1"/>
              <a:t>dintr</a:t>
            </a:r>
            <a:r>
              <a:rPr dirty="0"/>
              <a:t>-o </a:t>
            </a:r>
            <a:r>
              <a:rPr dirty="0" err="1"/>
              <a:t>pierdere</a:t>
            </a:r>
            <a:r>
              <a:rPr dirty="0"/>
              <a:t> </a:t>
            </a:r>
            <a:r>
              <a:rPr dirty="0" err="1"/>
              <a:t>inevitabilă</a:t>
            </a:r>
            <a:r>
              <a:rPr dirty="0"/>
              <a:t> </a:t>
            </a:r>
            <a:r>
              <a:rPr dirty="0" err="1"/>
              <a:t>într</a:t>
            </a:r>
            <a:r>
              <a:rPr dirty="0"/>
              <a:t>-o </a:t>
            </a:r>
            <a:r>
              <a:rPr dirty="0" err="1"/>
              <a:t>problemă</a:t>
            </a:r>
            <a:r>
              <a:rPr dirty="0"/>
              <a:t> pe care o </a:t>
            </a:r>
            <a:r>
              <a:rPr dirty="0" err="1"/>
              <a:t>putem</a:t>
            </a:r>
            <a:r>
              <a:rPr dirty="0"/>
              <a:t> </a:t>
            </a:r>
            <a:r>
              <a:rPr dirty="0" err="1"/>
              <a:t>măsura</a:t>
            </a:r>
            <a:r>
              <a:rPr dirty="0"/>
              <a:t> </a:t>
            </a:r>
            <a:r>
              <a:rPr dirty="0" err="1"/>
              <a:t>și</a:t>
            </a:r>
            <a:r>
              <a:rPr dirty="0"/>
              <a:t> reduce.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0C1E22-391F-3926-3995-19F66113C0F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BC03DD5-8B8C-16D0-8D42-2076F2CDFF4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D46DF65-A25B-9CF5-ECFD-8545EAEA245A}"/>
              </a:ext>
            </a:extLst>
          </p:cNvPr>
          <p:cNvSpPr>
            <a:spLocks noGrp="1"/>
          </p:cNvSpPr>
          <p:nvPr>
            <p:ph type="body" idx="1"/>
          </p:nvPr>
        </p:nvSpPr>
        <p:spPr/>
        <p:txBody>
          <a:bodyPr/>
          <a:lstStyle/>
          <a:p>
            <a:r>
              <a:rPr dirty="0"/>
              <a:t>Am </a:t>
            </a:r>
            <a:r>
              <a:rPr dirty="0" err="1"/>
              <a:t>tăiat</a:t>
            </a:r>
            <a:r>
              <a:rPr dirty="0"/>
              <a:t> din demo </a:t>
            </a:r>
            <a:r>
              <a:rPr dirty="0" err="1"/>
              <a:t>modul</a:t>
            </a:r>
            <a:r>
              <a:rPr dirty="0"/>
              <a:t> </a:t>
            </a:r>
            <a:r>
              <a:rPr dirty="0" err="1"/>
              <a:t>pentru</a:t>
            </a:r>
            <a:r>
              <a:rPr dirty="0"/>
              <a:t> </a:t>
            </a:r>
            <a:r>
              <a:rPr dirty="0" err="1"/>
              <a:t>gospodării</a:t>
            </a:r>
            <a:r>
              <a:rPr dirty="0"/>
              <a:t> </a:t>
            </a:r>
            <a:r>
              <a:rPr dirty="0" err="1"/>
              <a:t>și</a:t>
            </a:r>
            <a:r>
              <a:rPr dirty="0"/>
              <a:t> </a:t>
            </a:r>
            <a:r>
              <a:rPr dirty="0" err="1"/>
              <a:t>comanda</a:t>
            </a:r>
            <a:r>
              <a:rPr dirty="0"/>
              <a:t> cu </a:t>
            </a:r>
            <a:r>
              <a:rPr dirty="0" err="1"/>
              <a:t>livrare</a:t>
            </a:r>
            <a:r>
              <a:rPr dirty="0"/>
              <a:t>. Le </a:t>
            </a:r>
            <a:r>
              <a:rPr dirty="0" err="1"/>
              <a:t>punem</a:t>
            </a:r>
            <a:r>
              <a:rPr dirty="0"/>
              <a:t> </a:t>
            </a:r>
            <a:r>
              <a:rPr dirty="0" err="1"/>
              <a:t>înapoi</a:t>
            </a:r>
            <a:r>
              <a:rPr dirty="0"/>
              <a:t> </a:t>
            </a:r>
            <a:r>
              <a:rPr dirty="0" err="1"/>
              <a:t>după</a:t>
            </a:r>
            <a:r>
              <a:rPr dirty="0"/>
              <a:t> </a:t>
            </a:r>
            <a:r>
              <a:rPr dirty="0" err="1"/>
              <a:t>validarea</a:t>
            </a:r>
            <a:r>
              <a:rPr dirty="0"/>
              <a:t> </a:t>
            </a:r>
            <a:r>
              <a:rPr dirty="0" err="1"/>
              <a:t>fluxului</a:t>
            </a:r>
            <a:r>
              <a:rPr dirty="0"/>
              <a:t> </a:t>
            </a:r>
            <a:r>
              <a:rPr dirty="0" err="1"/>
              <a:t>pentru</a:t>
            </a:r>
            <a:r>
              <a:rPr dirty="0"/>
              <a:t> </a:t>
            </a:r>
            <a:r>
              <a:rPr dirty="0" err="1"/>
              <a:t>restaurante</a:t>
            </a:r>
            <a:r>
              <a:rPr dirty="0"/>
              <a:t>.</a:t>
            </a:r>
          </a:p>
          <a:p>
            <a:r>
              <a:rPr dirty="0" err="1"/>
              <a:t>Măsurăm</a:t>
            </a:r>
            <a:r>
              <a:rPr dirty="0"/>
              <a:t> </a:t>
            </a:r>
            <a:r>
              <a:rPr dirty="0" err="1"/>
              <a:t>primul</a:t>
            </a:r>
            <a:r>
              <a:rPr dirty="0"/>
              <a:t> </a:t>
            </a:r>
            <a:r>
              <a:rPr dirty="0" err="1"/>
              <a:t>reducerea</a:t>
            </a:r>
            <a:r>
              <a:rPr dirty="0"/>
              <a:t> </a:t>
            </a:r>
            <a:r>
              <a:rPr dirty="0" err="1"/>
              <a:t>cantității</a:t>
            </a:r>
            <a:r>
              <a:rPr dirty="0"/>
              <a:t> de </a:t>
            </a:r>
            <a:r>
              <a:rPr dirty="0" err="1"/>
              <a:t>alimente</a:t>
            </a:r>
            <a:r>
              <a:rPr dirty="0"/>
              <a:t> </a:t>
            </a:r>
            <a:r>
              <a:rPr dirty="0" err="1"/>
              <a:t>irosite</a:t>
            </a:r>
            <a:r>
              <a:rPr dirty="0"/>
              <a:t> </a:t>
            </a:r>
            <a:r>
              <a:rPr dirty="0" err="1"/>
              <a:t>și</a:t>
            </a:r>
            <a:r>
              <a:rPr dirty="0"/>
              <a:t> a </a:t>
            </a:r>
            <a:r>
              <a:rPr dirty="0" err="1"/>
              <a:t>valorii</a:t>
            </a:r>
            <a:r>
              <a:rPr dirty="0"/>
              <a:t> </a:t>
            </a:r>
            <a:r>
              <a:rPr dirty="0" err="1"/>
              <a:t>pierderilor</a:t>
            </a:r>
            <a:r>
              <a:rPr dirty="0"/>
              <a:t> </a:t>
            </a:r>
            <a:r>
              <a:rPr dirty="0" err="1"/>
              <a:t>în</a:t>
            </a:r>
            <a:r>
              <a:rPr dirty="0"/>
              <a:t> </a:t>
            </a:r>
            <a:r>
              <a:rPr dirty="0" err="1"/>
              <a:t>trei</a:t>
            </a:r>
            <a:r>
              <a:rPr dirty="0"/>
              <a:t> </a:t>
            </a:r>
            <a:r>
              <a:rPr dirty="0" err="1"/>
              <a:t>restaurante</a:t>
            </a:r>
            <a:r>
              <a:rPr dirty="0"/>
              <a:t> din </a:t>
            </a:r>
            <a:r>
              <a:rPr dirty="0" err="1"/>
              <a:t>Iași</a:t>
            </a:r>
            <a:r>
              <a:rPr dirty="0"/>
              <a:t>, </a:t>
            </a:r>
            <a:r>
              <a:rPr dirty="0" err="1"/>
              <a:t>timp</a:t>
            </a:r>
            <a:r>
              <a:rPr dirty="0"/>
              <a:t> de 30 de </a:t>
            </a:r>
            <a:r>
              <a:rPr dirty="0" err="1"/>
              <a:t>zile</a:t>
            </a:r>
            <a:r>
              <a:rPr dirty="0"/>
              <a:t>. </a:t>
            </a:r>
            <a:r>
              <a:rPr dirty="0" err="1"/>
              <a:t>Comparăm</a:t>
            </a:r>
            <a:r>
              <a:rPr dirty="0"/>
              <a:t> </a:t>
            </a:r>
            <a:r>
              <a:rPr dirty="0" err="1"/>
              <a:t>perioada</a:t>
            </a:r>
            <a:r>
              <a:rPr dirty="0"/>
              <a:t> </a:t>
            </a:r>
            <a:r>
              <a:rPr dirty="0" err="1"/>
              <a:t>inițială</a:t>
            </a:r>
            <a:r>
              <a:rPr dirty="0"/>
              <a:t> cu </a:t>
            </a:r>
            <a:r>
              <a:rPr dirty="0" err="1"/>
              <a:t>rezultatele</a:t>
            </a:r>
            <a:r>
              <a:rPr dirty="0"/>
              <a:t> </a:t>
            </a:r>
            <a:r>
              <a:rPr dirty="0" err="1"/>
              <a:t>după</a:t>
            </a:r>
            <a:r>
              <a:rPr dirty="0"/>
              <a:t> </a:t>
            </a:r>
            <a:r>
              <a:rPr dirty="0" err="1"/>
              <a:t>utilizarea</a:t>
            </a:r>
            <a:r>
              <a:rPr dirty="0"/>
              <a:t> </a:t>
            </a:r>
            <a:r>
              <a:rPr dirty="0" err="1"/>
              <a:t>WiseEat</a:t>
            </a:r>
            <a:r>
              <a:rPr dirty="0"/>
              <a:t>.</a:t>
            </a:r>
          </a:p>
          <a:p>
            <a:r>
              <a:rPr dirty="0" err="1"/>
              <a:t>Cererea</a:t>
            </a:r>
            <a:r>
              <a:rPr dirty="0"/>
              <a:t> </a:t>
            </a:r>
            <a:r>
              <a:rPr dirty="0" err="1"/>
              <a:t>noastră</a:t>
            </a:r>
            <a:r>
              <a:rPr dirty="0"/>
              <a:t> </a:t>
            </a:r>
            <a:r>
              <a:rPr dirty="0" err="1"/>
              <a:t>este</a:t>
            </a:r>
            <a:r>
              <a:rPr dirty="0"/>
              <a:t> </a:t>
            </a:r>
            <a:r>
              <a:rPr dirty="0" err="1"/>
              <a:t>concretă</a:t>
            </a:r>
            <a:r>
              <a:rPr dirty="0"/>
              <a:t>: </a:t>
            </a:r>
            <a:r>
              <a:rPr dirty="0" err="1"/>
              <a:t>trei</a:t>
            </a:r>
            <a:r>
              <a:rPr dirty="0"/>
              <a:t> </a:t>
            </a:r>
            <a:r>
              <a:rPr dirty="0" err="1"/>
              <a:t>restaurante</a:t>
            </a:r>
            <a:r>
              <a:rPr dirty="0"/>
              <a:t> </a:t>
            </a:r>
            <a:r>
              <a:rPr dirty="0" err="1"/>
              <a:t>partenere</a:t>
            </a:r>
            <a:r>
              <a:rPr dirty="0"/>
              <a:t> </a:t>
            </a:r>
            <a:r>
              <a:rPr dirty="0" err="1"/>
              <a:t>pentru</a:t>
            </a:r>
            <a:r>
              <a:rPr dirty="0"/>
              <a:t> </a:t>
            </a:r>
            <a:r>
              <a:rPr dirty="0" err="1"/>
              <a:t>testare</a:t>
            </a:r>
            <a:r>
              <a:rPr dirty="0"/>
              <a:t> </a:t>
            </a:r>
            <a:r>
              <a:rPr dirty="0" err="1"/>
              <a:t>gratuită</a:t>
            </a:r>
            <a:r>
              <a:rPr dirty="0"/>
              <a:t>, </a:t>
            </a:r>
            <a:r>
              <a:rPr dirty="0" err="1"/>
              <a:t>acces</a:t>
            </a:r>
            <a:r>
              <a:rPr dirty="0"/>
              <a:t> la date </a:t>
            </a:r>
            <a:r>
              <a:rPr dirty="0" err="1"/>
              <a:t>anonimizate</a:t>
            </a:r>
            <a:r>
              <a:rPr dirty="0"/>
              <a:t> </a:t>
            </a:r>
            <a:r>
              <a:rPr dirty="0" err="1"/>
              <a:t>și</a:t>
            </a:r>
            <a:r>
              <a:rPr dirty="0"/>
              <a:t> </a:t>
            </a:r>
            <a:r>
              <a:rPr dirty="0" err="1"/>
              <a:t>mentorat</a:t>
            </a:r>
            <a:r>
              <a:rPr dirty="0"/>
              <a:t> </a:t>
            </a:r>
            <a:r>
              <a:rPr dirty="0" err="1"/>
              <a:t>în</a:t>
            </a:r>
            <a:r>
              <a:rPr dirty="0"/>
              <a:t> </a:t>
            </a:r>
            <a:r>
              <a:rPr dirty="0" err="1"/>
              <a:t>industria</a:t>
            </a:r>
            <a:r>
              <a:rPr dirty="0"/>
              <a:t> </a:t>
            </a:r>
            <a:r>
              <a:rPr dirty="0" err="1"/>
              <a:t>alimentară</a:t>
            </a:r>
            <a:r>
              <a:rPr dirty="0"/>
              <a:t> </a:t>
            </a:r>
            <a:r>
              <a:rPr dirty="0" err="1"/>
              <a:t>și</a:t>
            </a:r>
            <a:r>
              <a:rPr dirty="0"/>
              <a:t> marketing.</a:t>
            </a:r>
          </a:p>
          <a:p>
            <a:r>
              <a:rPr dirty="0" err="1"/>
              <a:t>Propoziția</a:t>
            </a:r>
            <a:r>
              <a:rPr dirty="0"/>
              <a:t> de final: </a:t>
            </a:r>
            <a:r>
              <a:rPr dirty="0" err="1"/>
              <a:t>Fiecare</a:t>
            </a:r>
            <a:r>
              <a:rPr dirty="0"/>
              <a:t> kilogram de </a:t>
            </a:r>
            <a:r>
              <a:rPr dirty="0" err="1"/>
              <a:t>mâncare</a:t>
            </a:r>
            <a:r>
              <a:rPr dirty="0"/>
              <a:t> </a:t>
            </a:r>
            <a:r>
              <a:rPr dirty="0" err="1"/>
              <a:t>salvat</a:t>
            </a:r>
            <a:r>
              <a:rPr dirty="0"/>
              <a:t> </a:t>
            </a:r>
            <a:r>
              <a:rPr dirty="0" err="1"/>
              <a:t>înseamnă</a:t>
            </a:r>
            <a:r>
              <a:rPr dirty="0"/>
              <a:t> bani </a:t>
            </a:r>
            <a:r>
              <a:rPr dirty="0" err="1"/>
              <a:t>recuperați</a:t>
            </a:r>
            <a:r>
              <a:rPr dirty="0"/>
              <a:t>. Cu </a:t>
            </a:r>
            <a:r>
              <a:rPr dirty="0" err="1"/>
              <a:t>WiseEat</a:t>
            </a:r>
            <a:r>
              <a:rPr dirty="0"/>
              <a:t>, </a:t>
            </a:r>
            <a:r>
              <a:rPr dirty="0" err="1"/>
              <a:t>transformăm</a:t>
            </a:r>
            <a:r>
              <a:rPr dirty="0"/>
              <a:t> </a:t>
            </a:r>
            <a:r>
              <a:rPr dirty="0" err="1"/>
              <a:t>risipa</a:t>
            </a:r>
            <a:r>
              <a:rPr dirty="0"/>
              <a:t> </a:t>
            </a:r>
            <a:r>
              <a:rPr dirty="0" err="1"/>
              <a:t>alimentară</a:t>
            </a:r>
            <a:r>
              <a:rPr dirty="0"/>
              <a:t> </a:t>
            </a:r>
            <a:r>
              <a:rPr dirty="0" err="1"/>
              <a:t>dintr</a:t>
            </a:r>
            <a:r>
              <a:rPr dirty="0"/>
              <a:t>-o </a:t>
            </a:r>
            <a:r>
              <a:rPr dirty="0" err="1"/>
              <a:t>pierdere</a:t>
            </a:r>
            <a:r>
              <a:rPr dirty="0"/>
              <a:t> </a:t>
            </a:r>
            <a:r>
              <a:rPr dirty="0" err="1"/>
              <a:t>inevitabilă</a:t>
            </a:r>
            <a:r>
              <a:rPr dirty="0"/>
              <a:t> </a:t>
            </a:r>
            <a:r>
              <a:rPr dirty="0" err="1"/>
              <a:t>într</a:t>
            </a:r>
            <a:r>
              <a:rPr dirty="0"/>
              <a:t>-o </a:t>
            </a:r>
            <a:r>
              <a:rPr dirty="0" err="1"/>
              <a:t>problemă</a:t>
            </a:r>
            <a:r>
              <a:rPr dirty="0"/>
              <a:t> pe care o </a:t>
            </a:r>
            <a:r>
              <a:rPr dirty="0" err="1"/>
              <a:t>putem</a:t>
            </a:r>
            <a:r>
              <a:rPr dirty="0"/>
              <a:t> </a:t>
            </a:r>
            <a:r>
              <a:rPr dirty="0" err="1"/>
              <a:t>măsura</a:t>
            </a:r>
            <a:r>
              <a:rPr dirty="0"/>
              <a:t> </a:t>
            </a:r>
            <a:r>
              <a:rPr dirty="0" err="1"/>
              <a:t>și</a:t>
            </a:r>
            <a:r>
              <a:rPr dirty="0"/>
              <a:t> reduce.</a:t>
            </a:r>
          </a:p>
        </p:txBody>
      </p:sp>
      <p:sp>
        <p:nvSpPr>
          <p:cNvPr id="4" name="Slide Number Placeholder 3">
            <a:extLst>
              <a:ext uri="{FF2B5EF4-FFF2-40B4-BE49-F238E27FC236}">
                <a16:creationId xmlns:a16="http://schemas.microsoft.com/office/drawing/2014/main" id="{D0C0020B-3AAF-C465-ADAC-EFC583796260}"/>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3188761775"/>
      </p:ext>
    </p:extLst>
  </p:cSld>
  <p:clrMapOvr>
    <a:masterClrMapping/>
  </p:clrMapOvr>
</p:notes>
</file>

<file path=ppt/slideLayouts/_rels/slideLayout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8.png"/><Relationship Id="rId7" Type="http://schemas.openxmlformats.org/officeDocument/2006/relationships/image" Target="../media/image11.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10.png"/><Relationship Id="rId5" Type="http://schemas.openxmlformats.org/officeDocument/2006/relationships/image" Target="../media/image4.png"/><Relationship Id="rId4" Type="http://schemas.openxmlformats.org/officeDocument/2006/relationships/image" Target="../media/image9.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9.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7.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7.pn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8.png"/></Relationships>
</file>

<file path=ppt/slideLayouts/_rels/slideLayout7.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Layouts/_rels/slideLayout8.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13.png"/></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9.png"/></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11.png"/></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13.png"/></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3.png"/><Relationship Id="rId4" Type="http://schemas.openxmlformats.org/officeDocument/2006/relationships/image" Target="../media/image7.png"/></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png"/><Relationship Id="rId4" Type="http://schemas.openxmlformats.org/officeDocument/2006/relationships/image" Target="../media/image3.png"/></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9.png"/><Relationship Id="rId5" Type="http://schemas.openxmlformats.org/officeDocument/2006/relationships/image" Target="../media/image12.png"/><Relationship Id="rId4" Type="http://schemas.openxmlformats.org/officeDocument/2006/relationships/image" Target="../media/image8.png"/></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6.png"/><Relationship Id="rId4" Type="http://schemas.openxmlformats.org/officeDocument/2006/relationships/image" Target="../media/image13.png"/></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7.png"/><Relationship Id="rId4" Type="http://schemas.openxmlformats.org/officeDocument/2006/relationships/image" Target="../media/image5.png"/></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
        <p:cNvGrpSpPr/>
        <p:nvPr/>
      </p:nvGrpSpPr>
      <p:grpSpPr>
        <a:xfrm>
          <a:off x="0" y="0"/>
          <a:ext cx="0" cy="0"/>
          <a:chOff x="0" y="0"/>
          <a:chExt cx="0" cy="0"/>
        </a:xfrm>
      </p:grpSpPr>
      <p:pic>
        <p:nvPicPr>
          <p:cNvPr id="9" name="Google Shape;9;p2">
            <a:extLst>
              <a:ext uri="{FF2B5EF4-FFF2-40B4-BE49-F238E27FC236}">
                <a16:creationId xmlns:a16="http://schemas.microsoft.com/office/drawing/2014/main" id="{05CD4D5E-CB2C-448E-BEE3-629523E63B00}"/>
              </a:ext>
            </a:extLst>
          </p:cNvPr>
          <p:cNvPicPr>
            <a:picLocks noChangeAspect="1"/>
          </p:cNvPicPr>
          <p:nvPr/>
        </p:nvPicPr>
        <p:blipFill rotWithShape="1">
          <a:blip r:embed="rId2" cstate="screen">
            <a:alphaModFix/>
            <a:extLst>
              <a:ext uri="{28A0092B-C50C-407E-A947-70E740481C1C}">
                <a14:useLocalDpi xmlns:a14="http://schemas.microsoft.com/office/drawing/2010/main"/>
              </a:ext>
            </a:extLst>
          </a:blip>
          <a:srcRect/>
          <a:stretch/>
        </p:blipFill>
        <p:spPr>
          <a:xfrm>
            <a:off x="0" y="0"/>
            <a:ext cx="9144000" cy="5143500"/>
          </a:xfrm>
          <a:prstGeom prst="rect">
            <a:avLst/>
          </a:prstGeom>
          <a:ln>
            <a:noFill/>
          </a:ln>
        </p:spPr>
      </p:pic>
      <p:sp>
        <p:nvSpPr>
          <p:cNvPr id="10" name="Google Shape;10;p2">
            <a:extLst>
              <a:ext uri="{FF2B5EF4-FFF2-40B4-BE49-F238E27FC236}">
                <a16:creationId xmlns:a16="http://schemas.microsoft.com/office/drawing/2014/main" id="{167457F0-381E-4E76-A739-FF179FC9B130}"/>
              </a:ext>
            </a:extLst>
          </p:cNvPr>
          <p:cNvSpPr>
            <a:spLocks noGrp="1"/>
          </p:cNvSpPr>
          <p:nvPr>
            <p:ph type="ctrTitle"/>
          </p:nvPr>
        </p:nvSpPr>
        <p:spPr>
          <a:xfrm>
            <a:off x="715100" y="1179050"/>
            <a:ext cx="4237800" cy="2082000"/>
          </a:xfrm>
          <a:prstGeom prst="rect">
            <a:avLst/>
          </a:prstGeom>
        </p:spPr>
        <p:txBody>
          <a:bodyPr spcFirstLastPara="1" wrap="square" lIns="91425" tIns="91425" rIns="91425" bIns="91425" anchor="b">
            <a:noAutofit/>
          </a:bodyPr>
          <a:lstStyle>
            <a:lvl1pPr algn="l">
              <a:lnSpc>
                <a:spcPct val="100000"/>
              </a:lnSpc>
              <a:spcBef>
                <a:spcPts val="0"/>
              </a:spcBef>
              <a:spcAft>
                <a:spcPts val="0"/>
              </a:spcAft>
              <a:buClr>
                <a:srgbClr val="191919"/>
              </a:buClr>
              <a:buSzPts val="5200"/>
              <a:buNone/>
              <a:defRPr sz="4000"/>
            </a:lvl1pPr>
            <a:lvl2pPr algn="ctr">
              <a:lnSpc>
                <a:spcPct val="100000"/>
              </a:lnSpc>
              <a:spcBef>
                <a:spcPts val="0"/>
              </a:spcBef>
              <a:spcAft>
                <a:spcPts val="0"/>
              </a:spcAft>
              <a:buClr>
                <a:srgbClr val="191919"/>
              </a:buClr>
              <a:buSzPts val="5200"/>
              <a:buNone/>
              <a:defRPr sz="5200">
                <a:solidFill>
                  <a:srgbClr val="191919"/>
                </a:solidFill>
              </a:defRPr>
            </a:lvl2pPr>
            <a:lvl3pPr algn="ctr">
              <a:lnSpc>
                <a:spcPct val="100000"/>
              </a:lnSpc>
              <a:spcBef>
                <a:spcPts val="0"/>
              </a:spcBef>
              <a:spcAft>
                <a:spcPts val="0"/>
              </a:spcAft>
              <a:buClr>
                <a:srgbClr val="191919"/>
              </a:buClr>
              <a:buSzPts val="5200"/>
              <a:buNone/>
              <a:defRPr sz="5200">
                <a:solidFill>
                  <a:srgbClr val="191919"/>
                </a:solidFill>
              </a:defRPr>
            </a:lvl3pPr>
            <a:lvl4pPr algn="ctr">
              <a:lnSpc>
                <a:spcPct val="100000"/>
              </a:lnSpc>
              <a:spcBef>
                <a:spcPts val="0"/>
              </a:spcBef>
              <a:spcAft>
                <a:spcPts val="0"/>
              </a:spcAft>
              <a:buClr>
                <a:srgbClr val="191919"/>
              </a:buClr>
              <a:buSzPts val="5200"/>
              <a:buNone/>
              <a:defRPr sz="5200">
                <a:solidFill>
                  <a:srgbClr val="191919"/>
                </a:solidFill>
              </a:defRPr>
            </a:lvl4pPr>
            <a:lvl5pPr algn="ctr">
              <a:lnSpc>
                <a:spcPct val="100000"/>
              </a:lnSpc>
              <a:spcBef>
                <a:spcPts val="0"/>
              </a:spcBef>
              <a:spcAft>
                <a:spcPts val="0"/>
              </a:spcAft>
              <a:buClr>
                <a:srgbClr val="191919"/>
              </a:buClr>
              <a:buSzPts val="5200"/>
              <a:buNone/>
              <a:defRPr sz="5200">
                <a:solidFill>
                  <a:srgbClr val="191919"/>
                </a:solidFill>
              </a:defRPr>
            </a:lvl5pPr>
            <a:lvl6pPr algn="ctr">
              <a:lnSpc>
                <a:spcPct val="100000"/>
              </a:lnSpc>
              <a:spcBef>
                <a:spcPts val="0"/>
              </a:spcBef>
              <a:spcAft>
                <a:spcPts val="0"/>
              </a:spcAft>
              <a:buClr>
                <a:srgbClr val="191919"/>
              </a:buClr>
              <a:buSzPts val="5200"/>
              <a:buNone/>
              <a:defRPr sz="5200">
                <a:solidFill>
                  <a:srgbClr val="191919"/>
                </a:solidFill>
              </a:defRPr>
            </a:lvl6pPr>
            <a:lvl7pPr algn="ctr">
              <a:lnSpc>
                <a:spcPct val="100000"/>
              </a:lnSpc>
              <a:spcBef>
                <a:spcPts val="0"/>
              </a:spcBef>
              <a:spcAft>
                <a:spcPts val="0"/>
              </a:spcAft>
              <a:buClr>
                <a:srgbClr val="191919"/>
              </a:buClr>
              <a:buSzPts val="5200"/>
              <a:buNone/>
              <a:defRPr sz="5200">
                <a:solidFill>
                  <a:srgbClr val="191919"/>
                </a:solidFill>
              </a:defRPr>
            </a:lvl7pPr>
            <a:lvl8pPr algn="ctr">
              <a:lnSpc>
                <a:spcPct val="100000"/>
              </a:lnSpc>
              <a:spcBef>
                <a:spcPts val="0"/>
              </a:spcBef>
              <a:spcAft>
                <a:spcPts val="0"/>
              </a:spcAft>
              <a:buClr>
                <a:srgbClr val="191919"/>
              </a:buClr>
              <a:buSzPts val="5200"/>
              <a:buNone/>
              <a:defRPr sz="5200">
                <a:solidFill>
                  <a:srgbClr val="191919"/>
                </a:solidFill>
              </a:defRPr>
            </a:lvl8pPr>
            <a:lvl9pPr algn="ctr">
              <a:lnSpc>
                <a:spcPct val="100000"/>
              </a:lnSpc>
              <a:spcBef>
                <a:spcPts val="0"/>
              </a:spcBef>
              <a:spcAft>
                <a:spcPts val="0"/>
              </a:spcAft>
              <a:buClr>
                <a:srgbClr val="191919"/>
              </a:buClr>
              <a:buSzPts val="5200"/>
              <a:buNone/>
              <a:defRPr sz="5200">
                <a:solidFill>
                  <a:srgbClr val="191919"/>
                </a:solidFill>
              </a:defRPr>
            </a:lvl9pPr>
          </a:lstStyle>
          <a:p>
            <a:endParaRPr/>
          </a:p>
        </p:txBody>
      </p:sp>
      <p:sp>
        <p:nvSpPr>
          <p:cNvPr id="11" name="Google Shape;11;p2">
            <a:extLst>
              <a:ext uri="{FF2B5EF4-FFF2-40B4-BE49-F238E27FC236}">
                <a16:creationId xmlns:a16="http://schemas.microsoft.com/office/drawing/2014/main" id="{6A521688-C8F3-4F42-A0FD-6D631EBBDB7F}"/>
              </a:ext>
            </a:extLst>
          </p:cNvPr>
          <p:cNvSpPr>
            <a:spLocks noGrp="1"/>
          </p:cNvSpPr>
          <p:nvPr>
            <p:ph type="subTitle" idx="1"/>
          </p:nvPr>
        </p:nvSpPr>
        <p:spPr>
          <a:xfrm>
            <a:off x="715100" y="3554950"/>
            <a:ext cx="4237800" cy="409500"/>
          </a:xfrm>
          <a:prstGeom prst="rect">
            <a:avLst/>
          </a:prstGeom>
        </p:spPr>
        <p:txBody>
          <a:bodyPr spcFirstLastPara="1" wrap="square" lIns="91425" tIns="91425" rIns="91425" bIns="91425" anchor="t">
            <a:noAutofit/>
          </a:bodyPr>
          <a:lstStyle>
            <a:lvl1pPr>
              <a:lnSpc>
                <a:spcPct val="100000"/>
              </a:lnSpc>
              <a:spcBef>
                <a:spcPts val="0"/>
              </a:spcBef>
              <a:spcAft>
                <a:spcPts val="0"/>
              </a:spcAft>
              <a:buSzPts val="1200"/>
              <a:buNone/>
              <a:defRPr sz="1400"/>
            </a:lvl1pPr>
            <a:lvl2pPr algn="ctr">
              <a:lnSpc>
                <a:spcPct val="100000"/>
              </a:lnSpc>
              <a:spcBef>
                <a:spcPts val="0"/>
              </a:spcBef>
              <a:spcAft>
                <a:spcPts val="0"/>
              </a:spcAft>
              <a:buSzPts val="1800"/>
              <a:buNone/>
              <a:defRPr sz="1800"/>
            </a:lvl2pPr>
            <a:lvl3pPr algn="ctr">
              <a:lnSpc>
                <a:spcPct val="100000"/>
              </a:lnSpc>
              <a:spcBef>
                <a:spcPts val="0"/>
              </a:spcBef>
              <a:spcAft>
                <a:spcPts val="0"/>
              </a:spcAft>
              <a:buSzPts val="1800"/>
              <a:buNone/>
              <a:defRPr sz="1800"/>
            </a:lvl3pPr>
            <a:lvl4pPr algn="ctr">
              <a:lnSpc>
                <a:spcPct val="100000"/>
              </a:lnSpc>
              <a:spcBef>
                <a:spcPts val="0"/>
              </a:spcBef>
              <a:spcAft>
                <a:spcPts val="0"/>
              </a:spcAft>
              <a:buSzPts val="1800"/>
              <a:buNone/>
              <a:defRPr sz="1800"/>
            </a:lvl4pPr>
            <a:lvl5pPr algn="ctr">
              <a:lnSpc>
                <a:spcPct val="100000"/>
              </a:lnSpc>
              <a:spcBef>
                <a:spcPts val="0"/>
              </a:spcBef>
              <a:spcAft>
                <a:spcPts val="0"/>
              </a:spcAft>
              <a:buSzPts val="1800"/>
              <a:buNone/>
              <a:defRPr sz="1800"/>
            </a:lvl5pPr>
            <a:lvl6pPr algn="ctr">
              <a:lnSpc>
                <a:spcPct val="100000"/>
              </a:lnSpc>
              <a:spcBef>
                <a:spcPts val="0"/>
              </a:spcBef>
              <a:spcAft>
                <a:spcPts val="0"/>
              </a:spcAft>
              <a:buSzPts val="1800"/>
              <a:buNone/>
              <a:defRPr sz="1800"/>
            </a:lvl6pPr>
            <a:lvl7pPr algn="ctr">
              <a:lnSpc>
                <a:spcPct val="100000"/>
              </a:lnSpc>
              <a:spcBef>
                <a:spcPts val="0"/>
              </a:spcBef>
              <a:spcAft>
                <a:spcPts val="0"/>
              </a:spcAft>
              <a:buSzPts val="1800"/>
              <a:buNone/>
              <a:defRPr sz="1800"/>
            </a:lvl7pPr>
            <a:lvl8pPr algn="ctr">
              <a:lnSpc>
                <a:spcPct val="100000"/>
              </a:lnSpc>
              <a:spcBef>
                <a:spcPts val="0"/>
              </a:spcBef>
              <a:spcAft>
                <a:spcPts val="0"/>
              </a:spcAft>
              <a:buSzPts val="1800"/>
              <a:buNone/>
              <a:defRPr sz="1800"/>
            </a:lvl8pPr>
            <a:lvl9pPr algn="ctr">
              <a:lnSpc>
                <a:spcPct val="100000"/>
              </a:lnSpc>
              <a:spcBef>
                <a:spcPts val="0"/>
              </a:spcBef>
              <a:spcAft>
                <a:spcPts val="0"/>
              </a:spcAft>
              <a:buSzPts val="1800"/>
              <a:buNone/>
              <a:defRPr sz="1800"/>
            </a:lvl9pPr>
          </a:lstStyle>
          <a:p>
            <a:endParaRPr/>
          </a:p>
        </p:txBody>
      </p:sp>
      <p:sp>
        <p:nvSpPr>
          <p:cNvPr id="12" name="Google Shape;12;p2">
            <a:extLst>
              <a:ext uri="{FF2B5EF4-FFF2-40B4-BE49-F238E27FC236}">
                <a16:creationId xmlns:a16="http://schemas.microsoft.com/office/drawing/2014/main" id="{2153EF9A-10AB-4417-A79D-18CB7C931365}"/>
              </a:ext>
            </a:extLst>
          </p:cNvPr>
          <p:cNvSpPr>
            <a:spLocks noGrp="1"/>
          </p:cNvSpPr>
          <p:nvPr>
            <p:ph type="pic" idx="2"/>
          </p:nvPr>
        </p:nvSpPr>
        <p:spPr>
          <a:xfrm>
            <a:off x="5546700" y="-9525"/>
            <a:ext cx="3597300" cy="5162400"/>
          </a:xfrm>
          <a:prstGeom prst="rect">
            <a:avLst/>
          </a:prstGeom>
          <a:noFill/>
          <a:ln>
            <a:noFill/>
          </a:ln>
        </p:spPr>
      </p:sp>
      <p:pic>
        <p:nvPicPr>
          <p:cNvPr id="14" name="Google Shape;14;p2">
            <a:extLst>
              <a:ext uri="{FF2B5EF4-FFF2-40B4-BE49-F238E27FC236}">
                <a16:creationId xmlns:a16="http://schemas.microsoft.com/office/drawing/2014/main" id="{61CEB11F-EBE9-4861-8660-01CCCFBB67E1}"/>
              </a:ext>
            </a:extLst>
          </p:cNvPr>
          <p:cNvPicPr>
            <a:picLocks noChangeAspect="1"/>
          </p:cNvPicPr>
          <p:nvPr/>
        </p:nvPicPr>
        <p:blipFill>
          <a:blip r:embed="rId3" cstate="screen">
            <a:alphaModFix/>
            <a:extLst>
              <a:ext uri="{28A0092B-C50C-407E-A947-70E740481C1C}">
                <a14:useLocalDpi xmlns:a14="http://schemas.microsoft.com/office/drawing/2010/main"/>
              </a:ext>
            </a:extLst>
          </a:blip>
          <a:stretch>
            <a:fillRect/>
          </a:stretch>
        </p:blipFill>
        <p:spPr>
          <a:xfrm rot="2043951">
            <a:off x="-295275" y="4153866"/>
            <a:ext cx="1554450" cy="757250"/>
          </a:xfrm>
          <a:prstGeom prst="rect">
            <a:avLst/>
          </a:prstGeom>
          <a:ln>
            <a:noFill/>
          </a:ln>
        </p:spPr>
      </p:pic>
      <p:pic>
        <p:nvPicPr>
          <p:cNvPr id="15" name="Google Shape;15;p2">
            <a:extLst>
              <a:ext uri="{FF2B5EF4-FFF2-40B4-BE49-F238E27FC236}">
                <a16:creationId xmlns:a16="http://schemas.microsoft.com/office/drawing/2014/main" id="{A0176B08-24E7-4C12-ABFE-8229685B9DDB}"/>
              </a:ext>
            </a:extLst>
          </p:cNvPr>
          <p:cNvPicPr>
            <a:picLocks noChangeAspect="1"/>
          </p:cNvPicPr>
          <p:nvPr/>
        </p:nvPicPr>
        <p:blipFill>
          <a:blip r:embed="rId4" cstate="screen">
            <a:alphaModFix/>
            <a:extLst>
              <a:ext uri="{28A0092B-C50C-407E-A947-70E740481C1C}">
                <a14:useLocalDpi xmlns:a14="http://schemas.microsoft.com/office/drawing/2010/main"/>
              </a:ext>
            </a:extLst>
          </a:blip>
          <a:stretch>
            <a:fillRect/>
          </a:stretch>
        </p:blipFill>
        <p:spPr>
          <a:xfrm rot="994335">
            <a:off x="-208432" y="1629778"/>
            <a:ext cx="569668" cy="1435595"/>
          </a:xfrm>
          <a:prstGeom prst="rect">
            <a:avLst/>
          </a:prstGeom>
          <a:ln>
            <a:noFill/>
          </a:ln>
        </p:spPr>
      </p:pic>
      <p:pic>
        <p:nvPicPr>
          <p:cNvPr id="16" name="Google Shape;16;p2">
            <a:extLst>
              <a:ext uri="{FF2B5EF4-FFF2-40B4-BE49-F238E27FC236}">
                <a16:creationId xmlns:a16="http://schemas.microsoft.com/office/drawing/2014/main" id="{023A7EC5-DE6F-489D-8D7E-B4A03FD1E588}"/>
              </a:ext>
            </a:extLst>
          </p:cNvPr>
          <p:cNvPicPr>
            <a:picLocks noChangeAspect="1"/>
          </p:cNvPicPr>
          <p:nvPr/>
        </p:nvPicPr>
        <p:blipFill>
          <a:blip r:embed="rId5" cstate="screen">
            <a:alphaModFix/>
            <a:extLst>
              <a:ext uri="{28A0092B-C50C-407E-A947-70E740481C1C}">
                <a14:useLocalDpi xmlns:a14="http://schemas.microsoft.com/office/drawing/2010/main"/>
              </a:ext>
            </a:extLst>
          </a:blip>
          <a:stretch>
            <a:fillRect/>
          </a:stretch>
        </p:blipFill>
        <p:spPr>
          <a:xfrm rot="-1320648">
            <a:off x="146728" y="183700"/>
            <a:ext cx="534968" cy="653726"/>
          </a:xfrm>
          <a:prstGeom prst="rect">
            <a:avLst/>
          </a:prstGeom>
          <a:ln>
            <a:noFill/>
          </a:ln>
        </p:spPr>
      </p:pic>
      <p:pic>
        <p:nvPicPr>
          <p:cNvPr id="17" name="Google Shape;17;p2">
            <a:extLst>
              <a:ext uri="{FF2B5EF4-FFF2-40B4-BE49-F238E27FC236}">
                <a16:creationId xmlns:a16="http://schemas.microsoft.com/office/drawing/2014/main" id="{962649B2-ABE4-4C48-A613-3ABDC46A1F93}"/>
              </a:ext>
            </a:extLst>
          </p:cNvPr>
          <p:cNvPicPr>
            <a:picLocks noChangeAspect="1"/>
          </p:cNvPicPr>
          <p:nvPr/>
        </p:nvPicPr>
        <p:blipFill>
          <a:blip r:embed="rId6" cstate="screen">
            <a:alphaModFix/>
            <a:extLst>
              <a:ext uri="{28A0092B-C50C-407E-A947-70E740481C1C}">
                <a14:useLocalDpi xmlns:a14="http://schemas.microsoft.com/office/drawing/2010/main"/>
              </a:ext>
            </a:extLst>
          </a:blip>
          <a:stretch>
            <a:fillRect/>
          </a:stretch>
        </p:blipFill>
        <p:spPr>
          <a:xfrm rot="-599363">
            <a:off x="2624642" y="4617772"/>
            <a:ext cx="1635290" cy="743707"/>
          </a:xfrm>
          <a:prstGeom prst="rect">
            <a:avLst/>
          </a:prstGeom>
          <a:ln>
            <a:noFill/>
          </a:ln>
        </p:spPr>
      </p:pic>
      <p:pic>
        <p:nvPicPr>
          <p:cNvPr id="18" name="Google Shape;18;p2">
            <a:extLst>
              <a:ext uri="{FF2B5EF4-FFF2-40B4-BE49-F238E27FC236}">
                <a16:creationId xmlns:a16="http://schemas.microsoft.com/office/drawing/2014/main" id="{63A0588E-64C4-40E2-8237-EF1C4B185D7C}"/>
              </a:ext>
            </a:extLst>
          </p:cNvPr>
          <p:cNvPicPr>
            <a:picLocks noChangeAspect="1"/>
          </p:cNvPicPr>
          <p:nvPr/>
        </p:nvPicPr>
        <p:blipFill>
          <a:blip r:embed="rId7" cstate="screen">
            <a:alphaModFix/>
            <a:extLst>
              <a:ext uri="{28A0092B-C50C-407E-A947-70E740481C1C}">
                <a14:useLocalDpi xmlns:a14="http://schemas.microsoft.com/office/drawing/2010/main"/>
              </a:ext>
            </a:extLst>
          </a:blip>
          <a:stretch>
            <a:fillRect/>
          </a:stretch>
        </p:blipFill>
        <p:spPr>
          <a:xfrm rot="-7037278">
            <a:off x="3939125" y="-792651"/>
            <a:ext cx="1042352" cy="1704974"/>
          </a:xfrm>
          <a:prstGeom prst="rect">
            <a:avLst/>
          </a:prstGeom>
          <a:ln>
            <a:noFill/>
          </a:ln>
        </p:spPr>
      </p:pic>
      <p:pic>
        <p:nvPicPr>
          <p:cNvPr id="19" name="Google Shape;19;p2">
            <a:extLst>
              <a:ext uri="{FF2B5EF4-FFF2-40B4-BE49-F238E27FC236}">
                <a16:creationId xmlns:a16="http://schemas.microsoft.com/office/drawing/2014/main" id="{990801A8-AFD9-4478-B0BD-985470608F49}"/>
              </a:ext>
            </a:extLst>
          </p:cNvPr>
          <p:cNvPicPr>
            <a:picLocks noChangeAspect="1"/>
          </p:cNvPicPr>
          <p:nvPr/>
        </p:nvPicPr>
        <p:blipFill>
          <a:blip r:embed="rId8" cstate="screen">
            <a:alphaModFix/>
            <a:extLst>
              <a:ext uri="{28A0092B-C50C-407E-A947-70E740481C1C}">
                <a14:useLocalDpi xmlns:a14="http://schemas.microsoft.com/office/drawing/2010/main"/>
              </a:ext>
            </a:extLst>
          </a:blip>
          <a:stretch>
            <a:fillRect/>
          </a:stretch>
        </p:blipFill>
        <p:spPr>
          <a:xfrm>
            <a:off x="1238250" y="-888975"/>
            <a:ext cx="1666875" cy="1423976"/>
          </a:xfrm>
          <a:prstGeom prst="rect">
            <a:avLst/>
          </a:prstGeom>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
        <p:cNvGrpSpPr/>
        <p:nvPr/>
      </p:nvGrpSpPr>
      <p:grpSpPr>
        <a:xfrm>
          <a:off x="0" y="0"/>
          <a:ext cx="0" cy="0"/>
          <a:chOff x="0" y="0"/>
          <a:chExt cx="0" cy="0"/>
        </a:xfrm>
      </p:grpSpPr>
      <p:pic>
        <p:nvPicPr>
          <p:cNvPr id="21" name="Google Shape;21;p3">
            <a:extLst>
              <a:ext uri="{FF2B5EF4-FFF2-40B4-BE49-F238E27FC236}">
                <a16:creationId xmlns:a16="http://schemas.microsoft.com/office/drawing/2014/main" id="{E8056978-F40D-4782-9733-39EC3309AECA}"/>
              </a:ext>
            </a:extLst>
          </p:cNvPr>
          <p:cNvPicPr>
            <a:picLocks noChangeAspect="1"/>
          </p:cNvPicPr>
          <p:nvPr/>
        </p:nvPicPr>
        <p:blipFill rotWithShape="1">
          <a:blip r:embed="rId2" cstate="screen">
            <a:alphaModFix/>
            <a:extLst>
              <a:ext uri="{28A0092B-C50C-407E-A947-70E740481C1C}">
                <a14:useLocalDpi xmlns:a14="http://schemas.microsoft.com/office/drawing/2010/main"/>
              </a:ext>
            </a:extLst>
          </a:blip>
          <a:srcRect/>
          <a:stretch/>
        </p:blipFill>
        <p:spPr>
          <a:xfrm>
            <a:off x="0" y="0"/>
            <a:ext cx="9144000" cy="5143500"/>
          </a:xfrm>
          <a:prstGeom prst="rect">
            <a:avLst/>
          </a:prstGeom>
          <a:ln>
            <a:noFill/>
          </a:ln>
        </p:spPr>
      </p:pic>
      <p:sp>
        <p:nvSpPr>
          <p:cNvPr id="22" name="Google Shape;22;p3">
            <a:extLst>
              <a:ext uri="{FF2B5EF4-FFF2-40B4-BE49-F238E27FC236}">
                <a16:creationId xmlns:a16="http://schemas.microsoft.com/office/drawing/2014/main" id="{B3F64C32-A47B-4CC7-A0E8-050EA915C327}"/>
              </a:ext>
            </a:extLst>
          </p:cNvPr>
          <p:cNvSpPr>
            <a:spLocks noGrp="1"/>
          </p:cNvSpPr>
          <p:nvPr>
            <p:ph type="title"/>
          </p:nvPr>
        </p:nvSpPr>
        <p:spPr>
          <a:xfrm>
            <a:off x="715100" y="2995237"/>
            <a:ext cx="4438800" cy="702900"/>
          </a:xfrm>
          <a:prstGeom prst="rect">
            <a:avLst/>
          </a:prstGeom>
        </p:spPr>
        <p:txBody>
          <a:bodyPr spcFirstLastPara="1" wrap="square" lIns="91425" tIns="91425" rIns="91425" bIns="91425" anchor="t">
            <a:noAutofit/>
          </a:bodyPr>
          <a:lstStyle>
            <a:lvl1pPr algn="ctr">
              <a:spcBef>
                <a:spcPts val="0"/>
              </a:spcBef>
              <a:spcAft>
                <a:spcPts val="0"/>
              </a:spcAft>
              <a:buSzPts val="5000"/>
              <a:buNone/>
              <a:defRPr sz="3500"/>
            </a:lvl1pPr>
            <a:lvl2pPr algn="ctr">
              <a:spcBef>
                <a:spcPts val="0"/>
              </a:spcBef>
              <a:spcAft>
                <a:spcPts val="0"/>
              </a:spcAft>
              <a:buSzPts val="5000"/>
              <a:buNone/>
              <a:defRPr sz="5000"/>
            </a:lvl2pPr>
            <a:lvl3pPr algn="ctr">
              <a:spcBef>
                <a:spcPts val="0"/>
              </a:spcBef>
              <a:spcAft>
                <a:spcPts val="0"/>
              </a:spcAft>
              <a:buSzPts val="5000"/>
              <a:buNone/>
              <a:defRPr sz="5000"/>
            </a:lvl3pPr>
            <a:lvl4pPr algn="ctr">
              <a:spcBef>
                <a:spcPts val="0"/>
              </a:spcBef>
              <a:spcAft>
                <a:spcPts val="0"/>
              </a:spcAft>
              <a:buSzPts val="5000"/>
              <a:buNone/>
              <a:defRPr sz="5000"/>
            </a:lvl4pPr>
            <a:lvl5pPr algn="ctr">
              <a:spcBef>
                <a:spcPts val="0"/>
              </a:spcBef>
              <a:spcAft>
                <a:spcPts val="0"/>
              </a:spcAft>
              <a:buSzPts val="5000"/>
              <a:buNone/>
              <a:defRPr sz="5000"/>
            </a:lvl5pPr>
            <a:lvl6pPr algn="ctr">
              <a:spcBef>
                <a:spcPts val="0"/>
              </a:spcBef>
              <a:spcAft>
                <a:spcPts val="0"/>
              </a:spcAft>
              <a:buSzPts val="5000"/>
              <a:buNone/>
              <a:defRPr sz="5000"/>
            </a:lvl6pPr>
            <a:lvl7pPr algn="ctr">
              <a:spcBef>
                <a:spcPts val="0"/>
              </a:spcBef>
              <a:spcAft>
                <a:spcPts val="0"/>
              </a:spcAft>
              <a:buSzPts val="5000"/>
              <a:buNone/>
              <a:defRPr sz="5000"/>
            </a:lvl7pPr>
            <a:lvl8pPr algn="ctr">
              <a:spcBef>
                <a:spcPts val="0"/>
              </a:spcBef>
              <a:spcAft>
                <a:spcPts val="0"/>
              </a:spcAft>
              <a:buSzPts val="5000"/>
              <a:buNone/>
              <a:defRPr sz="5000"/>
            </a:lvl8pPr>
            <a:lvl9pPr algn="ctr">
              <a:spcBef>
                <a:spcPts val="0"/>
              </a:spcBef>
              <a:spcAft>
                <a:spcPts val="0"/>
              </a:spcAft>
              <a:buSzPts val="5000"/>
              <a:buNone/>
              <a:defRPr sz="5000"/>
            </a:lvl9pPr>
          </a:lstStyle>
          <a:p>
            <a:endParaRPr/>
          </a:p>
        </p:txBody>
      </p:sp>
      <p:sp>
        <p:nvSpPr>
          <p:cNvPr id="23" name="Google Shape;23;p3">
            <a:extLst>
              <a:ext uri="{FF2B5EF4-FFF2-40B4-BE49-F238E27FC236}">
                <a16:creationId xmlns:a16="http://schemas.microsoft.com/office/drawing/2014/main" id="{1F66672E-F626-4681-99F0-5F13952D2506}"/>
              </a:ext>
            </a:extLst>
          </p:cNvPr>
          <p:cNvSpPr>
            <a:spLocks noGrp="1"/>
          </p:cNvSpPr>
          <p:nvPr>
            <p:ph type="title" idx="2" hasCustomPrompt="1"/>
          </p:nvPr>
        </p:nvSpPr>
        <p:spPr>
          <a:xfrm>
            <a:off x="2389550" y="1445363"/>
            <a:ext cx="1089900" cy="931200"/>
          </a:xfrm>
          <a:prstGeom prst="rect">
            <a:avLst/>
          </a:prstGeom>
          <a:noFill/>
        </p:spPr>
        <p:txBody>
          <a:bodyPr spcFirstLastPara="1" wrap="square" lIns="91425" tIns="91425" rIns="91425" bIns="91425" anchor="b">
            <a:noAutofit/>
          </a:bodyPr>
          <a:lstStyle>
            <a:lvl1pPr algn="ctr">
              <a:spcBef>
                <a:spcPts val="0"/>
              </a:spcBef>
              <a:spcAft>
                <a:spcPts val="0"/>
              </a:spcAft>
              <a:buSzPts val="6000"/>
              <a:buNone/>
              <a:defRPr sz="5000"/>
            </a:lvl1pPr>
            <a:lvl2pPr algn="ctr">
              <a:spcBef>
                <a:spcPts val="0"/>
              </a:spcBef>
              <a:spcAft>
                <a:spcPts val="0"/>
              </a:spcAft>
              <a:buSzPts val="6000"/>
              <a:buNone/>
              <a:defRPr sz="6000"/>
            </a:lvl2pPr>
            <a:lvl3pPr algn="ctr">
              <a:spcBef>
                <a:spcPts val="0"/>
              </a:spcBef>
              <a:spcAft>
                <a:spcPts val="0"/>
              </a:spcAft>
              <a:buSzPts val="6000"/>
              <a:buNone/>
              <a:defRPr sz="6000"/>
            </a:lvl3pPr>
            <a:lvl4pPr algn="ctr">
              <a:spcBef>
                <a:spcPts val="0"/>
              </a:spcBef>
              <a:spcAft>
                <a:spcPts val="0"/>
              </a:spcAft>
              <a:buSzPts val="6000"/>
              <a:buNone/>
              <a:defRPr sz="6000"/>
            </a:lvl4pPr>
            <a:lvl5pPr algn="ctr">
              <a:spcBef>
                <a:spcPts val="0"/>
              </a:spcBef>
              <a:spcAft>
                <a:spcPts val="0"/>
              </a:spcAft>
              <a:buSzPts val="6000"/>
              <a:buNone/>
              <a:defRPr sz="6000"/>
            </a:lvl5pPr>
            <a:lvl6pPr algn="ctr">
              <a:spcBef>
                <a:spcPts val="0"/>
              </a:spcBef>
              <a:spcAft>
                <a:spcPts val="0"/>
              </a:spcAft>
              <a:buSzPts val="6000"/>
              <a:buNone/>
              <a:defRPr sz="6000"/>
            </a:lvl6pPr>
            <a:lvl7pPr algn="ctr">
              <a:spcBef>
                <a:spcPts val="0"/>
              </a:spcBef>
              <a:spcAft>
                <a:spcPts val="0"/>
              </a:spcAft>
              <a:buSzPts val="6000"/>
              <a:buNone/>
              <a:defRPr sz="6000"/>
            </a:lvl7pPr>
            <a:lvl8pPr algn="ctr">
              <a:spcBef>
                <a:spcPts val="0"/>
              </a:spcBef>
              <a:spcAft>
                <a:spcPts val="0"/>
              </a:spcAft>
              <a:buSzPts val="6000"/>
              <a:buNone/>
              <a:defRPr sz="6000"/>
            </a:lvl8pPr>
            <a:lvl9pPr algn="ctr">
              <a:spcBef>
                <a:spcPts val="0"/>
              </a:spcBef>
              <a:spcAft>
                <a:spcPts val="0"/>
              </a:spcAft>
              <a:buSzPts val="6000"/>
              <a:buNone/>
              <a:defRPr sz="6000"/>
            </a:lvl9pPr>
          </a:lstStyle>
          <a:p>
            <a:r>
              <a:t>xx%</a:t>
            </a:r>
          </a:p>
        </p:txBody>
      </p:sp>
      <p:sp>
        <p:nvSpPr>
          <p:cNvPr id="24" name="Google Shape;24;p3">
            <a:extLst>
              <a:ext uri="{FF2B5EF4-FFF2-40B4-BE49-F238E27FC236}">
                <a16:creationId xmlns:a16="http://schemas.microsoft.com/office/drawing/2014/main" id="{4D52A93D-CD16-4DE3-846F-6752F32CDA04}"/>
              </a:ext>
            </a:extLst>
          </p:cNvPr>
          <p:cNvSpPr>
            <a:spLocks noGrp="1"/>
          </p:cNvSpPr>
          <p:nvPr>
            <p:ph type="pic" idx="3"/>
          </p:nvPr>
        </p:nvSpPr>
        <p:spPr>
          <a:xfrm>
            <a:off x="5528600" y="0"/>
            <a:ext cx="3615300" cy="5155800"/>
          </a:xfrm>
          <a:prstGeom prst="rect">
            <a:avLst/>
          </a:prstGeom>
          <a:noFill/>
          <a:ln>
            <a:noFill/>
          </a:ln>
        </p:spPr>
      </p:sp>
      <p:pic>
        <p:nvPicPr>
          <p:cNvPr id="26" name="Google Shape;26;p3">
            <a:extLst>
              <a:ext uri="{FF2B5EF4-FFF2-40B4-BE49-F238E27FC236}">
                <a16:creationId xmlns:a16="http://schemas.microsoft.com/office/drawing/2014/main" id="{9005CF14-653A-43ED-A9CA-8654AB6ED6E6}"/>
              </a:ext>
            </a:extLst>
          </p:cNvPr>
          <p:cNvPicPr>
            <a:picLocks noChangeAspect="1"/>
          </p:cNvPicPr>
          <p:nvPr/>
        </p:nvPicPr>
        <p:blipFill rotWithShape="1">
          <a:blip r:embed="rId3" cstate="screen">
            <a:alphaModFix/>
            <a:extLst>
              <a:ext uri="{28A0092B-C50C-407E-A947-70E740481C1C}">
                <a14:useLocalDpi xmlns:a14="http://schemas.microsoft.com/office/drawing/2010/main"/>
              </a:ext>
            </a:extLst>
          </a:blip>
          <a:srcRect/>
          <a:stretch/>
        </p:blipFill>
        <p:spPr>
          <a:xfrm>
            <a:off x="2595425" y="-283510"/>
            <a:ext cx="1554450" cy="757250"/>
          </a:xfrm>
          <a:prstGeom prst="rect">
            <a:avLst/>
          </a:prstGeom>
          <a:ln>
            <a:noFill/>
          </a:ln>
        </p:spPr>
      </p:pic>
      <p:pic>
        <p:nvPicPr>
          <p:cNvPr id="27" name="Google Shape;27;p3">
            <a:extLst>
              <a:ext uri="{FF2B5EF4-FFF2-40B4-BE49-F238E27FC236}">
                <a16:creationId xmlns:a16="http://schemas.microsoft.com/office/drawing/2014/main" id="{14AB3867-D621-4507-9A59-56525652DE5B}"/>
              </a:ext>
            </a:extLst>
          </p:cNvPr>
          <p:cNvPicPr>
            <a:picLocks noChangeAspect="1"/>
          </p:cNvPicPr>
          <p:nvPr/>
        </p:nvPicPr>
        <p:blipFill rotWithShape="1">
          <a:blip r:embed="rId4" cstate="screen">
            <a:alphaModFix/>
            <a:extLst>
              <a:ext uri="{28A0092B-C50C-407E-A947-70E740481C1C}">
                <a14:useLocalDpi xmlns:a14="http://schemas.microsoft.com/office/drawing/2010/main"/>
              </a:ext>
            </a:extLst>
          </a:blip>
          <a:srcRect/>
          <a:stretch/>
        </p:blipFill>
        <p:spPr>
          <a:xfrm rot="4344098">
            <a:off x="2908942" y="4275303"/>
            <a:ext cx="569668" cy="1435595"/>
          </a:xfrm>
          <a:prstGeom prst="rect">
            <a:avLst/>
          </a:prstGeom>
          <a:ln>
            <a:noFill/>
          </a:ln>
        </p:spPr>
      </p:pic>
      <p:pic>
        <p:nvPicPr>
          <p:cNvPr id="28" name="Google Shape;28;p3">
            <a:extLst>
              <a:ext uri="{FF2B5EF4-FFF2-40B4-BE49-F238E27FC236}">
                <a16:creationId xmlns:a16="http://schemas.microsoft.com/office/drawing/2014/main" id="{37B7F2C3-1F78-4A56-A7F6-C8F2526942E8}"/>
              </a:ext>
            </a:extLst>
          </p:cNvPr>
          <p:cNvPicPr>
            <a:picLocks noChangeAspect="1"/>
          </p:cNvPicPr>
          <p:nvPr/>
        </p:nvPicPr>
        <p:blipFill>
          <a:blip r:embed="rId5" cstate="screen">
            <a:alphaModFix/>
            <a:extLst>
              <a:ext uri="{28A0092B-C50C-407E-A947-70E740481C1C}">
                <a14:useLocalDpi xmlns:a14="http://schemas.microsoft.com/office/drawing/2010/main"/>
              </a:ext>
            </a:extLst>
          </a:blip>
          <a:stretch>
            <a:fillRect/>
          </a:stretch>
        </p:blipFill>
        <p:spPr>
          <a:xfrm rot="2534401">
            <a:off x="-87847" y="1736176"/>
            <a:ext cx="534969" cy="653725"/>
          </a:xfrm>
          <a:prstGeom prst="rect">
            <a:avLst/>
          </a:prstGeom>
          <a:ln>
            <a:noFill/>
          </a:ln>
        </p:spPr>
      </p:pic>
      <p:pic>
        <p:nvPicPr>
          <p:cNvPr id="29" name="Google Shape;29;p3">
            <a:extLst>
              <a:ext uri="{FF2B5EF4-FFF2-40B4-BE49-F238E27FC236}">
                <a16:creationId xmlns:a16="http://schemas.microsoft.com/office/drawing/2014/main" id="{F447F120-9F98-444E-BAD7-CE9AC24FE230}"/>
              </a:ext>
            </a:extLst>
          </p:cNvPr>
          <p:cNvPicPr>
            <a:picLocks noChangeAspect="1"/>
          </p:cNvPicPr>
          <p:nvPr/>
        </p:nvPicPr>
        <p:blipFill rotWithShape="1">
          <a:blip r:embed="rId6" cstate="screen">
            <a:alphaModFix/>
            <a:extLst>
              <a:ext uri="{28A0092B-C50C-407E-A947-70E740481C1C}">
                <a14:useLocalDpi xmlns:a14="http://schemas.microsoft.com/office/drawing/2010/main"/>
              </a:ext>
            </a:extLst>
          </a:blip>
          <a:srcRect l="60" r="50"/>
          <a:stretch/>
        </p:blipFill>
        <p:spPr>
          <a:xfrm rot="-599362">
            <a:off x="-318583" y="-86378"/>
            <a:ext cx="1635290" cy="743707"/>
          </a:xfrm>
          <a:prstGeom prst="rect">
            <a:avLst/>
          </a:prstGeom>
          <a:ln>
            <a:noFill/>
          </a:ln>
        </p:spPr>
      </p:pic>
      <p:pic>
        <p:nvPicPr>
          <p:cNvPr id="30" name="Google Shape;30;p3">
            <a:extLst>
              <a:ext uri="{FF2B5EF4-FFF2-40B4-BE49-F238E27FC236}">
                <a16:creationId xmlns:a16="http://schemas.microsoft.com/office/drawing/2014/main" id="{732F8A3F-5CD6-4C38-A18F-C18F1F11CCD4}"/>
              </a:ext>
            </a:extLst>
          </p:cNvPr>
          <p:cNvPicPr>
            <a:picLocks noChangeAspect="1"/>
          </p:cNvPicPr>
          <p:nvPr/>
        </p:nvPicPr>
        <p:blipFill rotWithShape="1">
          <a:blip r:embed="rId7" cstate="screen">
            <a:alphaModFix/>
            <a:extLst>
              <a:ext uri="{28A0092B-C50C-407E-A947-70E740481C1C}">
                <a14:useLocalDpi xmlns:a14="http://schemas.microsoft.com/office/drawing/2010/main"/>
              </a:ext>
            </a:extLst>
          </a:blip>
          <a:srcRect/>
          <a:stretch/>
        </p:blipFill>
        <p:spPr>
          <a:xfrm rot="-888884">
            <a:off x="-384050" y="3573574"/>
            <a:ext cx="1042351" cy="1704974"/>
          </a:xfrm>
          <a:prstGeom prst="rect">
            <a:avLst/>
          </a:prstGeom>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p:cSld name="TITLE_AND_BODY">
    <p:spTree>
      <p:nvGrpSpPr>
        <p:cNvPr id="1" name=""/>
        <p:cNvGrpSpPr/>
        <p:nvPr/>
      </p:nvGrpSpPr>
      <p:grpSpPr>
        <a:xfrm>
          <a:off x="0" y="0"/>
          <a:ext cx="0" cy="0"/>
          <a:chOff x="0" y="0"/>
          <a:chExt cx="0" cy="0"/>
        </a:xfrm>
      </p:grpSpPr>
      <p:pic>
        <p:nvPicPr>
          <p:cNvPr id="32" name="Google Shape;32;p4">
            <a:extLst>
              <a:ext uri="{FF2B5EF4-FFF2-40B4-BE49-F238E27FC236}">
                <a16:creationId xmlns:a16="http://schemas.microsoft.com/office/drawing/2014/main" id="{22DE502D-41B2-4C8B-BF40-4EE06386FE9C}"/>
              </a:ext>
            </a:extLst>
          </p:cNvPr>
          <p:cNvPicPr>
            <a:picLocks noChangeAspect="1"/>
          </p:cNvPicPr>
          <p:nvPr/>
        </p:nvPicPr>
        <p:blipFill rotWithShape="1">
          <a:blip r:embed="rId2" cstate="screen">
            <a:alphaModFix/>
            <a:extLst>
              <a:ext uri="{28A0092B-C50C-407E-A947-70E740481C1C}">
                <a14:useLocalDpi xmlns:a14="http://schemas.microsoft.com/office/drawing/2010/main"/>
              </a:ext>
            </a:extLst>
          </a:blip>
          <a:srcRect/>
          <a:stretch/>
        </p:blipFill>
        <p:spPr>
          <a:xfrm>
            <a:off x="0" y="0"/>
            <a:ext cx="9144000" cy="5143500"/>
          </a:xfrm>
          <a:prstGeom prst="rect">
            <a:avLst/>
          </a:prstGeom>
          <a:ln>
            <a:noFill/>
          </a:ln>
        </p:spPr>
      </p:pic>
      <p:sp>
        <p:nvSpPr>
          <p:cNvPr id="33" name="Google Shape;33;p4">
            <a:extLst>
              <a:ext uri="{FF2B5EF4-FFF2-40B4-BE49-F238E27FC236}">
                <a16:creationId xmlns:a16="http://schemas.microsoft.com/office/drawing/2014/main" id="{D2E2CBD0-BA14-42F5-8487-E9FE3497F4D6}"/>
              </a:ext>
            </a:extLst>
          </p:cNvPr>
          <p:cNvSpPr>
            <a:spLocks noGrp="1"/>
          </p:cNvSpPr>
          <p:nvPr>
            <p:ph type="title"/>
          </p:nvPr>
        </p:nvSpPr>
        <p:spPr>
          <a:xfrm>
            <a:off x="720000" y="445025"/>
            <a:ext cx="7704000" cy="572700"/>
          </a:xfrm>
          <a:prstGeom prst="rect">
            <a:avLst/>
          </a:prstGeom>
        </p:spPr>
        <p:txBody>
          <a:bodyPr spcFirstLastPara="1" wrap="square" lIns="91425" tIns="91425" rIns="91425" bIns="91425" anchor="t">
            <a:noAutofit/>
          </a:bodyPr>
          <a:lstStyle>
            <a:lvl1pPr>
              <a:lnSpc>
                <a:spcPct val="100000"/>
              </a:lnSpc>
              <a:spcBef>
                <a:spcPts val="0"/>
              </a:spcBef>
              <a:spcAft>
                <a:spcPts val="0"/>
              </a:spcAft>
              <a:buSzPts val="3000"/>
              <a:buNone/>
              <a:defRPr/>
            </a:lvl1pPr>
            <a:lvl2pPr>
              <a:lnSpc>
                <a:spcPct val="100000"/>
              </a:lnSpc>
              <a:spcBef>
                <a:spcPts val="0"/>
              </a:spcBef>
              <a:spcAft>
                <a:spcPts val="0"/>
              </a:spcAft>
              <a:buSzPts val="3000"/>
              <a:buNone/>
              <a:defRPr/>
            </a:lvl2pPr>
            <a:lvl3pPr>
              <a:lnSpc>
                <a:spcPct val="100000"/>
              </a:lnSpc>
              <a:spcBef>
                <a:spcPts val="0"/>
              </a:spcBef>
              <a:spcAft>
                <a:spcPts val="0"/>
              </a:spcAft>
              <a:buSzPts val="3000"/>
              <a:buNone/>
              <a:defRPr/>
            </a:lvl3pPr>
            <a:lvl4pPr>
              <a:lnSpc>
                <a:spcPct val="100000"/>
              </a:lnSpc>
              <a:spcBef>
                <a:spcPts val="0"/>
              </a:spcBef>
              <a:spcAft>
                <a:spcPts val="0"/>
              </a:spcAft>
              <a:buSzPts val="3000"/>
              <a:buNone/>
              <a:defRPr/>
            </a:lvl4pPr>
            <a:lvl5pPr>
              <a:lnSpc>
                <a:spcPct val="100000"/>
              </a:lnSpc>
              <a:spcBef>
                <a:spcPts val="0"/>
              </a:spcBef>
              <a:spcAft>
                <a:spcPts val="0"/>
              </a:spcAft>
              <a:buSzPts val="3000"/>
              <a:buNone/>
              <a:defRPr/>
            </a:lvl5pPr>
            <a:lvl6pPr>
              <a:lnSpc>
                <a:spcPct val="100000"/>
              </a:lnSpc>
              <a:spcBef>
                <a:spcPts val="0"/>
              </a:spcBef>
              <a:spcAft>
                <a:spcPts val="0"/>
              </a:spcAft>
              <a:buSzPts val="3000"/>
              <a:buNone/>
              <a:defRPr/>
            </a:lvl6pPr>
            <a:lvl7pPr>
              <a:lnSpc>
                <a:spcPct val="100000"/>
              </a:lnSpc>
              <a:spcBef>
                <a:spcPts val="0"/>
              </a:spcBef>
              <a:spcAft>
                <a:spcPts val="0"/>
              </a:spcAft>
              <a:buSzPts val="3000"/>
              <a:buNone/>
              <a:defRPr/>
            </a:lvl7pPr>
            <a:lvl8pPr>
              <a:lnSpc>
                <a:spcPct val="100000"/>
              </a:lnSpc>
              <a:spcBef>
                <a:spcPts val="0"/>
              </a:spcBef>
              <a:spcAft>
                <a:spcPts val="0"/>
              </a:spcAft>
              <a:buSzPts val="3000"/>
              <a:buNone/>
              <a:defRPr/>
            </a:lvl8pPr>
            <a:lvl9pPr>
              <a:lnSpc>
                <a:spcPct val="100000"/>
              </a:lnSpc>
              <a:spcBef>
                <a:spcPts val="0"/>
              </a:spcBef>
              <a:spcAft>
                <a:spcPts val="0"/>
              </a:spcAft>
              <a:buSzPts val="3000"/>
              <a:buNone/>
              <a:defRPr/>
            </a:lvl9pPr>
          </a:lstStyle>
          <a:p>
            <a:endParaRPr/>
          </a:p>
        </p:txBody>
      </p:sp>
      <p:sp>
        <p:nvSpPr>
          <p:cNvPr id="34" name="Google Shape;34;p4">
            <a:extLst>
              <a:ext uri="{FF2B5EF4-FFF2-40B4-BE49-F238E27FC236}">
                <a16:creationId xmlns:a16="http://schemas.microsoft.com/office/drawing/2014/main" id="{FC15F2FE-9B55-4AFF-B9CB-F9D3C91F10CA}"/>
              </a:ext>
            </a:extLst>
          </p:cNvPr>
          <p:cNvSpPr>
            <a:spLocks noGrp="1"/>
          </p:cNvSpPr>
          <p:nvPr>
            <p:ph type="body" idx="1"/>
          </p:nvPr>
        </p:nvSpPr>
        <p:spPr>
          <a:xfrm>
            <a:off x="720000" y="1152475"/>
            <a:ext cx="7704000" cy="409500"/>
          </a:xfrm>
          <a:prstGeom prst="rect">
            <a:avLst/>
          </a:prstGeom>
        </p:spPr>
        <p:txBody>
          <a:bodyPr spcFirstLastPara="1" wrap="square" lIns="91425" tIns="91425" rIns="91425" bIns="91425" anchor="t">
            <a:noAutofit/>
          </a:bodyPr>
          <a:lstStyle>
            <a:lvl1pPr marL="457200" indent="-317500" algn="ctr">
              <a:lnSpc>
                <a:spcPct val="100000"/>
              </a:lnSpc>
              <a:spcBef>
                <a:spcPts val="0"/>
              </a:spcBef>
              <a:spcAft>
                <a:spcPts val="0"/>
              </a:spcAft>
              <a:buSzPts val="1400"/>
              <a:buChar char="●"/>
              <a:defRPr sz="1400"/>
            </a:lvl1pPr>
            <a:lvl2pPr marL="914400" indent="-304800">
              <a:lnSpc>
                <a:spcPct val="100000"/>
              </a:lnSpc>
              <a:spcBef>
                <a:spcPts val="0"/>
              </a:spcBef>
              <a:spcAft>
                <a:spcPts val="0"/>
              </a:spcAft>
              <a:buSzPts val="1200"/>
              <a:buChar char="○"/>
              <a:defRPr/>
            </a:lvl2pPr>
            <a:lvl3pPr marL="1371600" indent="-304800">
              <a:lnSpc>
                <a:spcPct val="100000"/>
              </a:lnSpc>
              <a:spcBef>
                <a:spcPts val="0"/>
              </a:spcBef>
              <a:spcAft>
                <a:spcPts val="0"/>
              </a:spcAft>
              <a:buSzPts val="1200"/>
              <a:buChar char="■"/>
              <a:defRPr/>
            </a:lvl3pPr>
            <a:lvl4pPr marL="1828800" indent="-304800">
              <a:lnSpc>
                <a:spcPct val="100000"/>
              </a:lnSpc>
              <a:spcBef>
                <a:spcPts val="0"/>
              </a:spcBef>
              <a:spcAft>
                <a:spcPts val="0"/>
              </a:spcAft>
              <a:buSzPts val="1200"/>
              <a:buChar char="●"/>
              <a:defRPr/>
            </a:lvl4pPr>
            <a:lvl5pPr marL="2286000" indent="-304800">
              <a:lnSpc>
                <a:spcPct val="100000"/>
              </a:lnSpc>
              <a:spcBef>
                <a:spcPts val="0"/>
              </a:spcBef>
              <a:spcAft>
                <a:spcPts val="0"/>
              </a:spcAft>
              <a:buSzPts val="1200"/>
              <a:buChar char="○"/>
              <a:defRPr/>
            </a:lvl5pPr>
            <a:lvl6pPr marL="2743200" indent="-304800">
              <a:lnSpc>
                <a:spcPct val="100000"/>
              </a:lnSpc>
              <a:spcBef>
                <a:spcPts val="0"/>
              </a:spcBef>
              <a:spcAft>
                <a:spcPts val="0"/>
              </a:spcAft>
              <a:buSzPts val="1200"/>
              <a:buChar char="■"/>
              <a:defRPr/>
            </a:lvl6pPr>
            <a:lvl7pPr marL="3200400" indent="-304800">
              <a:lnSpc>
                <a:spcPct val="100000"/>
              </a:lnSpc>
              <a:spcBef>
                <a:spcPts val="0"/>
              </a:spcBef>
              <a:spcAft>
                <a:spcPts val="0"/>
              </a:spcAft>
              <a:buSzPts val="1200"/>
              <a:buChar char="●"/>
              <a:defRPr/>
            </a:lvl7pPr>
            <a:lvl8pPr marL="3657600" indent="-304800">
              <a:lnSpc>
                <a:spcPct val="100000"/>
              </a:lnSpc>
              <a:spcBef>
                <a:spcPts val="0"/>
              </a:spcBef>
              <a:spcAft>
                <a:spcPts val="0"/>
              </a:spcAft>
              <a:buSzPts val="1200"/>
              <a:buChar char="○"/>
              <a:defRPr/>
            </a:lvl8pPr>
            <a:lvl9pPr marL="4114800" indent="-304800">
              <a:lnSpc>
                <a:spcPct val="100000"/>
              </a:lnSpc>
              <a:spcBef>
                <a:spcPts val="0"/>
              </a:spcBef>
              <a:spcAft>
                <a:spcPts val="0"/>
              </a:spcAft>
              <a:buSzPts val="1200"/>
              <a:buChar char="■"/>
              <a:defRPr/>
            </a:lvl9pPr>
          </a:lstStyle>
          <a:p>
            <a:endParaRPr/>
          </a:p>
        </p:txBody>
      </p:sp>
      <p:pic>
        <p:nvPicPr>
          <p:cNvPr id="36" name="Google Shape;36;p4">
            <a:extLst>
              <a:ext uri="{FF2B5EF4-FFF2-40B4-BE49-F238E27FC236}">
                <a16:creationId xmlns:a16="http://schemas.microsoft.com/office/drawing/2014/main" id="{5BCEB9E9-3AFA-46B7-AC12-C6C6200B0698}"/>
              </a:ext>
            </a:extLst>
          </p:cNvPr>
          <p:cNvPicPr>
            <a:picLocks noChangeAspect="1"/>
          </p:cNvPicPr>
          <p:nvPr/>
        </p:nvPicPr>
        <p:blipFill rotWithShape="1">
          <a:blip r:embed="rId3" cstate="screen">
            <a:alphaModFix/>
            <a:extLst>
              <a:ext uri="{28A0092B-C50C-407E-A947-70E740481C1C}">
                <a14:useLocalDpi xmlns:a14="http://schemas.microsoft.com/office/drawing/2010/main"/>
              </a:ext>
            </a:extLst>
          </a:blip>
          <a:srcRect/>
          <a:stretch/>
        </p:blipFill>
        <p:spPr>
          <a:xfrm rot="385713">
            <a:off x="8387300" y="3642911"/>
            <a:ext cx="1042351" cy="1704974"/>
          </a:xfrm>
          <a:prstGeom prst="rect">
            <a:avLst/>
          </a:prstGeom>
          <a:ln>
            <a:noFill/>
          </a:ln>
        </p:spPr>
      </p:pic>
      <p:pic>
        <p:nvPicPr>
          <p:cNvPr id="37" name="Google Shape;37;p4">
            <a:extLst>
              <a:ext uri="{FF2B5EF4-FFF2-40B4-BE49-F238E27FC236}">
                <a16:creationId xmlns:a16="http://schemas.microsoft.com/office/drawing/2014/main" id="{047D1401-21E4-4107-821F-79E54B53F0A5}"/>
              </a:ext>
            </a:extLst>
          </p:cNvPr>
          <p:cNvPicPr>
            <a:picLocks noChangeAspect="1"/>
          </p:cNvPicPr>
          <p:nvPr/>
        </p:nvPicPr>
        <p:blipFill rotWithShape="1">
          <a:blip r:embed="rId4" cstate="screen">
            <a:alphaModFix/>
            <a:extLst>
              <a:ext uri="{28A0092B-C50C-407E-A947-70E740481C1C}">
                <a14:useLocalDpi xmlns:a14="http://schemas.microsoft.com/office/drawing/2010/main"/>
              </a:ext>
            </a:extLst>
          </a:blip>
          <a:srcRect/>
          <a:stretch/>
        </p:blipFill>
        <p:spPr>
          <a:xfrm rot="-3263544">
            <a:off x="7389743" y="4527078"/>
            <a:ext cx="569667" cy="1435595"/>
          </a:xfrm>
          <a:prstGeom prst="rect">
            <a:avLst/>
          </a:prstGeom>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p:cSld name="TITLE_AND_TWO_COLUMNS">
    <p:spTree>
      <p:nvGrpSpPr>
        <p:cNvPr id="1" name=""/>
        <p:cNvGrpSpPr/>
        <p:nvPr/>
      </p:nvGrpSpPr>
      <p:grpSpPr>
        <a:xfrm>
          <a:off x="0" y="0"/>
          <a:ext cx="0" cy="0"/>
          <a:chOff x="0" y="0"/>
          <a:chExt cx="0" cy="0"/>
        </a:xfrm>
      </p:grpSpPr>
      <p:pic>
        <p:nvPicPr>
          <p:cNvPr id="39" name="Google Shape;39;p5">
            <a:extLst>
              <a:ext uri="{FF2B5EF4-FFF2-40B4-BE49-F238E27FC236}">
                <a16:creationId xmlns:a16="http://schemas.microsoft.com/office/drawing/2014/main" id="{513EEFCF-E667-4B21-B9C2-2B27D6914848}"/>
              </a:ext>
            </a:extLst>
          </p:cNvPr>
          <p:cNvPicPr>
            <a:picLocks noChangeAspect="1"/>
          </p:cNvPicPr>
          <p:nvPr/>
        </p:nvPicPr>
        <p:blipFill rotWithShape="1">
          <a:blip r:embed="rId2" cstate="screen">
            <a:alphaModFix/>
            <a:extLst>
              <a:ext uri="{28A0092B-C50C-407E-A947-70E740481C1C}">
                <a14:useLocalDpi xmlns:a14="http://schemas.microsoft.com/office/drawing/2010/main"/>
              </a:ext>
            </a:extLst>
          </a:blip>
          <a:srcRect/>
          <a:stretch/>
        </p:blipFill>
        <p:spPr>
          <a:xfrm>
            <a:off x="0" y="0"/>
            <a:ext cx="9144000" cy="5143500"/>
          </a:xfrm>
          <a:prstGeom prst="rect">
            <a:avLst/>
          </a:prstGeom>
          <a:ln>
            <a:noFill/>
          </a:ln>
        </p:spPr>
      </p:pic>
      <p:sp>
        <p:nvSpPr>
          <p:cNvPr id="40" name="Google Shape;40;p5">
            <a:extLst>
              <a:ext uri="{FF2B5EF4-FFF2-40B4-BE49-F238E27FC236}">
                <a16:creationId xmlns:a16="http://schemas.microsoft.com/office/drawing/2014/main" id="{1F66B18C-A9C3-4D64-9709-9A05CFA22009}"/>
              </a:ext>
            </a:extLst>
          </p:cNvPr>
          <p:cNvSpPr>
            <a:spLocks noGrp="1"/>
          </p:cNvSpPr>
          <p:nvPr>
            <p:ph type="subTitle" idx="1"/>
          </p:nvPr>
        </p:nvSpPr>
        <p:spPr>
          <a:xfrm>
            <a:off x="2503981" y="2096675"/>
            <a:ext cx="2907600" cy="713400"/>
          </a:xfrm>
          <a:prstGeom prst="rect">
            <a:avLst/>
          </a:prstGeom>
        </p:spPr>
        <p:txBody>
          <a:bodyPr spcFirstLastPara="1" wrap="square" lIns="91425" tIns="91425" rIns="91425" bIns="91425" anchor="b">
            <a:noAutofit/>
          </a:bodyPr>
          <a:lstStyle>
            <a:lvl1pPr>
              <a:lnSpc>
                <a:spcPct val="100000"/>
              </a:lnSpc>
              <a:spcBef>
                <a:spcPts val="0"/>
              </a:spcBef>
              <a:spcAft>
                <a:spcPts val="0"/>
              </a:spcAft>
              <a:buClr>
                <a:schemeClr val="dk1"/>
              </a:buClr>
              <a:buSzPts val="2400"/>
              <a:buFont typeface="Prata"/>
              <a:buNone/>
              <a:defRPr sz="1800" b="1">
                <a:solidFill>
                  <a:schemeClr val="dk1"/>
                </a:solidFill>
                <a:latin typeface="Prata"/>
                <a:ea typeface="Prata"/>
                <a:cs typeface="Prata"/>
              </a:defRPr>
            </a:lvl1pPr>
            <a:lvl2pPr algn="ctr">
              <a:lnSpc>
                <a:spcPct val="100000"/>
              </a:lnSpc>
              <a:spcBef>
                <a:spcPts val="0"/>
              </a:spcBef>
              <a:spcAft>
                <a:spcPts val="0"/>
              </a:spcAft>
              <a:buClr>
                <a:schemeClr val="dk1"/>
              </a:buClr>
              <a:buSzPts val="2400"/>
              <a:buFont typeface="Prata"/>
              <a:buNone/>
              <a:defRPr sz="2400">
                <a:solidFill>
                  <a:schemeClr val="dk1"/>
                </a:solidFill>
                <a:latin typeface="Prata"/>
                <a:ea typeface="Prata"/>
                <a:cs typeface="Prata"/>
              </a:defRPr>
            </a:lvl2pPr>
            <a:lvl3pPr algn="ctr">
              <a:lnSpc>
                <a:spcPct val="100000"/>
              </a:lnSpc>
              <a:spcBef>
                <a:spcPts val="0"/>
              </a:spcBef>
              <a:spcAft>
                <a:spcPts val="0"/>
              </a:spcAft>
              <a:buClr>
                <a:schemeClr val="dk1"/>
              </a:buClr>
              <a:buSzPts val="2400"/>
              <a:buFont typeface="Prata"/>
              <a:buNone/>
              <a:defRPr sz="2400">
                <a:solidFill>
                  <a:schemeClr val="dk1"/>
                </a:solidFill>
                <a:latin typeface="Prata"/>
                <a:ea typeface="Prata"/>
                <a:cs typeface="Prata"/>
              </a:defRPr>
            </a:lvl3pPr>
            <a:lvl4pPr algn="ctr">
              <a:lnSpc>
                <a:spcPct val="100000"/>
              </a:lnSpc>
              <a:spcBef>
                <a:spcPts val="0"/>
              </a:spcBef>
              <a:spcAft>
                <a:spcPts val="0"/>
              </a:spcAft>
              <a:buClr>
                <a:schemeClr val="dk1"/>
              </a:buClr>
              <a:buSzPts val="2400"/>
              <a:buFont typeface="Prata"/>
              <a:buNone/>
              <a:defRPr sz="2400">
                <a:solidFill>
                  <a:schemeClr val="dk1"/>
                </a:solidFill>
                <a:latin typeface="Prata"/>
                <a:ea typeface="Prata"/>
                <a:cs typeface="Prata"/>
              </a:defRPr>
            </a:lvl4pPr>
            <a:lvl5pPr algn="ctr">
              <a:lnSpc>
                <a:spcPct val="100000"/>
              </a:lnSpc>
              <a:spcBef>
                <a:spcPts val="0"/>
              </a:spcBef>
              <a:spcAft>
                <a:spcPts val="0"/>
              </a:spcAft>
              <a:buClr>
                <a:schemeClr val="dk1"/>
              </a:buClr>
              <a:buSzPts val="2400"/>
              <a:buFont typeface="Prata"/>
              <a:buNone/>
              <a:defRPr sz="2400">
                <a:solidFill>
                  <a:schemeClr val="dk1"/>
                </a:solidFill>
                <a:latin typeface="Prata"/>
                <a:ea typeface="Prata"/>
                <a:cs typeface="Prata"/>
              </a:defRPr>
            </a:lvl5pPr>
            <a:lvl6pPr algn="ctr">
              <a:lnSpc>
                <a:spcPct val="100000"/>
              </a:lnSpc>
              <a:spcBef>
                <a:spcPts val="0"/>
              </a:spcBef>
              <a:spcAft>
                <a:spcPts val="0"/>
              </a:spcAft>
              <a:buClr>
                <a:schemeClr val="dk1"/>
              </a:buClr>
              <a:buSzPts val="2400"/>
              <a:buFont typeface="Prata"/>
              <a:buNone/>
              <a:defRPr sz="2400">
                <a:solidFill>
                  <a:schemeClr val="dk1"/>
                </a:solidFill>
                <a:latin typeface="Prata"/>
                <a:ea typeface="Prata"/>
                <a:cs typeface="Prata"/>
              </a:defRPr>
            </a:lvl6pPr>
            <a:lvl7pPr algn="ctr">
              <a:lnSpc>
                <a:spcPct val="100000"/>
              </a:lnSpc>
              <a:spcBef>
                <a:spcPts val="0"/>
              </a:spcBef>
              <a:spcAft>
                <a:spcPts val="0"/>
              </a:spcAft>
              <a:buClr>
                <a:schemeClr val="dk1"/>
              </a:buClr>
              <a:buSzPts val="2400"/>
              <a:buFont typeface="Prata"/>
              <a:buNone/>
              <a:defRPr sz="2400">
                <a:solidFill>
                  <a:schemeClr val="dk1"/>
                </a:solidFill>
                <a:latin typeface="Prata"/>
                <a:ea typeface="Prata"/>
                <a:cs typeface="Prata"/>
              </a:defRPr>
            </a:lvl7pPr>
            <a:lvl8pPr algn="ctr">
              <a:lnSpc>
                <a:spcPct val="100000"/>
              </a:lnSpc>
              <a:spcBef>
                <a:spcPts val="0"/>
              </a:spcBef>
              <a:spcAft>
                <a:spcPts val="0"/>
              </a:spcAft>
              <a:buClr>
                <a:schemeClr val="dk1"/>
              </a:buClr>
              <a:buSzPts val="2400"/>
              <a:buFont typeface="Prata"/>
              <a:buNone/>
              <a:defRPr sz="2400">
                <a:solidFill>
                  <a:schemeClr val="dk1"/>
                </a:solidFill>
                <a:latin typeface="Prata"/>
                <a:ea typeface="Prata"/>
                <a:cs typeface="Prata"/>
              </a:defRPr>
            </a:lvl8pPr>
            <a:lvl9pPr algn="ctr">
              <a:lnSpc>
                <a:spcPct val="100000"/>
              </a:lnSpc>
              <a:spcBef>
                <a:spcPts val="0"/>
              </a:spcBef>
              <a:spcAft>
                <a:spcPts val="0"/>
              </a:spcAft>
              <a:buClr>
                <a:schemeClr val="dk1"/>
              </a:buClr>
              <a:buSzPts val="2400"/>
              <a:buFont typeface="Prata"/>
              <a:buNone/>
              <a:defRPr sz="2400">
                <a:solidFill>
                  <a:schemeClr val="dk1"/>
                </a:solidFill>
                <a:latin typeface="Prata"/>
                <a:ea typeface="Prata"/>
                <a:cs typeface="Prata"/>
              </a:defRPr>
            </a:lvl9pPr>
          </a:lstStyle>
          <a:p>
            <a:endParaRPr/>
          </a:p>
        </p:txBody>
      </p:sp>
      <p:sp>
        <p:nvSpPr>
          <p:cNvPr id="41" name="Google Shape;41;p5">
            <a:extLst>
              <a:ext uri="{FF2B5EF4-FFF2-40B4-BE49-F238E27FC236}">
                <a16:creationId xmlns:a16="http://schemas.microsoft.com/office/drawing/2014/main" id="{A7C02D58-9565-4205-AC78-3AAA4B5C5A15}"/>
              </a:ext>
            </a:extLst>
          </p:cNvPr>
          <p:cNvSpPr>
            <a:spLocks noGrp="1"/>
          </p:cNvSpPr>
          <p:nvPr>
            <p:ph type="subTitle" idx="2"/>
          </p:nvPr>
        </p:nvSpPr>
        <p:spPr>
          <a:xfrm>
            <a:off x="5516381" y="2096675"/>
            <a:ext cx="2907600" cy="713400"/>
          </a:xfrm>
          <a:prstGeom prst="rect">
            <a:avLst/>
          </a:prstGeom>
        </p:spPr>
        <p:txBody>
          <a:bodyPr spcFirstLastPara="1" wrap="square" lIns="91425" tIns="91425" rIns="91425" bIns="91425" anchor="b">
            <a:noAutofit/>
          </a:bodyPr>
          <a:lstStyle>
            <a:lvl1pPr>
              <a:lnSpc>
                <a:spcPct val="100000"/>
              </a:lnSpc>
              <a:spcBef>
                <a:spcPts val="0"/>
              </a:spcBef>
              <a:spcAft>
                <a:spcPts val="0"/>
              </a:spcAft>
              <a:buClr>
                <a:schemeClr val="dk1"/>
              </a:buClr>
              <a:buSzPts val="2400"/>
              <a:buFont typeface="Prata"/>
              <a:buNone/>
              <a:defRPr sz="1800" b="1">
                <a:solidFill>
                  <a:schemeClr val="dk1"/>
                </a:solidFill>
                <a:latin typeface="Prata"/>
                <a:ea typeface="Prata"/>
                <a:cs typeface="Prata"/>
              </a:defRPr>
            </a:lvl1pPr>
            <a:lvl2pPr algn="ctr">
              <a:lnSpc>
                <a:spcPct val="100000"/>
              </a:lnSpc>
              <a:spcBef>
                <a:spcPts val="0"/>
              </a:spcBef>
              <a:spcAft>
                <a:spcPts val="0"/>
              </a:spcAft>
              <a:buClr>
                <a:schemeClr val="dk1"/>
              </a:buClr>
              <a:buSzPts val="2400"/>
              <a:buFont typeface="Prata"/>
              <a:buNone/>
              <a:defRPr sz="2400">
                <a:solidFill>
                  <a:schemeClr val="dk1"/>
                </a:solidFill>
                <a:latin typeface="Prata"/>
                <a:ea typeface="Prata"/>
                <a:cs typeface="Prata"/>
              </a:defRPr>
            </a:lvl2pPr>
            <a:lvl3pPr algn="ctr">
              <a:lnSpc>
                <a:spcPct val="100000"/>
              </a:lnSpc>
              <a:spcBef>
                <a:spcPts val="0"/>
              </a:spcBef>
              <a:spcAft>
                <a:spcPts val="0"/>
              </a:spcAft>
              <a:buClr>
                <a:schemeClr val="dk1"/>
              </a:buClr>
              <a:buSzPts val="2400"/>
              <a:buFont typeface="Prata"/>
              <a:buNone/>
              <a:defRPr sz="2400">
                <a:solidFill>
                  <a:schemeClr val="dk1"/>
                </a:solidFill>
                <a:latin typeface="Prata"/>
                <a:ea typeface="Prata"/>
                <a:cs typeface="Prata"/>
              </a:defRPr>
            </a:lvl3pPr>
            <a:lvl4pPr algn="ctr">
              <a:lnSpc>
                <a:spcPct val="100000"/>
              </a:lnSpc>
              <a:spcBef>
                <a:spcPts val="0"/>
              </a:spcBef>
              <a:spcAft>
                <a:spcPts val="0"/>
              </a:spcAft>
              <a:buClr>
                <a:schemeClr val="dk1"/>
              </a:buClr>
              <a:buSzPts val="2400"/>
              <a:buFont typeface="Prata"/>
              <a:buNone/>
              <a:defRPr sz="2400">
                <a:solidFill>
                  <a:schemeClr val="dk1"/>
                </a:solidFill>
                <a:latin typeface="Prata"/>
                <a:ea typeface="Prata"/>
                <a:cs typeface="Prata"/>
              </a:defRPr>
            </a:lvl4pPr>
            <a:lvl5pPr algn="ctr">
              <a:lnSpc>
                <a:spcPct val="100000"/>
              </a:lnSpc>
              <a:spcBef>
                <a:spcPts val="0"/>
              </a:spcBef>
              <a:spcAft>
                <a:spcPts val="0"/>
              </a:spcAft>
              <a:buClr>
                <a:schemeClr val="dk1"/>
              </a:buClr>
              <a:buSzPts val="2400"/>
              <a:buFont typeface="Prata"/>
              <a:buNone/>
              <a:defRPr sz="2400">
                <a:solidFill>
                  <a:schemeClr val="dk1"/>
                </a:solidFill>
                <a:latin typeface="Prata"/>
                <a:ea typeface="Prata"/>
                <a:cs typeface="Prata"/>
              </a:defRPr>
            </a:lvl5pPr>
            <a:lvl6pPr algn="ctr">
              <a:lnSpc>
                <a:spcPct val="100000"/>
              </a:lnSpc>
              <a:spcBef>
                <a:spcPts val="0"/>
              </a:spcBef>
              <a:spcAft>
                <a:spcPts val="0"/>
              </a:spcAft>
              <a:buClr>
                <a:schemeClr val="dk1"/>
              </a:buClr>
              <a:buSzPts val="2400"/>
              <a:buFont typeface="Prata"/>
              <a:buNone/>
              <a:defRPr sz="2400">
                <a:solidFill>
                  <a:schemeClr val="dk1"/>
                </a:solidFill>
                <a:latin typeface="Prata"/>
                <a:ea typeface="Prata"/>
                <a:cs typeface="Prata"/>
              </a:defRPr>
            </a:lvl6pPr>
            <a:lvl7pPr algn="ctr">
              <a:lnSpc>
                <a:spcPct val="100000"/>
              </a:lnSpc>
              <a:spcBef>
                <a:spcPts val="0"/>
              </a:spcBef>
              <a:spcAft>
                <a:spcPts val="0"/>
              </a:spcAft>
              <a:buClr>
                <a:schemeClr val="dk1"/>
              </a:buClr>
              <a:buSzPts val="2400"/>
              <a:buFont typeface="Prata"/>
              <a:buNone/>
              <a:defRPr sz="2400">
                <a:solidFill>
                  <a:schemeClr val="dk1"/>
                </a:solidFill>
                <a:latin typeface="Prata"/>
                <a:ea typeface="Prata"/>
                <a:cs typeface="Prata"/>
              </a:defRPr>
            </a:lvl7pPr>
            <a:lvl8pPr algn="ctr">
              <a:lnSpc>
                <a:spcPct val="100000"/>
              </a:lnSpc>
              <a:spcBef>
                <a:spcPts val="0"/>
              </a:spcBef>
              <a:spcAft>
                <a:spcPts val="0"/>
              </a:spcAft>
              <a:buClr>
                <a:schemeClr val="dk1"/>
              </a:buClr>
              <a:buSzPts val="2400"/>
              <a:buFont typeface="Prata"/>
              <a:buNone/>
              <a:defRPr sz="2400">
                <a:solidFill>
                  <a:schemeClr val="dk1"/>
                </a:solidFill>
                <a:latin typeface="Prata"/>
                <a:ea typeface="Prata"/>
                <a:cs typeface="Prata"/>
              </a:defRPr>
            </a:lvl8pPr>
            <a:lvl9pPr algn="ctr">
              <a:lnSpc>
                <a:spcPct val="100000"/>
              </a:lnSpc>
              <a:spcBef>
                <a:spcPts val="0"/>
              </a:spcBef>
              <a:spcAft>
                <a:spcPts val="0"/>
              </a:spcAft>
              <a:buClr>
                <a:schemeClr val="dk1"/>
              </a:buClr>
              <a:buSzPts val="2400"/>
              <a:buFont typeface="Prata"/>
              <a:buNone/>
              <a:defRPr sz="2400">
                <a:solidFill>
                  <a:schemeClr val="dk1"/>
                </a:solidFill>
                <a:latin typeface="Prata"/>
                <a:ea typeface="Prata"/>
                <a:cs typeface="Prata"/>
              </a:defRPr>
            </a:lvl9pPr>
          </a:lstStyle>
          <a:p>
            <a:endParaRPr/>
          </a:p>
        </p:txBody>
      </p:sp>
      <p:sp>
        <p:nvSpPr>
          <p:cNvPr id="42" name="Google Shape;42;p5">
            <a:extLst>
              <a:ext uri="{FF2B5EF4-FFF2-40B4-BE49-F238E27FC236}">
                <a16:creationId xmlns:a16="http://schemas.microsoft.com/office/drawing/2014/main" id="{476016E3-E28D-4508-AB02-EDA68202A187}"/>
              </a:ext>
            </a:extLst>
          </p:cNvPr>
          <p:cNvSpPr>
            <a:spLocks noGrp="1"/>
          </p:cNvSpPr>
          <p:nvPr>
            <p:ph type="subTitle" idx="3"/>
          </p:nvPr>
        </p:nvSpPr>
        <p:spPr>
          <a:xfrm>
            <a:off x="2503994" y="2733875"/>
            <a:ext cx="2907600" cy="1489500"/>
          </a:xfrm>
          <a:prstGeom prst="rect">
            <a:avLst/>
          </a:prstGeom>
        </p:spPr>
        <p:txBody>
          <a:bodyPr spcFirstLastPara="1" wrap="square" lIns="91425" tIns="91425" rIns="91425" bIns="91425" anchor="t">
            <a:noAutofit/>
          </a:bodyPr>
          <a:lstStyle>
            <a:lvl1pPr>
              <a:lnSpc>
                <a:spcPct val="100000"/>
              </a:lnSpc>
              <a:spcBef>
                <a:spcPts val="0"/>
              </a:spcBef>
              <a:spcAft>
                <a:spcPts val="0"/>
              </a:spcAft>
              <a:buSzPts val="1200"/>
              <a:buNone/>
              <a:defRPr/>
            </a:lvl1pPr>
            <a:lvl2pPr algn="ctr">
              <a:lnSpc>
                <a:spcPct val="100000"/>
              </a:lnSpc>
              <a:spcBef>
                <a:spcPts val="0"/>
              </a:spcBef>
              <a:spcAft>
                <a:spcPts val="0"/>
              </a:spcAft>
              <a:buSzPts val="1200"/>
              <a:buNone/>
              <a:defRPr/>
            </a:lvl2pPr>
            <a:lvl3pPr algn="ctr">
              <a:lnSpc>
                <a:spcPct val="100000"/>
              </a:lnSpc>
              <a:spcBef>
                <a:spcPts val="0"/>
              </a:spcBef>
              <a:spcAft>
                <a:spcPts val="0"/>
              </a:spcAft>
              <a:buSzPts val="1200"/>
              <a:buNone/>
              <a:defRPr/>
            </a:lvl3pPr>
            <a:lvl4pPr algn="ctr">
              <a:lnSpc>
                <a:spcPct val="100000"/>
              </a:lnSpc>
              <a:spcBef>
                <a:spcPts val="0"/>
              </a:spcBef>
              <a:spcAft>
                <a:spcPts val="0"/>
              </a:spcAft>
              <a:buSzPts val="1200"/>
              <a:buNone/>
              <a:defRPr/>
            </a:lvl4pPr>
            <a:lvl5pPr algn="ctr">
              <a:lnSpc>
                <a:spcPct val="100000"/>
              </a:lnSpc>
              <a:spcBef>
                <a:spcPts val="0"/>
              </a:spcBef>
              <a:spcAft>
                <a:spcPts val="0"/>
              </a:spcAft>
              <a:buSzPts val="1200"/>
              <a:buNone/>
              <a:defRPr/>
            </a:lvl5pPr>
            <a:lvl6pPr algn="ctr">
              <a:lnSpc>
                <a:spcPct val="100000"/>
              </a:lnSpc>
              <a:spcBef>
                <a:spcPts val="0"/>
              </a:spcBef>
              <a:spcAft>
                <a:spcPts val="0"/>
              </a:spcAft>
              <a:buSzPts val="1200"/>
              <a:buNone/>
              <a:defRPr/>
            </a:lvl6pPr>
            <a:lvl7pPr algn="ctr">
              <a:lnSpc>
                <a:spcPct val="100000"/>
              </a:lnSpc>
              <a:spcBef>
                <a:spcPts val="0"/>
              </a:spcBef>
              <a:spcAft>
                <a:spcPts val="0"/>
              </a:spcAft>
              <a:buSzPts val="1200"/>
              <a:buNone/>
              <a:defRPr/>
            </a:lvl7pPr>
            <a:lvl8pPr algn="ctr">
              <a:lnSpc>
                <a:spcPct val="100000"/>
              </a:lnSpc>
              <a:spcBef>
                <a:spcPts val="0"/>
              </a:spcBef>
              <a:spcAft>
                <a:spcPts val="0"/>
              </a:spcAft>
              <a:buSzPts val="1200"/>
              <a:buNone/>
              <a:defRPr/>
            </a:lvl8pPr>
            <a:lvl9pPr algn="ctr">
              <a:lnSpc>
                <a:spcPct val="100000"/>
              </a:lnSpc>
              <a:spcBef>
                <a:spcPts val="0"/>
              </a:spcBef>
              <a:spcAft>
                <a:spcPts val="0"/>
              </a:spcAft>
              <a:buSzPts val="1200"/>
              <a:buNone/>
              <a:defRPr/>
            </a:lvl9pPr>
          </a:lstStyle>
          <a:p>
            <a:endParaRPr/>
          </a:p>
        </p:txBody>
      </p:sp>
      <p:sp>
        <p:nvSpPr>
          <p:cNvPr id="43" name="Google Shape;43;p5">
            <a:extLst>
              <a:ext uri="{FF2B5EF4-FFF2-40B4-BE49-F238E27FC236}">
                <a16:creationId xmlns:a16="http://schemas.microsoft.com/office/drawing/2014/main" id="{D8B4593B-929F-4FC1-9129-6D0DFA7A4446}"/>
              </a:ext>
            </a:extLst>
          </p:cNvPr>
          <p:cNvSpPr>
            <a:spLocks noGrp="1"/>
          </p:cNvSpPr>
          <p:nvPr>
            <p:ph type="subTitle" idx="4"/>
          </p:nvPr>
        </p:nvSpPr>
        <p:spPr>
          <a:xfrm>
            <a:off x="5516394" y="2733875"/>
            <a:ext cx="2907600" cy="1489500"/>
          </a:xfrm>
          <a:prstGeom prst="rect">
            <a:avLst/>
          </a:prstGeom>
        </p:spPr>
        <p:txBody>
          <a:bodyPr spcFirstLastPara="1" wrap="square" lIns="91425" tIns="91425" rIns="91425" bIns="91425" anchor="t">
            <a:noAutofit/>
          </a:bodyPr>
          <a:lstStyle>
            <a:lvl1pPr>
              <a:lnSpc>
                <a:spcPct val="100000"/>
              </a:lnSpc>
              <a:spcBef>
                <a:spcPts val="0"/>
              </a:spcBef>
              <a:spcAft>
                <a:spcPts val="0"/>
              </a:spcAft>
              <a:buSzPts val="1200"/>
              <a:buNone/>
              <a:defRPr/>
            </a:lvl1pPr>
            <a:lvl2pPr algn="ctr">
              <a:lnSpc>
                <a:spcPct val="100000"/>
              </a:lnSpc>
              <a:spcBef>
                <a:spcPts val="0"/>
              </a:spcBef>
              <a:spcAft>
                <a:spcPts val="0"/>
              </a:spcAft>
              <a:buSzPts val="1200"/>
              <a:buNone/>
              <a:defRPr/>
            </a:lvl2pPr>
            <a:lvl3pPr algn="ctr">
              <a:lnSpc>
                <a:spcPct val="100000"/>
              </a:lnSpc>
              <a:spcBef>
                <a:spcPts val="0"/>
              </a:spcBef>
              <a:spcAft>
                <a:spcPts val="0"/>
              </a:spcAft>
              <a:buSzPts val="1200"/>
              <a:buNone/>
              <a:defRPr/>
            </a:lvl3pPr>
            <a:lvl4pPr algn="ctr">
              <a:lnSpc>
                <a:spcPct val="100000"/>
              </a:lnSpc>
              <a:spcBef>
                <a:spcPts val="0"/>
              </a:spcBef>
              <a:spcAft>
                <a:spcPts val="0"/>
              </a:spcAft>
              <a:buSzPts val="1200"/>
              <a:buNone/>
              <a:defRPr/>
            </a:lvl4pPr>
            <a:lvl5pPr algn="ctr">
              <a:lnSpc>
                <a:spcPct val="100000"/>
              </a:lnSpc>
              <a:spcBef>
                <a:spcPts val="0"/>
              </a:spcBef>
              <a:spcAft>
                <a:spcPts val="0"/>
              </a:spcAft>
              <a:buSzPts val="1200"/>
              <a:buNone/>
              <a:defRPr/>
            </a:lvl5pPr>
            <a:lvl6pPr algn="ctr">
              <a:lnSpc>
                <a:spcPct val="100000"/>
              </a:lnSpc>
              <a:spcBef>
                <a:spcPts val="0"/>
              </a:spcBef>
              <a:spcAft>
                <a:spcPts val="0"/>
              </a:spcAft>
              <a:buSzPts val="1200"/>
              <a:buNone/>
              <a:defRPr/>
            </a:lvl6pPr>
            <a:lvl7pPr algn="ctr">
              <a:lnSpc>
                <a:spcPct val="100000"/>
              </a:lnSpc>
              <a:spcBef>
                <a:spcPts val="0"/>
              </a:spcBef>
              <a:spcAft>
                <a:spcPts val="0"/>
              </a:spcAft>
              <a:buSzPts val="1200"/>
              <a:buNone/>
              <a:defRPr/>
            </a:lvl7pPr>
            <a:lvl8pPr algn="ctr">
              <a:lnSpc>
                <a:spcPct val="100000"/>
              </a:lnSpc>
              <a:spcBef>
                <a:spcPts val="0"/>
              </a:spcBef>
              <a:spcAft>
                <a:spcPts val="0"/>
              </a:spcAft>
              <a:buSzPts val="1200"/>
              <a:buNone/>
              <a:defRPr/>
            </a:lvl8pPr>
            <a:lvl9pPr algn="ctr">
              <a:lnSpc>
                <a:spcPct val="100000"/>
              </a:lnSpc>
              <a:spcBef>
                <a:spcPts val="0"/>
              </a:spcBef>
              <a:spcAft>
                <a:spcPts val="0"/>
              </a:spcAft>
              <a:buSzPts val="1200"/>
              <a:buNone/>
              <a:defRPr/>
            </a:lvl9pPr>
          </a:lstStyle>
          <a:p>
            <a:endParaRPr/>
          </a:p>
        </p:txBody>
      </p:sp>
      <p:sp>
        <p:nvSpPr>
          <p:cNvPr id="44" name="Google Shape;44;p5">
            <a:extLst>
              <a:ext uri="{FF2B5EF4-FFF2-40B4-BE49-F238E27FC236}">
                <a16:creationId xmlns:a16="http://schemas.microsoft.com/office/drawing/2014/main" id="{A7137F6C-F37A-407A-9F57-54017A4CFBFA}"/>
              </a:ext>
            </a:extLst>
          </p:cNvPr>
          <p:cNvSpPr>
            <a:spLocks noGrp="1"/>
          </p:cNvSpPr>
          <p:nvPr>
            <p:ph type="title"/>
          </p:nvPr>
        </p:nvSpPr>
        <p:spPr>
          <a:xfrm>
            <a:off x="720000" y="445025"/>
            <a:ext cx="7704000" cy="572700"/>
          </a:xfrm>
          <a:prstGeom prst="rect">
            <a:avLst/>
          </a:prstGeom>
        </p:spPr>
        <p:txBody>
          <a:bodyPr spcFirstLastPara="1" wrap="square" lIns="91425" tIns="91425" rIns="91425" bIns="91425" anchor="t">
            <a:noAutofit/>
          </a:bodyPr>
          <a:lstStyle>
            <a:lvl1pPr>
              <a:spcBef>
                <a:spcPts val="0"/>
              </a:spcBef>
              <a:spcAft>
                <a:spcPts val="0"/>
              </a:spcAft>
              <a:buSzPts val="3000"/>
              <a:buNone/>
              <a:defRPr/>
            </a:lvl1pPr>
            <a:lvl2pPr>
              <a:spcBef>
                <a:spcPts val="0"/>
              </a:spcBef>
              <a:spcAft>
                <a:spcPts val="0"/>
              </a:spcAft>
              <a:buSzPts val="3000"/>
              <a:buNone/>
              <a:defRPr/>
            </a:lvl2pPr>
            <a:lvl3pPr>
              <a:spcBef>
                <a:spcPts val="0"/>
              </a:spcBef>
              <a:spcAft>
                <a:spcPts val="0"/>
              </a:spcAft>
              <a:buSzPts val="3000"/>
              <a:buNone/>
              <a:defRPr/>
            </a:lvl3pPr>
            <a:lvl4pPr>
              <a:spcBef>
                <a:spcPts val="0"/>
              </a:spcBef>
              <a:spcAft>
                <a:spcPts val="0"/>
              </a:spcAft>
              <a:buSzPts val="3000"/>
              <a:buNone/>
              <a:defRPr/>
            </a:lvl4pPr>
            <a:lvl5pPr>
              <a:spcBef>
                <a:spcPts val="0"/>
              </a:spcBef>
              <a:spcAft>
                <a:spcPts val="0"/>
              </a:spcAft>
              <a:buSzPts val="3000"/>
              <a:buNone/>
              <a:defRPr/>
            </a:lvl5pPr>
            <a:lvl6pPr>
              <a:spcBef>
                <a:spcPts val="0"/>
              </a:spcBef>
              <a:spcAft>
                <a:spcPts val="0"/>
              </a:spcAft>
              <a:buSzPts val="3000"/>
              <a:buNone/>
              <a:defRPr/>
            </a:lvl6pPr>
            <a:lvl7pPr>
              <a:spcBef>
                <a:spcPts val="0"/>
              </a:spcBef>
              <a:spcAft>
                <a:spcPts val="0"/>
              </a:spcAft>
              <a:buSzPts val="3000"/>
              <a:buNone/>
              <a:defRPr/>
            </a:lvl7pPr>
            <a:lvl8pPr>
              <a:spcBef>
                <a:spcPts val="0"/>
              </a:spcBef>
              <a:spcAft>
                <a:spcPts val="0"/>
              </a:spcAft>
              <a:buSzPts val="3000"/>
              <a:buNone/>
              <a:defRPr/>
            </a:lvl8pPr>
            <a:lvl9pPr>
              <a:spcBef>
                <a:spcPts val="0"/>
              </a:spcBef>
              <a:spcAft>
                <a:spcPts val="0"/>
              </a:spcAft>
              <a:buSzPts val="3000"/>
              <a:buNone/>
              <a:defRPr/>
            </a:lvl9pPr>
          </a:lstStyle>
          <a:p>
            <a:endParaRPr/>
          </a:p>
        </p:txBody>
      </p:sp>
      <p:sp>
        <p:nvSpPr>
          <p:cNvPr id="45" name="Google Shape;45;p5">
            <a:extLst>
              <a:ext uri="{FF2B5EF4-FFF2-40B4-BE49-F238E27FC236}">
                <a16:creationId xmlns:a16="http://schemas.microsoft.com/office/drawing/2014/main" id="{90E37AC2-9FBB-4960-A71E-DFB941298876}"/>
              </a:ext>
            </a:extLst>
          </p:cNvPr>
          <p:cNvSpPr>
            <a:spLocks noGrp="1"/>
          </p:cNvSpPr>
          <p:nvPr>
            <p:ph type="pic" idx="5"/>
          </p:nvPr>
        </p:nvSpPr>
        <p:spPr>
          <a:xfrm>
            <a:off x="0" y="1711625"/>
            <a:ext cx="2162100" cy="2896800"/>
          </a:xfrm>
          <a:prstGeom prst="rect">
            <a:avLst/>
          </a:prstGeom>
          <a:noFill/>
          <a:ln>
            <a:noFill/>
          </a:ln>
        </p:spPr>
      </p:sp>
      <p:pic>
        <p:nvPicPr>
          <p:cNvPr id="47" name="Google Shape;47;p5">
            <a:extLst>
              <a:ext uri="{FF2B5EF4-FFF2-40B4-BE49-F238E27FC236}">
                <a16:creationId xmlns:a16="http://schemas.microsoft.com/office/drawing/2014/main" id="{C48B8925-C262-421F-8D84-578C3176A2BA}"/>
              </a:ext>
            </a:extLst>
          </p:cNvPr>
          <p:cNvPicPr>
            <a:picLocks noChangeAspect="1"/>
          </p:cNvPicPr>
          <p:nvPr/>
        </p:nvPicPr>
        <p:blipFill rotWithShape="1">
          <a:blip r:embed="rId3" cstate="screen">
            <a:alphaModFix/>
            <a:extLst>
              <a:ext uri="{28A0092B-C50C-407E-A947-70E740481C1C}">
                <a14:useLocalDpi xmlns:a14="http://schemas.microsoft.com/office/drawing/2010/main"/>
              </a:ext>
            </a:extLst>
          </a:blip>
          <a:srcRect/>
          <a:stretch/>
        </p:blipFill>
        <p:spPr>
          <a:xfrm rot="-8748636">
            <a:off x="8663526" y="397975"/>
            <a:ext cx="1042351" cy="1704973"/>
          </a:xfrm>
          <a:prstGeom prst="rect">
            <a:avLst/>
          </a:prstGeom>
          <a:ln>
            <a:noFill/>
          </a:ln>
        </p:spPr>
      </p:pic>
      <p:pic>
        <p:nvPicPr>
          <p:cNvPr id="48" name="Google Shape;48;p5">
            <a:extLst>
              <a:ext uri="{FF2B5EF4-FFF2-40B4-BE49-F238E27FC236}">
                <a16:creationId xmlns:a16="http://schemas.microsoft.com/office/drawing/2014/main" id="{D774C8CF-352D-41F2-AD1E-AAC3ADCDE531}"/>
              </a:ext>
            </a:extLst>
          </p:cNvPr>
          <p:cNvPicPr>
            <a:picLocks noChangeAspect="1"/>
          </p:cNvPicPr>
          <p:nvPr/>
        </p:nvPicPr>
        <p:blipFill>
          <a:blip r:embed="rId4" cstate="screen">
            <a:alphaModFix/>
            <a:extLst>
              <a:ext uri="{28A0092B-C50C-407E-A947-70E740481C1C}">
                <a14:useLocalDpi xmlns:a14="http://schemas.microsoft.com/office/drawing/2010/main"/>
              </a:ext>
            </a:extLst>
          </a:blip>
          <a:stretch>
            <a:fillRect/>
          </a:stretch>
        </p:blipFill>
        <p:spPr>
          <a:xfrm>
            <a:off x="7391400" y="-841350"/>
            <a:ext cx="1666875" cy="1423976"/>
          </a:xfrm>
          <a:prstGeom prst="rect">
            <a:avLst/>
          </a:prstGeom>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
        <p:cNvGrpSpPr/>
        <p:nvPr/>
      </p:nvGrpSpPr>
      <p:grpSpPr>
        <a:xfrm>
          <a:off x="0" y="0"/>
          <a:ext cx="0" cy="0"/>
          <a:chOff x="0" y="0"/>
          <a:chExt cx="0" cy="0"/>
        </a:xfrm>
      </p:grpSpPr>
      <p:pic>
        <p:nvPicPr>
          <p:cNvPr id="50" name="Google Shape;50;p6">
            <a:extLst>
              <a:ext uri="{FF2B5EF4-FFF2-40B4-BE49-F238E27FC236}">
                <a16:creationId xmlns:a16="http://schemas.microsoft.com/office/drawing/2014/main" id="{6DEF86FC-A5C5-4CEC-A015-99C6CF30ED52}"/>
              </a:ext>
            </a:extLst>
          </p:cNvPr>
          <p:cNvPicPr>
            <a:picLocks noChangeAspect="1"/>
          </p:cNvPicPr>
          <p:nvPr/>
        </p:nvPicPr>
        <p:blipFill rotWithShape="1">
          <a:blip r:embed="rId2" cstate="screen">
            <a:alphaModFix/>
            <a:extLst>
              <a:ext uri="{28A0092B-C50C-407E-A947-70E740481C1C}">
                <a14:useLocalDpi xmlns:a14="http://schemas.microsoft.com/office/drawing/2010/main"/>
              </a:ext>
            </a:extLst>
          </a:blip>
          <a:srcRect/>
          <a:stretch/>
        </p:blipFill>
        <p:spPr>
          <a:xfrm>
            <a:off x="0" y="0"/>
            <a:ext cx="9144000" cy="5143500"/>
          </a:xfrm>
          <a:prstGeom prst="rect">
            <a:avLst/>
          </a:prstGeom>
          <a:ln>
            <a:noFill/>
          </a:ln>
        </p:spPr>
      </p:pic>
      <p:sp>
        <p:nvSpPr>
          <p:cNvPr id="51" name="Google Shape;51;p6">
            <a:extLst>
              <a:ext uri="{FF2B5EF4-FFF2-40B4-BE49-F238E27FC236}">
                <a16:creationId xmlns:a16="http://schemas.microsoft.com/office/drawing/2014/main" id="{0A5D6AD6-801F-4129-B7D1-9B4F99587B4A}"/>
              </a:ext>
            </a:extLst>
          </p:cNvPr>
          <p:cNvSpPr>
            <a:spLocks noGrp="1"/>
          </p:cNvSpPr>
          <p:nvPr>
            <p:ph type="title"/>
          </p:nvPr>
        </p:nvSpPr>
        <p:spPr>
          <a:xfrm>
            <a:off x="720000" y="445025"/>
            <a:ext cx="7704000" cy="572700"/>
          </a:xfrm>
          <a:prstGeom prst="rect">
            <a:avLst/>
          </a:prstGeom>
        </p:spPr>
        <p:txBody>
          <a:bodyPr spcFirstLastPara="1" wrap="square" lIns="91425" tIns="91425" rIns="91425" bIns="91425" anchor="t">
            <a:noAutofit/>
          </a:bodyPr>
          <a:lstStyle>
            <a:lvl1pPr>
              <a:spcBef>
                <a:spcPts val="0"/>
              </a:spcBef>
              <a:spcAft>
                <a:spcPts val="0"/>
              </a:spcAft>
              <a:buSzPts val="3000"/>
              <a:buNone/>
              <a:defRPr/>
            </a:lvl1pPr>
            <a:lvl2pPr>
              <a:spcBef>
                <a:spcPts val="0"/>
              </a:spcBef>
              <a:spcAft>
                <a:spcPts val="0"/>
              </a:spcAft>
              <a:buSzPts val="3000"/>
              <a:buNone/>
              <a:defRPr/>
            </a:lvl2pPr>
            <a:lvl3pPr>
              <a:spcBef>
                <a:spcPts val="0"/>
              </a:spcBef>
              <a:spcAft>
                <a:spcPts val="0"/>
              </a:spcAft>
              <a:buSzPts val="3000"/>
              <a:buNone/>
              <a:defRPr/>
            </a:lvl3pPr>
            <a:lvl4pPr>
              <a:spcBef>
                <a:spcPts val="0"/>
              </a:spcBef>
              <a:spcAft>
                <a:spcPts val="0"/>
              </a:spcAft>
              <a:buSzPts val="3000"/>
              <a:buNone/>
              <a:defRPr/>
            </a:lvl4pPr>
            <a:lvl5pPr>
              <a:spcBef>
                <a:spcPts val="0"/>
              </a:spcBef>
              <a:spcAft>
                <a:spcPts val="0"/>
              </a:spcAft>
              <a:buSzPts val="3000"/>
              <a:buNone/>
              <a:defRPr/>
            </a:lvl5pPr>
            <a:lvl6pPr>
              <a:spcBef>
                <a:spcPts val="0"/>
              </a:spcBef>
              <a:spcAft>
                <a:spcPts val="0"/>
              </a:spcAft>
              <a:buSzPts val="3000"/>
              <a:buNone/>
              <a:defRPr/>
            </a:lvl6pPr>
            <a:lvl7pPr>
              <a:spcBef>
                <a:spcPts val="0"/>
              </a:spcBef>
              <a:spcAft>
                <a:spcPts val="0"/>
              </a:spcAft>
              <a:buSzPts val="3000"/>
              <a:buNone/>
              <a:defRPr/>
            </a:lvl7pPr>
            <a:lvl8pPr>
              <a:spcBef>
                <a:spcPts val="0"/>
              </a:spcBef>
              <a:spcAft>
                <a:spcPts val="0"/>
              </a:spcAft>
              <a:buSzPts val="3000"/>
              <a:buNone/>
              <a:defRPr/>
            </a:lvl8pPr>
            <a:lvl9pPr>
              <a:spcBef>
                <a:spcPts val="0"/>
              </a:spcBef>
              <a:spcAft>
                <a:spcPts val="0"/>
              </a:spcAft>
              <a:buSzPts val="3000"/>
              <a:buNone/>
              <a:defRPr/>
            </a:lvl9pPr>
          </a:lstStyle>
          <a:p>
            <a:endParaRPr/>
          </a:p>
        </p:txBody>
      </p:sp>
      <p:pic>
        <p:nvPicPr>
          <p:cNvPr id="53" name="Google Shape;53;p6">
            <a:extLst>
              <a:ext uri="{FF2B5EF4-FFF2-40B4-BE49-F238E27FC236}">
                <a16:creationId xmlns:a16="http://schemas.microsoft.com/office/drawing/2014/main" id="{0EF27E3E-A567-4C31-96F4-AE3BEDDD6A00}"/>
              </a:ext>
            </a:extLst>
          </p:cNvPr>
          <p:cNvPicPr>
            <a:picLocks noChangeAspect="1"/>
          </p:cNvPicPr>
          <p:nvPr/>
        </p:nvPicPr>
        <p:blipFill>
          <a:blip r:embed="rId3" cstate="screen">
            <a:alphaModFix/>
            <a:extLst>
              <a:ext uri="{28A0092B-C50C-407E-A947-70E740481C1C}">
                <a14:useLocalDpi xmlns:a14="http://schemas.microsoft.com/office/drawing/2010/main"/>
              </a:ext>
            </a:extLst>
          </a:blip>
          <a:stretch>
            <a:fillRect/>
          </a:stretch>
        </p:blipFill>
        <p:spPr>
          <a:xfrm rot="-7037278">
            <a:off x="815900" y="-821226"/>
            <a:ext cx="1042352" cy="1704974"/>
          </a:xfrm>
          <a:prstGeom prst="rect">
            <a:avLst/>
          </a:prstGeom>
          <a:ln>
            <a:noFill/>
          </a:ln>
        </p:spPr>
      </p:pic>
      <p:pic>
        <p:nvPicPr>
          <p:cNvPr id="54" name="Google Shape;54;p6">
            <a:extLst>
              <a:ext uri="{FF2B5EF4-FFF2-40B4-BE49-F238E27FC236}">
                <a16:creationId xmlns:a16="http://schemas.microsoft.com/office/drawing/2014/main" id="{C13CB08A-5144-4110-A946-B83721411C8D}"/>
              </a:ext>
            </a:extLst>
          </p:cNvPr>
          <p:cNvPicPr>
            <a:picLocks noChangeAspect="1"/>
          </p:cNvPicPr>
          <p:nvPr/>
        </p:nvPicPr>
        <p:blipFill rotWithShape="1">
          <a:blip r:embed="rId4" cstate="screen">
            <a:alphaModFix/>
            <a:extLst>
              <a:ext uri="{28A0092B-C50C-407E-A947-70E740481C1C}">
                <a14:useLocalDpi xmlns:a14="http://schemas.microsoft.com/office/drawing/2010/main"/>
              </a:ext>
            </a:extLst>
          </a:blip>
          <a:srcRect/>
          <a:stretch/>
        </p:blipFill>
        <p:spPr>
          <a:xfrm>
            <a:off x="-946875" y="71963"/>
            <a:ext cx="1666875" cy="1423976"/>
          </a:xfrm>
          <a:prstGeom prst="rect">
            <a:avLst/>
          </a:prstGeom>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
        <p:cNvGrpSpPr/>
        <p:nvPr/>
      </p:nvGrpSpPr>
      <p:grpSpPr>
        <a:xfrm>
          <a:off x="0" y="0"/>
          <a:ext cx="0" cy="0"/>
          <a:chOff x="0" y="0"/>
          <a:chExt cx="0" cy="0"/>
        </a:xfrm>
      </p:grpSpPr>
      <p:pic>
        <p:nvPicPr>
          <p:cNvPr id="56" name="Google Shape;56;p7">
            <a:extLst>
              <a:ext uri="{FF2B5EF4-FFF2-40B4-BE49-F238E27FC236}">
                <a16:creationId xmlns:a16="http://schemas.microsoft.com/office/drawing/2014/main" id="{AC6EFBD8-9B41-4E2D-A500-8349B2AA05AF}"/>
              </a:ext>
            </a:extLst>
          </p:cNvPr>
          <p:cNvPicPr>
            <a:picLocks noChangeAspect="1"/>
          </p:cNvPicPr>
          <p:nvPr/>
        </p:nvPicPr>
        <p:blipFill rotWithShape="1">
          <a:blip r:embed="rId2" cstate="screen">
            <a:alphaModFix/>
            <a:extLst>
              <a:ext uri="{28A0092B-C50C-407E-A947-70E740481C1C}">
                <a14:useLocalDpi xmlns:a14="http://schemas.microsoft.com/office/drawing/2010/main"/>
              </a:ext>
            </a:extLst>
          </a:blip>
          <a:srcRect/>
          <a:stretch/>
        </p:blipFill>
        <p:spPr>
          <a:xfrm>
            <a:off x="0" y="0"/>
            <a:ext cx="9144000" cy="5143500"/>
          </a:xfrm>
          <a:prstGeom prst="rect">
            <a:avLst/>
          </a:prstGeom>
          <a:ln>
            <a:noFill/>
          </a:ln>
        </p:spPr>
      </p:pic>
      <p:sp>
        <p:nvSpPr>
          <p:cNvPr id="57" name="Google Shape;57;p7">
            <a:extLst>
              <a:ext uri="{FF2B5EF4-FFF2-40B4-BE49-F238E27FC236}">
                <a16:creationId xmlns:a16="http://schemas.microsoft.com/office/drawing/2014/main" id="{7D146894-0204-4469-AFE0-65E80F2111A2}"/>
              </a:ext>
            </a:extLst>
          </p:cNvPr>
          <p:cNvSpPr>
            <a:spLocks noGrp="1"/>
          </p:cNvSpPr>
          <p:nvPr>
            <p:ph type="title"/>
          </p:nvPr>
        </p:nvSpPr>
        <p:spPr>
          <a:xfrm>
            <a:off x="3749472" y="1054925"/>
            <a:ext cx="3956400" cy="572700"/>
          </a:xfrm>
          <a:prstGeom prst="rect">
            <a:avLst/>
          </a:prstGeom>
        </p:spPr>
        <p:txBody>
          <a:bodyPr spcFirstLastPara="1" wrap="square" lIns="91425" tIns="91425" rIns="91425" bIns="91425" anchor="b">
            <a:noAutofit/>
          </a:bodyPr>
          <a:lstStyle>
            <a:lvl1pPr algn="l">
              <a:lnSpc>
                <a:spcPct val="100000"/>
              </a:lnSpc>
              <a:spcBef>
                <a:spcPts val="0"/>
              </a:spcBef>
              <a:spcAft>
                <a:spcPts val="0"/>
              </a:spcAft>
              <a:buSzPts val="3000"/>
              <a:buNone/>
              <a:defRPr/>
            </a:lvl1pPr>
            <a:lvl2pPr>
              <a:lnSpc>
                <a:spcPct val="100000"/>
              </a:lnSpc>
              <a:spcBef>
                <a:spcPts val="0"/>
              </a:spcBef>
              <a:spcAft>
                <a:spcPts val="0"/>
              </a:spcAft>
              <a:buSzPts val="3000"/>
              <a:buNone/>
              <a:defRPr/>
            </a:lvl2pPr>
            <a:lvl3pPr>
              <a:lnSpc>
                <a:spcPct val="100000"/>
              </a:lnSpc>
              <a:spcBef>
                <a:spcPts val="0"/>
              </a:spcBef>
              <a:spcAft>
                <a:spcPts val="0"/>
              </a:spcAft>
              <a:buSzPts val="3000"/>
              <a:buNone/>
              <a:defRPr/>
            </a:lvl3pPr>
            <a:lvl4pPr>
              <a:lnSpc>
                <a:spcPct val="100000"/>
              </a:lnSpc>
              <a:spcBef>
                <a:spcPts val="0"/>
              </a:spcBef>
              <a:spcAft>
                <a:spcPts val="0"/>
              </a:spcAft>
              <a:buSzPts val="3000"/>
              <a:buNone/>
              <a:defRPr/>
            </a:lvl4pPr>
            <a:lvl5pPr>
              <a:lnSpc>
                <a:spcPct val="100000"/>
              </a:lnSpc>
              <a:spcBef>
                <a:spcPts val="0"/>
              </a:spcBef>
              <a:spcAft>
                <a:spcPts val="0"/>
              </a:spcAft>
              <a:buSzPts val="3000"/>
              <a:buNone/>
              <a:defRPr/>
            </a:lvl5pPr>
            <a:lvl6pPr>
              <a:lnSpc>
                <a:spcPct val="100000"/>
              </a:lnSpc>
              <a:spcBef>
                <a:spcPts val="0"/>
              </a:spcBef>
              <a:spcAft>
                <a:spcPts val="0"/>
              </a:spcAft>
              <a:buSzPts val="3000"/>
              <a:buNone/>
              <a:defRPr/>
            </a:lvl6pPr>
            <a:lvl7pPr>
              <a:lnSpc>
                <a:spcPct val="100000"/>
              </a:lnSpc>
              <a:spcBef>
                <a:spcPts val="0"/>
              </a:spcBef>
              <a:spcAft>
                <a:spcPts val="0"/>
              </a:spcAft>
              <a:buSzPts val="3000"/>
              <a:buNone/>
              <a:defRPr/>
            </a:lvl7pPr>
            <a:lvl8pPr>
              <a:lnSpc>
                <a:spcPct val="100000"/>
              </a:lnSpc>
              <a:spcBef>
                <a:spcPts val="0"/>
              </a:spcBef>
              <a:spcAft>
                <a:spcPts val="0"/>
              </a:spcAft>
              <a:buSzPts val="3000"/>
              <a:buNone/>
              <a:defRPr/>
            </a:lvl8pPr>
            <a:lvl9pPr>
              <a:lnSpc>
                <a:spcPct val="100000"/>
              </a:lnSpc>
              <a:spcBef>
                <a:spcPts val="0"/>
              </a:spcBef>
              <a:spcAft>
                <a:spcPts val="0"/>
              </a:spcAft>
              <a:buSzPts val="3000"/>
              <a:buNone/>
              <a:defRPr/>
            </a:lvl9pPr>
          </a:lstStyle>
          <a:p>
            <a:endParaRPr/>
          </a:p>
        </p:txBody>
      </p:sp>
      <p:sp>
        <p:nvSpPr>
          <p:cNvPr id="58" name="Google Shape;58;p7">
            <a:extLst>
              <a:ext uri="{FF2B5EF4-FFF2-40B4-BE49-F238E27FC236}">
                <a16:creationId xmlns:a16="http://schemas.microsoft.com/office/drawing/2014/main" id="{542FE065-A201-47E2-838E-EACF23586E3B}"/>
              </a:ext>
            </a:extLst>
          </p:cNvPr>
          <p:cNvSpPr>
            <a:spLocks noGrp="1"/>
          </p:cNvSpPr>
          <p:nvPr>
            <p:ph type="body" idx="1"/>
          </p:nvPr>
        </p:nvSpPr>
        <p:spPr>
          <a:xfrm>
            <a:off x="3749475" y="2025175"/>
            <a:ext cx="3956400" cy="2063400"/>
          </a:xfrm>
          <a:prstGeom prst="rect">
            <a:avLst/>
          </a:prstGeom>
        </p:spPr>
        <p:txBody>
          <a:bodyPr spcFirstLastPara="1" wrap="square" lIns="91425" tIns="91425" rIns="91425" bIns="91425" anchor="t">
            <a:noAutofit/>
          </a:bodyPr>
          <a:lstStyle>
            <a:lvl1pPr marL="457200" indent="-304800">
              <a:lnSpc>
                <a:spcPct val="100000"/>
              </a:lnSpc>
              <a:spcBef>
                <a:spcPts val="0"/>
              </a:spcBef>
              <a:spcAft>
                <a:spcPts val="0"/>
              </a:spcAft>
              <a:buSzPts val="1200"/>
              <a:buFont typeface="Nunito Light"/>
              <a:buChar char="●"/>
              <a:defRPr/>
            </a:lvl1pPr>
            <a:lvl2pPr marL="914400" indent="-304800">
              <a:lnSpc>
                <a:spcPct val="100000"/>
              </a:lnSpc>
              <a:spcBef>
                <a:spcPts val="0"/>
              </a:spcBef>
              <a:spcAft>
                <a:spcPts val="0"/>
              </a:spcAft>
              <a:buSzPts val="1200"/>
              <a:buFont typeface="Nunito Light"/>
              <a:buChar char="○"/>
              <a:defRPr/>
            </a:lvl2pPr>
            <a:lvl3pPr marL="1371600" indent="-304800">
              <a:lnSpc>
                <a:spcPct val="100000"/>
              </a:lnSpc>
              <a:spcBef>
                <a:spcPts val="0"/>
              </a:spcBef>
              <a:spcAft>
                <a:spcPts val="0"/>
              </a:spcAft>
              <a:buSzPts val="1200"/>
              <a:buFont typeface="Nunito Light"/>
              <a:buChar char="■"/>
              <a:defRPr/>
            </a:lvl3pPr>
            <a:lvl4pPr marL="1828800" indent="-304800">
              <a:lnSpc>
                <a:spcPct val="100000"/>
              </a:lnSpc>
              <a:spcBef>
                <a:spcPts val="0"/>
              </a:spcBef>
              <a:spcAft>
                <a:spcPts val="0"/>
              </a:spcAft>
              <a:buSzPts val="1200"/>
              <a:buFont typeface="Nunito Light"/>
              <a:buChar char="●"/>
              <a:defRPr/>
            </a:lvl4pPr>
            <a:lvl5pPr marL="2286000" indent="-304800">
              <a:lnSpc>
                <a:spcPct val="100000"/>
              </a:lnSpc>
              <a:spcBef>
                <a:spcPts val="0"/>
              </a:spcBef>
              <a:spcAft>
                <a:spcPts val="0"/>
              </a:spcAft>
              <a:buSzPts val="1200"/>
              <a:buFont typeface="Nunito Light"/>
              <a:buChar char="○"/>
              <a:defRPr/>
            </a:lvl5pPr>
            <a:lvl6pPr marL="2743200" indent="-304800">
              <a:lnSpc>
                <a:spcPct val="100000"/>
              </a:lnSpc>
              <a:spcBef>
                <a:spcPts val="0"/>
              </a:spcBef>
              <a:spcAft>
                <a:spcPts val="0"/>
              </a:spcAft>
              <a:buSzPts val="1200"/>
              <a:buFont typeface="Nunito Light"/>
              <a:buChar char="■"/>
              <a:defRPr/>
            </a:lvl6pPr>
            <a:lvl7pPr marL="3200400" indent="-304800">
              <a:lnSpc>
                <a:spcPct val="100000"/>
              </a:lnSpc>
              <a:spcBef>
                <a:spcPts val="0"/>
              </a:spcBef>
              <a:spcAft>
                <a:spcPts val="0"/>
              </a:spcAft>
              <a:buSzPts val="1200"/>
              <a:buFont typeface="Nunito Light"/>
              <a:buChar char="●"/>
              <a:defRPr/>
            </a:lvl7pPr>
            <a:lvl8pPr marL="3657600" indent="-304800">
              <a:lnSpc>
                <a:spcPct val="100000"/>
              </a:lnSpc>
              <a:spcBef>
                <a:spcPts val="0"/>
              </a:spcBef>
              <a:spcAft>
                <a:spcPts val="0"/>
              </a:spcAft>
              <a:buSzPts val="1200"/>
              <a:buFont typeface="Nunito Light"/>
              <a:buChar char="○"/>
              <a:defRPr/>
            </a:lvl8pPr>
            <a:lvl9pPr marL="4114800" indent="-304800">
              <a:lnSpc>
                <a:spcPct val="100000"/>
              </a:lnSpc>
              <a:spcBef>
                <a:spcPts val="0"/>
              </a:spcBef>
              <a:spcAft>
                <a:spcPts val="0"/>
              </a:spcAft>
              <a:buSzPts val="1200"/>
              <a:buFont typeface="Nunito Light"/>
              <a:buChar char="■"/>
              <a:defRPr/>
            </a:lvl9pPr>
          </a:lstStyle>
          <a:p>
            <a:endParaRPr/>
          </a:p>
        </p:txBody>
      </p:sp>
      <p:sp>
        <p:nvSpPr>
          <p:cNvPr id="59" name="Google Shape;59;p7">
            <a:extLst>
              <a:ext uri="{FF2B5EF4-FFF2-40B4-BE49-F238E27FC236}">
                <a16:creationId xmlns:a16="http://schemas.microsoft.com/office/drawing/2014/main" id="{1CEC1A7D-5CA7-4A50-9599-84A096A8410F}"/>
              </a:ext>
            </a:extLst>
          </p:cNvPr>
          <p:cNvSpPr>
            <a:spLocks noGrp="1"/>
          </p:cNvSpPr>
          <p:nvPr>
            <p:ph type="pic" idx="2"/>
          </p:nvPr>
        </p:nvSpPr>
        <p:spPr>
          <a:xfrm>
            <a:off x="0" y="0"/>
            <a:ext cx="3524400" cy="5143500"/>
          </a:xfrm>
          <a:prstGeom prst="rect">
            <a:avLst/>
          </a:prstGeom>
          <a:noFill/>
          <a:ln>
            <a:noFill/>
          </a:ln>
        </p:spPr>
      </p:sp>
      <p:pic>
        <p:nvPicPr>
          <p:cNvPr id="61" name="Google Shape;61;p7">
            <a:extLst>
              <a:ext uri="{FF2B5EF4-FFF2-40B4-BE49-F238E27FC236}">
                <a16:creationId xmlns:a16="http://schemas.microsoft.com/office/drawing/2014/main" id="{39271BE8-1CFD-462C-8051-761CF53746D2}"/>
              </a:ext>
            </a:extLst>
          </p:cNvPr>
          <p:cNvPicPr>
            <a:picLocks noChangeAspect="1"/>
          </p:cNvPicPr>
          <p:nvPr/>
        </p:nvPicPr>
        <p:blipFill rotWithShape="1">
          <a:blip r:embed="rId3" cstate="screen">
            <a:alphaModFix/>
            <a:extLst>
              <a:ext uri="{28A0092B-C50C-407E-A947-70E740481C1C}">
                <a14:useLocalDpi xmlns:a14="http://schemas.microsoft.com/office/drawing/2010/main"/>
              </a:ext>
            </a:extLst>
          </a:blip>
          <a:srcRect l="60" r="50"/>
          <a:stretch/>
        </p:blipFill>
        <p:spPr>
          <a:xfrm rot="-599362">
            <a:off x="7844342" y="4496622"/>
            <a:ext cx="1635290" cy="743707"/>
          </a:xfrm>
          <a:prstGeom prst="rect">
            <a:avLst/>
          </a:prstGeom>
          <a:ln>
            <a:noFill/>
          </a:ln>
        </p:spPr>
      </p:pic>
      <p:pic>
        <p:nvPicPr>
          <p:cNvPr id="62" name="Google Shape;62;p7">
            <a:extLst>
              <a:ext uri="{FF2B5EF4-FFF2-40B4-BE49-F238E27FC236}">
                <a16:creationId xmlns:a16="http://schemas.microsoft.com/office/drawing/2014/main" id="{B78BA7BA-7615-4B1D-B463-63BC2E0BDF6B}"/>
              </a:ext>
            </a:extLst>
          </p:cNvPr>
          <p:cNvPicPr>
            <a:picLocks noChangeAspect="1"/>
          </p:cNvPicPr>
          <p:nvPr/>
        </p:nvPicPr>
        <p:blipFill rotWithShape="1">
          <a:blip r:embed="rId4" cstate="screen">
            <a:alphaModFix/>
            <a:extLst>
              <a:ext uri="{28A0092B-C50C-407E-A947-70E740481C1C}">
                <a14:useLocalDpi xmlns:a14="http://schemas.microsoft.com/office/drawing/2010/main"/>
              </a:ext>
            </a:extLst>
          </a:blip>
          <a:srcRect/>
          <a:stretch/>
        </p:blipFill>
        <p:spPr>
          <a:xfrm rot="4465731">
            <a:off x="8082900" y="3065016"/>
            <a:ext cx="1554450" cy="757250"/>
          </a:xfrm>
          <a:prstGeom prst="rect">
            <a:avLst/>
          </a:prstGeom>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
        <p:cNvGrpSpPr/>
        <p:nvPr/>
      </p:nvGrpSpPr>
      <p:grpSpPr>
        <a:xfrm>
          <a:off x="0" y="0"/>
          <a:ext cx="0" cy="0"/>
          <a:chOff x="0" y="0"/>
          <a:chExt cx="0" cy="0"/>
        </a:xfrm>
      </p:grpSpPr>
      <p:pic>
        <p:nvPicPr>
          <p:cNvPr id="64" name="Google Shape;64;p8">
            <a:extLst>
              <a:ext uri="{FF2B5EF4-FFF2-40B4-BE49-F238E27FC236}">
                <a16:creationId xmlns:a16="http://schemas.microsoft.com/office/drawing/2014/main" id="{8F15E0AA-CC3C-4534-A146-95F4FFC4256F}"/>
              </a:ext>
            </a:extLst>
          </p:cNvPr>
          <p:cNvPicPr>
            <a:picLocks noChangeAspect="1"/>
          </p:cNvPicPr>
          <p:nvPr/>
        </p:nvPicPr>
        <p:blipFill rotWithShape="1">
          <a:blip r:embed="rId2" cstate="screen">
            <a:alphaModFix/>
            <a:extLst>
              <a:ext uri="{28A0092B-C50C-407E-A947-70E740481C1C}">
                <a14:useLocalDpi xmlns:a14="http://schemas.microsoft.com/office/drawing/2010/main"/>
              </a:ext>
            </a:extLst>
          </a:blip>
          <a:srcRect/>
          <a:stretch/>
        </p:blipFill>
        <p:spPr>
          <a:xfrm>
            <a:off x="0" y="0"/>
            <a:ext cx="9144000" cy="5143500"/>
          </a:xfrm>
          <a:prstGeom prst="rect">
            <a:avLst/>
          </a:prstGeom>
          <a:ln>
            <a:noFill/>
          </a:ln>
        </p:spPr>
      </p:pic>
      <p:pic>
        <p:nvPicPr>
          <p:cNvPr id="66" name="Google Shape;66;p8">
            <a:extLst>
              <a:ext uri="{FF2B5EF4-FFF2-40B4-BE49-F238E27FC236}">
                <a16:creationId xmlns:a16="http://schemas.microsoft.com/office/drawing/2014/main" id="{3E0FF271-FFCF-457D-837B-69E4B0AEAE5B}"/>
              </a:ext>
            </a:extLst>
          </p:cNvPr>
          <p:cNvPicPr>
            <a:picLocks noChangeAspect="1"/>
          </p:cNvPicPr>
          <p:nvPr/>
        </p:nvPicPr>
        <p:blipFill>
          <a:blip r:embed="rId3" cstate="screen">
            <a:alphaModFix/>
            <a:extLst>
              <a:ext uri="{28A0092B-C50C-407E-A947-70E740481C1C}">
                <a14:useLocalDpi xmlns:a14="http://schemas.microsoft.com/office/drawing/2010/main"/>
              </a:ext>
            </a:extLst>
          </a:blip>
          <a:stretch>
            <a:fillRect/>
          </a:stretch>
        </p:blipFill>
        <p:spPr>
          <a:xfrm rot="2043951">
            <a:off x="-295275" y="4153866"/>
            <a:ext cx="1554450" cy="757250"/>
          </a:xfrm>
          <a:prstGeom prst="rect">
            <a:avLst/>
          </a:prstGeom>
          <a:ln>
            <a:noFill/>
          </a:ln>
        </p:spPr>
      </p:pic>
      <p:pic>
        <p:nvPicPr>
          <p:cNvPr id="67" name="Google Shape;67;p8">
            <a:extLst>
              <a:ext uri="{FF2B5EF4-FFF2-40B4-BE49-F238E27FC236}">
                <a16:creationId xmlns:a16="http://schemas.microsoft.com/office/drawing/2014/main" id="{B9CEDD7F-18A9-493E-B297-D370F1E296F7}"/>
              </a:ext>
            </a:extLst>
          </p:cNvPr>
          <p:cNvPicPr>
            <a:picLocks noChangeAspect="1"/>
          </p:cNvPicPr>
          <p:nvPr/>
        </p:nvPicPr>
        <p:blipFill>
          <a:blip r:embed="rId4" cstate="screen">
            <a:alphaModFix/>
            <a:extLst>
              <a:ext uri="{28A0092B-C50C-407E-A947-70E740481C1C}">
                <a14:useLocalDpi xmlns:a14="http://schemas.microsoft.com/office/drawing/2010/main"/>
              </a:ext>
            </a:extLst>
          </a:blip>
          <a:stretch>
            <a:fillRect/>
          </a:stretch>
        </p:blipFill>
        <p:spPr>
          <a:xfrm rot="994335">
            <a:off x="8726018" y="3121478"/>
            <a:ext cx="569668" cy="1435595"/>
          </a:xfrm>
          <a:prstGeom prst="rect">
            <a:avLst/>
          </a:prstGeom>
          <a:ln>
            <a:noFill/>
          </a:ln>
        </p:spPr>
      </p:pic>
      <p:pic>
        <p:nvPicPr>
          <p:cNvPr id="68" name="Google Shape;68;p8">
            <a:extLst>
              <a:ext uri="{FF2B5EF4-FFF2-40B4-BE49-F238E27FC236}">
                <a16:creationId xmlns:a16="http://schemas.microsoft.com/office/drawing/2014/main" id="{E0906F78-BF3A-458A-95F4-8F89F1ECA209}"/>
              </a:ext>
            </a:extLst>
          </p:cNvPr>
          <p:cNvPicPr>
            <a:picLocks noChangeAspect="1"/>
          </p:cNvPicPr>
          <p:nvPr/>
        </p:nvPicPr>
        <p:blipFill>
          <a:blip r:embed="rId5" cstate="screen">
            <a:alphaModFix/>
            <a:extLst>
              <a:ext uri="{28A0092B-C50C-407E-A947-70E740481C1C}">
                <a14:useLocalDpi xmlns:a14="http://schemas.microsoft.com/office/drawing/2010/main"/>
              </a:ext>
            </a:extLst>
          </a:blip>
          <a:stretch>
            <a:fillRect/>
          </a:stretch>
        </p:blipFill>
        <p:spPr>
          <a:xfrm rot="-1320648">
            <a:off x="146728" y="183700"/>
            <a:ext cx="534968" cy="653726"/>
          </a:xfrm>
          <a:prstGeom prst="rect">
            <a:avLst/>
          </a:prstGeom>
          <a:ln>
            <a:noFill/>
          </a:ln>
        </p:spPr>
      </p:pic>
      <p:pic>
        <p:nvPicPr>
          <p:cNvPr id="69" name="Google Shape;69;p8">
            <a:extLst>
              <a:ext uri="{FF2B5EF4-FFF2-40B4-BE49-F238E27FC236}">
                <a16:creationId xmlns:a16="http://schemas.microsoft.com/office/drawing/2014/main" id="{682C8668-89B2-41A4-9054-25B5E935214E}"/>
              </a:ext>
            </a:extLst>
          </p:cNvPr>
          <p:cNvPicPr>
            <a:picLocks noChangeAspect="1"/>
          </p:cNvPicPr>
          <p:nvPr/>
        </p:nvPicPr>
        <p:blipFill>
          <a:blip r:embed="rId6" cstate="screen">
            <a:alphaModFix/>
            <a:extLst>
              <a:ext uri="{28A0092B-C50C-407E-A947-70E740481C1C}">
                <a14:useLocalDpi xmlns:a14="http://schemas.microsoft.com/office/drawing/2010/main"/>
              </a:ext>
            </a:extLst>
          </a:blip>
          <a:stretch>
            <a:fillRect/>
          </a:stretch>
        </p:blipFill>
        <p:spPr>
          <a:xfrm rot="-599363">
            <a:off x="2624642" y="4617772"/>
            <a:ext cx="1635290" cy="743707"/>
          </a:xfrm>
          <a:prstGeom prst="rect">
            <a:avLst/>
          </a:prstGeom>
          <a:ln>
            <a:noFill/>
          </a:ln>
        </p:spPr>
      </p:pic>
      <p:pic>
        <p:nvPicPr>
          <p:cNvPr id="70" name="Google Shape;70;p8">
            <a:extLst>
              <a:ext uri="{FF2B5EF4-FFF2-40B4-BE49-F238E27FC236}">
                <a16:creationId xmlns:a16="http://schemas.microsoft.com/office/drawing/2014/main" id="{FE363408-FB00-4D8C-A023-9C699390CA72}"/>
              </a:ext>
            </a:extLst>
          </p:cNvPr>
          <p:cNvPicPr>
            <a:picLocks noChangeAspect="1"/>
          </p:cNvPicPr>
          <p:nvPr/>
        </p:nvPicPr>
        <p:blipFill>
          <a:blip r:embed="rId7" cstate="screen">
            <a:alphaModFix/>
            <a:extLst>
              <a:ext uri="{28A0092B-C50C-407E-A947-70E740481C1C}">
                <a14:useLocalDpi xmlns:a14="http://schemas.microsoft.com/office/drawing/2010/main"/>
              </a:ext>
            </a:extLst>
          </a:blip>
          <a:stretch>
            <a:fillRect/>
          </a:stretch>
        </p:blipFill>
        <p:spPr>
          <a:xfrm rot="-7037278">
            <a:off x="7053800" y="-792651"/>
            <a:ext cx="1042352" cy="1704974"/>
          </a:xfrm>
          <a:prstGeom prst="rect">
            <a:avLst/>
          </a:prstGeom>
          <a:ln>
            <a:noFill/>
          </a:ln>
        </p:spPr>
      </p:pic>
      <p:pic>
        <p:nvPicPr>
          <p:cNvPr id="71" name="Google Shape;71;p8">
            <a:extLst>
              <a:ext uri="{FF2B5EF4-FFF2-40B4-BE49-F238E27FC236}">
                <a16:creationId xmlns:a16="http://schemas.microsoft.com/office/drawing/2014/main" id="{14C08BA2-0CE2-412B-8D9C-F585772E044F}"/>
              </a:ext>
            </a:extLst>
          </p:cNvPr>
          <p:cNvPicPr>
            <a:picLocks noChangeAspect="1"/>
          </p:cNvPicPr>
          <p:nvPr/>
        </p:nvPicPr>
        <p:blipFill>
          <a:blip r:embed="rId8" cstate="screen">
            <a:alphaModFix/>
            <a:extLst>
              <a:ext uri="{28A0092B-C50C-407E-A947-70E740481C1C}">
                <a14:useLocalDpi xmlns:a14="http://schemas.microsoft.com/office/drawing/2010/main"/>
              </a:ext>
            </a:extLst>
          </a:blip>
          <a:stretch>
            <a:fillRect/>
          </a:stretch>
        </p:blipFill>
        <p:spPr>
          <a:xfrm>
            <a:off x="2848125" y="-888975"/>
            <a:ext cx="1666875" cy="1423976"/>
          </a:xfrm>
          <a:prstGeom prst="rect">
            <a:avLst/>
          </a:prstGeom>
          <a:ln>
            <a:noFill/>
          </a:ln>
        </p:spPr>
      </p:pic>
      <p:sp>
        <p:nvSpPr>
          <p:cNvPr id="72" name="Google Shape;72;p8">
            <a:extLst>
              <a:ext uri="{FF2B5EF4-FFF2-40B4-BE49-F238E27FC236}">
                <a16:creationId xmlns:a16="http://schemas.microsoft.com/office/drawing/2014/main" id="{7D9DE999-F345-452A-8334-9684CDEB8EE0}"/>
              </a:ext>
            </a:extLst>
          </p:cNvPr>
          <p:cNvSpPr>
            <a:spLocks noGrp="1"/>
          </p:cNvSpPr>
          <p:nvPr>
            <p:ph type="title"/>
          </p:nvPr>
        </p:nvSpPr>
        <p:spPr>
          <a:xfrm>
            <a:off x="1388100" y="1307100"/>
            <a:ext cx="6367800" cy="2529300"/>
          </a:xfrm>
          <a:prstGeom prst="rect">
            <a:avLst/>
          </a:prstGeom>
        </p:spPr>
        <p:txBody>
          <a:bodyPr spcFirstLastPara="1" wrap="square" lIns="91425" tIns="91425" rIns="91425" bIns="91425" anchor="ctr">
            <a:noAutofit/>
          </a:bodyPr>
          <a:lstStyle>
            <a:lvl1pPr algn="ctr">
              <a:spcBef>
                <a:spcPts val="0"/>
              </a:spcBef>
              <a:spcAft>
                <a:spcPts val="0"/>
              </a:spcAft>
              <a:buSzPts val="6000"/>
              <a:buNone/>
              <a:defRPr sz="6000"/>
            </a:lvl1pPr>
            <a:lvl2pPr algn="ctr">
              <a:spcBef>
                <a:spcPts val="0"/>
              </a:spcBef>
              <a:spcAft>
                <a:spcPts val="0"/>
              </a:spcAft>
              <a:buSzPts val="6000"/>
              <a:buNone/>
              <a:defRPr sz="6000"/>
            </a:lvl2pPr>
            <a:lvl3pPr algn="ctr">
              <a:spcBef>
                <a:spcPts val="0"/>
              </a:spcBef>
              <a:spcAft>
                <a:spcPts val="0"/>
              </a:spcAft>
              <a:buSzPts val="6000"/>
              <a:buNone/>
              <a:defRPr sz="6000"/>
            </a:lvl3pPr>
            <a:lvl4pPr algn="ctr">
              <a:spcBef>
                <a:spcPts val="0"/>
              </a:spcBef>
              <a:spcAft>
                <a:spcPts val="0"/>
              </a:spcAft>
              <a:buSzPts val="6000"/>
              <a:buNone/>
              <a:defRPr sz="6000"/>
            </a:lvl4pPr>
            <a:lvl5pPr algn="ctr">
              <a:spcBef>
                <a:spcPts val="0"/>
              </a:spcBef>
              <a:spcAft>
                <a:spcPts val="0"/>
              </a:spcAft>
              <a:buSzPts val="6000"/>
              <a:buNone/>
              <a:defRPr sz="6000"/>
            </a:lvl5pPr>
            <a:lvl6pPr algn="ctr">
              <a:spcBef>
                <a:spcPts val="0"/>
              </a:spcBef>
              <a:spcAft>
                <a:spcPts val="0"/>
              </a:spcAft>
              <a:buSzPts val="6000"/>
              <a:buNone/>
              <a:defRPr sz="6000"/>
            </a:lvl6pPr>
            <a:lvl7pPr algn="ctr">
              <a:spcBef>
                <a:spcPts val="0"/>
              </a:spcBef>
              <a:spcAft>
                <a:spcPts val="0"/>
              </a:spcAft>
              <a:buSzPts val="6000"/>
              <a:buNone/>
              <a:defRPr sz="6000"/>
            </a:lvl7pPr>
            <a:lvl8pPr algn="ctr">
              <a:spcBef>
                <a:spcPts val="0"/>
              </a:spcBef>
              <a:spcAft>
                <a:spcPts val="0"/>
              </a:spcAft>
              <a:buSzPts val="6000"/>
              <a:buNone/>
              <a:defRPr sz="6000"/>
            </a:lvl8pPr>
            <a:lvl9pPr algn="ctr">
              <a:spcBef>
                <a:spcPts val="0"/>
              </a:spcBef>
              <a:spcAft>
                <a:spcPts val="0"/>
              </a:spcAft>
              <a:buSzPts val="6000"/>
              <a:buNone/>
              <a:defRPr sz="6000"/>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
        <p:cNvGrpSpPr/>
        <p:nvPr/>
      </p:nvGrpSpPr>
      <p:grpSpPr>
        <a:xfrm>
          <a:off x="0" y="0"/>
          <a:ext cx="0" cy="0"/>
          <a:chOff x="0" y="0"/>
          <a:chExt cx="0" cy="0"/>
        </a:xfrm>
      </p:grpSpPr>
      <p:pic>
        <p:nvPicPr>
          <p:cNvPr id="74" name="Google Shape;74;p9">
            <a:extLst>
              <a:ext uri="{FF2B5EF4-FFF2-40B4-BE49-F238E27FC236}">
                <a16:creationId xmlns:a16="http://schemas.microsoft.com/office/drawing/2014/main" id="{BE9BBFC8-9BAB-4DA9-A7B4-104E500FAD7D}"/>
              </a:ext>
            </a:extLst>
          </p:cNvPr>
          <p:cNvPicPr>
            <a:picLocks noChangeAspect="1"/>
          </p:cNvPicPr>
          <p:nvPr/>
        </p:nvPicPr>
        <p:blipFill rotWithShape="1">
          <a:blip r:embed="rId2" cstate="screen">
            <a:alphaModFix/>
            <a:extLst>
              <a:ext uri="{28A0092B-C50C-407E-A947-70E740481C1C}">
                <a14:useLocalDpi xmlns:a14="http://schemas.microsoft.com/office/drawing/2010/main"/>
              </a:ext>
            </a:extLst>
          </a:blip>
          <a:srcRect/>
          <a:stretch/>
        </p:blipFill>
        <p:spPr>
          <a:xfrm>
            <a:off x="0" y="0"/>
            <a:ext cx="9144000" cy="5143500"/>
          </a:xfrm>
          <a:prstGeom prst="rect">
            <a:avLst/>
          </a:prstGeom>
          <a:ln>
            <a:noFill/>
          </a:ln>
        </p:spPr>
      </p:pic>
      <p:pic>
        <p:nvPicPr>
          <p:cNvPr id="76" name="Google Shape;76;p9">
            <a:extLst>
              <a:ext uri="{FF2B5EF4-FFF2-40B4-BE49-F238E27FC236}">
                <a16:creationId xmlns:a16="http://schemas.microsoft.com/office/drawing/2014/main" id="{63FC71A3-7C87-474A-8794-544B56E80451}"/>
              </a:ext>
            </a:extLst>
          </p:cNvPr>
          <p:cNvPicPr>
            <a:picLocks noChangeAspect="1"/>
          </p:cNvPicPr>
          <p:nvPr/>
        </p:nvPicPr>
        <p:blipFill>
          <a:blip r:embed="rId3" cstate="screen">
            <a:alphaModFix/>
            <a:extLst>
              <a:ext uri="{28A0092B-C50C-407E-A947-70E740481C1C}">
                <a14:useLocalDpi xmlns:a14="http://schemas.microsoft.com/office/drawing/2010/main"/>
              </a:ext>
            </a:extLst>
          </a:blip>
          <a:stretch>
            <a:fillRect/>
          </a:stretch>
        </p:blipFill>
        <p:spPr>
          <a:xfrm rot="2043951">
            <a:off x="8277225" y="2193128"/>
            <a:ext cx="1554450" cy="757250"/>
          </a:xfrm>
          <a:prstGeom prst="rect">
            <a:avLst/>
          </a:prstGeom>
          <a:ln>
            <a:noFill/>
          </a:ln>
        </p:spPr>
      </p:pic>
      <p:pic>
        <p:nvPicPr>
          <p:cNvPr id="77" name="Google Shape;77;p9">
            <a:extLst>
              <a:ext uri="{FF2B5EF4-FFF2-40B4-BE49-F238E27FC236}">
                <a16:creationId xmlns:a16="http://schemas.microsoft.com/office/drawing/2014/main" id="{C0E53937-A6F0-4F18-94F6-C53C3BF30A6F}"/>
              </a:ext>
            </a:extLst>
          </p:cNvPr>
          <p:cNvPicPr>
            <a:picLocks noChangeAspect="1"/>
          </p:cNvPicPr>
          <p:nvPr/>
        </p:nvPicPr>
        <p:blipFill>
          <a:blip r:embed="rId4" cstate="screen">
            <a:alphaModFix/>
            <a:extLst>
              <a:ext uri="{28A0092B-C50C-407E-A947-70E740481C1C}">
                <a14:useLocalDpi xmlns:a14="http://schemas.microsoft.com/office/drawing/2010/main"/>
              </a:ext>
            </a:extLst>
          </a:blip>
          <a:stretch>
            <a:fillRect/>
          </a:stretch>
        </p:blipFill>
        <p:spPr>
          <a:xfrm rot="4432877">
            <a:off x="6039968" y="4359728"/>
            <a:ext cx="569667" cy="1435595"/>
          </a:xfrm>
          <a:prstGeom prst="rect">
            <a:avLst/>
          </a:prstGeom>
          <a:ln>
            <a:noFill/>
          </a:ln>
        </p:spPr>
      </p:pic>
      <p:pic>
        <p:nvPicPr>
          <p:cNvPr id="78" name="Google Shape;78;p9">
            <a:extLst>
              <a:ext uri="{FF2B5EF4-FFF2-40B4-BE49-F238E27FC236}">
                <a16:creationId xmlns:a16="http://schemas.microsoft.com/office/drawing/2014/main" id="{7727A663-8E5B-4412-B194-C1EBF934F295}"/>
              </a:ext>
            </a:extLst>
          </p:cNvPr>
          <p:cNvPicPr>
            <a:picLocks noChangeAspect="1"/>
          </p:cNvPicPr>
          <p:nvPr/>
        </p:nvPicPr>
        <p:blipFill>
          <a:blip r:embed="rId5" cstate="screen">
            <a:alphaModFix/>
            <a:extLst>
              <a:ext uri="{28A0092B-C50C-407E-A947-70E740481C1C}">
                <a14:useLocalDpi xmlns:a14="http://schemas.microsoft.com/office/drawing/2010/main"/>
              </a:ext>
            </a:extLst>
          </a:blip>
          <a:stretch>
            <a:fillRect/>
          </a:stretch>
        </p:blipFill>
        <p:spPr>
          <a:xfrm rot="-1320648">
            <a:off x="-215222" y="1438450"/>
            <a:ext cx="534968" cy="653726"/>
          </a:xfrm>
          <a:prstGeom prst="rect">
            <a:avLst/>
          </a:prstGeom>
          <a:ln>
            <a:noFill/>
          </a:ln>
        </p:spPr>
      </p:pic>
      <p:pic>
        <p:nvPicPr>
          <p:cNvPr id="79" name="Google Shape;79;p9">
            <a:extLst>
              <a:ext uri="{FF2B5EF4-FFF2-40B4-BE49-F238E27FC236}">
                <a16:creationId xmlns:a16="http://schemas.microsoft.com/office/drawing/2014/main" id="{93444A62-FA34-4DF9-9E05-5E69104F0161}"/>
              </a:ext>
            </a:extLst>
          </p:cNvPr>
          <p:cNvPicPr>
            <a:picLocks noChangeAspect="1"/>
          </p:cNvPicPr>
          <p:nvPr/>
        </p:nvPicPr>
        <p:blipFill>
          <a:blip r:embed="rId6" cstate="screen">
            <a:alphaModFix/>
            <a:extLst>
              <a:ext uri="{28A0092B-C50C-407E-A947-70E740481C1C}">
                <a14:useLocalDpi xmlns:a14="http://schemas.microsoft.com/office/drawing/2010/main"/>
              </a:ext>
            </a:extLst>
          </a:blip>
          <a:stretch>
            <a:fillRect/>
          </a:stretch>
        </p:blipFill>
        <p:spPr>
          <a:xfrm rot="-599363">
            <a:off x="2053142" y="-312016"/>
            <a:ext cx="1635290" cy="743707"/>
          </a:xfrm>
          <a:prstGeom prst="rect">
            <a:avLst/>
          </a:prstGeom>
          <a:ln>
            <a:noFill/>
          </a:ln>
        </p:spPr>
      </p:pic>
      <p:pic>
        <p:nvPicPr>
          <p:cNvPr id="80" name="Google Shape;80;p9">
            <a:extLst>
              <a:ext uri="{FF2B5EF4-FFF2-40B4-BE49-F238E27FC236}">
                <a16:creationId xmlns:a16="http://schemas.microsoft.com/office/drawing/2014/main" id="{89C55614-720C-4F2E-A2E8-102150143576}"/>
              </a:ext>
            </a:extLst>
          </p:cNvPr>
          <p:cNvPicPr>
            <a:picLocks noChangeAspect="1"/>
          </p:cNvPicPr>
          <p:nvPr/>
        </p:nvPicPr>
        <p:blipFill>
          <a:blip r:embed="rId7" cstate="screen">
            <a:alphaModFix/>
            <a:extLst>
              <a:ext uri="{28A0092B-C50C-407E-A947-70E740481C1C}">
                <a14:useLocalDpi xmlns:a14="http://schemas.microsoft.com/office/drawing/2010/main"/>
              </a:ext>
            </a:extLst>
          </a:blip>
          <a:stretch>
            <a:fillRect/>
          </a:stretch>
        </p:blipFill>
        <p:spPr>
          <a:xfrm rot="-7037278">
            <a:off x="7053800" y="-792651"/>
            <a:ext cx="1042352" cy="1704974"/>
          </a:xfrm>
          <a:prstGeom prst="rect">
            <a:avLst/>
          </a:prstGeom>
          <a:ln>
            <a:noFill/>
          </a:ln>
        </p:spPr>
      </p:pic>
      <p:pic>
        <p:nvPicPr>
          <p:cNvPr id="81" name="Google Shape;81;p9">
            <a:extLst>
              <a:ext uri="{FF2B5EF4-FFF2-40B4-BE49-F238E27FC236}">
                <a16:creationId xmlns:a16="http://schemas.microsoft.com/office/drawing/2014/main" id="{1C7C78B3-BBE4-4918-817D-D780A27613D2}"/>
              </a:ext>
            </a:extLst>
          </p:cNvPr>
          <p:cNvPicPr>
            <a:picLocks noChangeAspect="1"/>
          </p:cNvPicPr>
          <p:nvPr/>
        </p:nvPicPr>
        <p:blipFill>
          <a:blip r:embed="rId8" cstate="screen">
            <a:alphaModFix/>
            <a:extLst>
              <a:ext uri="{28A0092B-C50C-407E-A947-70E740481C1C}">
                <a14:useLocalDpi xmlns:a14="http://schemas.microsoft.com/office/drawing/2010/main"/>
              </a:ext>
            </a:extLst>
          </a:blip>
          <a:stretch>
            <a:fillRect/>
          </a:stretch>
        </p:blipFill>
        <p:spPr>
          <a:xfrm>
            <a:off x="-566013" y="4126475"/>
            <a:ext cx="1666875" cy="1423976"/>
          </a:xfrm>
          <a:prstGeom prst="rect">
            <a:avLst/>
          </a:prstGeom>
          <a:ln>
            <a:noFill/>
          </a:ln>
        </p:spPr>
      </p:pic>
      <p:sp>
        <p:nvSpPr>
          <p:cNvPr id="82" name="Google Shape;82;p9">
            <a:extLst>
              <a:ext uri="{FF2B5EF4-FFF2-40B4-BE49-F238E27FC236}">
                <a16:creationId xmlns:a16="http://schemas.microsoft.com/office/drawing/2014/main" id="{5DC4A4AC-9BDD-413E-8B1F-13C5FAAA155F}"/>
              </a:ext>
            </a:extLst>
          </p:cNvPr>
          <p:cNvSpPr>
            <a:spLocks noGrp="1"/>
          </p:cNvSpPr>
          <p:nvPr>
            <p:ph type="title"/>
          </p:nvPr>
        </p:nvSpPr>
        <p:spPr>
          <a:xfrm>
            <a:off x="2241425" y="1293100"/>
            <a:ext cx="4661100" cy="841800"/>
          </a:xfrm>
          <a:prstGeom prst="rect">
            <a:avLst/>
          </a:prstGeom>
        </p:spPr>
        <p:txBody>
          <a:bodyPr spcFirstLastPara="1" wrap="square" lIns="91425" tIns="91425" rIns="91425" bIns="91425" anchor="t">
            <a:noAutofit/>
          </a:bodyPr>
          <a:lstStyle>
            <a:lvl1pPr algn="ctr">
              <a:spcBef>
                <a:spcPts val="0"/>
              </a:spcBef>
              <a:spcAft>
                <a:spcPts val="0"/>
              </a:spcAft>
              <a:buSzPts val="3600"/>
              <a:buNone/>
              <a:defRPr sz="4500"/>
            </a:lvl1pPr>
            <a:lvl2pPr algn="ctr">
              <a:spcBef>
                <a:spcPts val="0"/>
              </a:spcBef>
              <a:spcAft>
                <a:spcPts val="0"/>
              </a:spcAft>
              <a:buSzPts val="3600"/>
              <a:buNone/>
              <a:defRPr sz="3600"/>
            </a:lvl2pPr>
            <a:lvl3pPr algn="ctr">
              <a:spcBef>
                <a:spcPts val="0"/>
              </a:spcBef>
              <a:spcAft>
                <a:spcPts val="0"/>
              </a:spcAft>
              <a:buSzPts val="3600"/>
              <a:buNone/>
              <a:defRPr sz="3600"/>
            </a:lvl3pPr>
            <a:lvl4pPr algn="ctr">
              <a:spcBef>
                <a:spcPts val="0"/>
              </a:spcBef>
              <a:spcAft>
                <a:spcPts val="0"/>
              </a:spcAft>
              <a:buSzPts val="3600"/>
              <a:buNone/>
              <a:defRPr sz="3600"/>
            </a:lvl4pPr>
            <a:lvl5pPr algn="ctr">
              <a:spcBef>
                <a:spcPts val="0"/>
              </a:spcBef>
              <a:spcAft>
                <a:spcPts val="0"/>
              </a:spcAft>
              <a:buSzPts val="3600"/>
              <a:buNone/>
              <a:defRPr sz="3600"/>
            </a:lvl5pPr>
            <a:lvl6pPr algn="ctr">
              <a:spcBef>
                <a:spcPts val="0"/>
              </a:spcBef>
              <a:spcAft>
                <a:spcPts val="0"/>
              </a:spcAft>
              <a:buSzPts val="3600"/>
              <a:buNone/>
              <a:defRPr sz="3600"/>
            </a:lvl6pPr>
            <a:lvl7pPr algn="ctr">
              <a:spcBef>
                <a:spcPts val="0"/>
              </a:spcBef>
              <a:spcAft>
                <a:spcPts val="0"/>
              </a:spcAft>
              <a:buSzPts val="3600"/>
              <a:buNone/>
              <a:defRPr sz="3600"/>
            </a:lvl7pPr>
            <a:lvl8pPr algn="ctr">
              <a:spcBef>
                <a:spcPts val="0"/>
              </a:spcBef>
              <a:spcAft>
                <a:spcPts val="0"/>
              </a:spcAft>
              <a:buSzPts val="3600"/>
              <a:buNone/>
              <a:defRPr sz="3600"/>
            </a:lvl8pPr>
            <a:lvl9pPr algn="ctr">
              <a:spcBef>
                <a:spcPts val="0"/>
              </a:spcBef>
              <a:spcAft>
                <a:spcPts val="0"/>
              </a:spcAft>
              <a:buSzPts val="3600"/>
              <a:buNone/>
              <a:defRPr sz="3600"/>
            </a:lvl9pPr>
          </a:lstStyle>
          <a:p>
            <a:endParaRPr/>
          </a:p>
        </p:txBody>
      </p:sp>
      <p:sp>
        <p:nvSpPr>
          <p:cNvPr id="83" name="Google Shape;83;p9">
            <a:extLst>
              <a:ext uri="{FF2B5EF4-FFF2-40B4-BE49-F238E27FC236}">
                <a16:creationId xmlns:a16="http://schemas.microsoft.com/office/drawing/2014/main" id="{BD9AA544-3874-4573-985E-81188B584C68}"/>
              </a:ext>
            </a:extLst>
          </p:cNvPr>
          <p:cNvSpPr>
            <a:spLocks noGrp="1"/>
          </p:cNvSpPr>
          <p:nvPr>
            <p:ph type="subTitle" idx="1"/>
          </p:nvPr>
        </p:nvSpPr>
        <p:spPr>
          <a:xfrm>
            <a:off x="2241475" y="2168600"/>
            <a:ext cx="4661100" cy="16818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SzPts val="1200"/>
              <a:buNone/>
              <a:defRPr sz="1600"/>
            </a:lvl1pPr>
            <a:lvl2pPr algn="ctr">
              <a:lnSpc>
                <a:spcPct val="100000"/>
              </a:lnSpc>
              <a:spcBef>
                <a:spcPts val="0"/>
              </a:spcBef>
              <a:spcAft>
                <a:spcPts val="0"/>
              </a:spcAft>
              <a:buSzPts val="1200"/>
              <a:buNone/>
              <a:defRPr/>
            </a:lvl2pPr>
            <a:lvl3pPr algn="ctr">
              <a:lnSpc>
                <a:spcPct val="100000"/>
              </a:lnSpc>
              <a:spcBef>
                <a:spcPts val="0"/>
              </a:spcBef>
              <a:spcAft>
                <a:spcPts val="0"/>
              </a:spcAft>
              <a:buSzPts val="1200"/>
              <a:buNone/>
              <a:defRPr/>
            </a:lvl3pPr>
            <a:lvl4pPr algn="ctr">
              <a:lnSpc>
                <a:spcPct val="100000"/>
              </a:lnSpc>
              <a:spcBef>
                <a:spcPts val="0"/>
              </a:spcBef>
              <a:spcAft>
                <a:spcPts val="0"/>
              </a:spcAft>
              <a:buSzPts val="1200"/>
              <a:buNone/>
              <a:defRPr/>
            </a:lvl4pPr>
            <a:lvl5pPr algn="ctr">
              <a:lnSpc>
                <a:spcPct val="100000"/>
              </a:lnSpc>
              <a:spcBef>
                <a:spcPts val="0"/>
              </a:spcBef>
              <a:spcAft>
                <a:spcPts val="0"/>
              </a:spcAft>
              <a:buSzPts val="1200"/>
              <a:buNone/>
              <a:defRPr/>
            </a:lvl5pPr>
            <a:lvl6pPr algn="ctr">
              <a:lnSpc>
                <a:spcPct val="100000"/>
              </a:lnSpc>
              <a:spcBef>
                <a:spcPts val="0"/>
              </a:spcBef>
              <a:spcAft>
                <a:spcPts val="0"/>
              </a:spcAft>
              <a:buSzPts val="1200"/>
              <a:buNone/>
              <a:defRPr/>
            </a:lvl6pPr>
            <a:lvl7pPr algn="ctr">
              <a:lnSpc>
                <a:spcPct val="100000"/>
              </a:lnSpc>
              <a:spcBef>
                <a:spcPts val="0"/>
              </a:spcBef>
              <a:spcAft>
                <a:spcPts val="0"/>
              </a:spcAft>
              <a:buSzPts val="1200"/>
              <a:buNone/>
              <a:defRPr/>
            </a:lvl7pPr>
            <a:lvl8pPr algn="ctr">
              <a:lnSpc>
                <a:spcPct val="100000"/>
              </a:lnSpc>
              <a:spcBef>
                <a:spcPts val="0"/>
              </a:spcBef>
              <a:spcAft>
                <a:spcPts val="0"/>
              </a:spcAft>
              <a:buSzPts val="1200"/>
              <a:buNone/>
              <a:defRPr/>
            </a:lvl8pPr>
            <a:lvl9pPr algn="ctr">
              <a:lnSpc>
                <a:spcPct val="100000"/>
              </a:lnSpc>
              <a:spcBef>
                <a:spcPts val="0"/>
              </a:spcBef>
              <a:spcAft>
                <a:spcPts val="0"/>
              </a:spcAft>
              <a:buSzPts val="1200"/>
              <a:buNone/>
              <a:defRPr/>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
        <p:cNvGrpSpPr/>
        <p:nvPr/>
      </p:nvGrpSpPr>
      <p:grpSpPr>
        <a:xfrm>
          <a:off x="0" y="0"/>
          <a:ext cx="0" cy="0"/>
          <a:chOff x="0" y="0"/>
          <a:chExt cx="0" cy="0"/>
        </a:xfrm>
      </p:grpSpPr>
      <p:sp>
        <p:nvSpPr>
          <p:cNvPr id="85" name="Google Shape;85;p10">
            <a:extLst>
              <a:ext uri="{FF2B5EF4-FFF2-40B4-BE49-F238E27FC236}">
                <a16:creationId xmlns:a16="http://schemas.microsoft.com/office/drawing/2014/main" id="{C307D358-3EE4-4126-8AE9-E6252C28975B}"/>
              </a:ext>
            </a:extLst>
          </p:cNvPr>
          <p:cNvSpPr>
            <a:spLocks noGrp="1"/>
          </p:cNvSpPr>
          <p:nvPr>
            <p:ph type="pic" idx="2"/>
          </p:nvPr>
        </p:nvSpPr>
        <p:spPr>
          <a:xfrm>
            <a:off x="0" y="0"/>
            <a:ext cx="9144000" cy="5143500"/>
          </a:xfrm>
          <a:prstGeom prst="rect">
            <a:avLst/>
          </a:prstGeom>
          <a:noFill/>
          <a:ln>
            <a:noFill/>
          </a:ln>
        </p:spPr>
      </p:sp>
      <p:sp>
        <p:nvSpPr>
          <p:cNvPr id="86" name="Google Shape;86;p10">
            <a:extLst>
              <a:ext uri="{FF2B5EF4-FFF2-40B4-BE49-F238E27FC236}">
                <a16:creationId xmlns:a16="http://schemas.microsoft.com/office/drawing/2014/main" id="{2CF034F9-E038-4BE7-8BC3-16BE1CEB11BE}"/>
              </a:ext>
            </a:extLst>
          </p:cNvPr>
          <p:cNvSpPr>
            <a:spLocks noGrp="1"/>
          </p:cNvSpPr>
          <p:nvPr>
            <p:ph type="title"/>
          </p:nvPr>
        </p:nvSpPr>
        <p:spPr>
          <a:xfrm>
            <a:off x="1805400" y="4173975"/>
            <a:ext cx="5533200" cy="434400"/>
          </a:xfrm>
          <a:prstGeom prst="rect">
            <a:avLst/>
          </a:prstGeom>
          <a:solidFill>
            <a:schemeClr val="accent3"/>
          </a:solidFill>
        </p:spPr>
        <p:txBody>
          <a:bodyPr spcFirstLastPara="1" wrap="square" lIns="91425" tIns="91425" rIns="91425" bIns="91425" anchor="b">
            <a:noAutofit/>
          </a:bodyPr>
          <a:lstStyle>
            <a:lvl1pPr algn="ctr">
              <a:spcBef>
                <a:spcPts val="0"/>
              </a:spcBef>
              <a:spcAft>
                <a:spcPts val="0"/>
              </a:spcAft>
              <a:buSzPts val="3000"/>
              <a:buNone/>
              <a:defRPr sz="1800"/>
            </a:lvl1pPr>
            <a:lvl2pPr algn="ctr">
              <a:spcBef>
                <a:spcPts val="0"/>
              </a:spcBef>
              <a:spcAft>
                <a:spcPts val="0"/>
              </a:spcAft>
              <a:buSzPts val="3000"/>
              <a:buNone/>
              <a:defRPr/>
            </a:lvl2pPr>
            <a:lvl3pPr algn="ctr">
              <a:spcBef>
                <a:spcPts val="0"/>
              </a:spcBef>
              <a:spcAft>
                <a:spcPts val="0"/>
              </a:spcAft>
              <a:buSzPts val="3000"/>
              <a:buNone/>
              <a:defRPr/>
            </a:lvl3pPr>
            <a:lvl4pPr algn="ctr">
              <a:spcBef>
                <a:spcPts val="0"/>
              </a:spcBef>
              <a:spcAft>
                <a:spcPts val="0"/>
              </a:spcAft>
              <a:buSzPts val="3000"/>
              <a:buNone/>
              <a:defRPr/>
            </a:lvl4pPr>
            <a:lvl5pPr algn="ctr">
              <a:spcBef>
                <a:spcPts val="0"/>
              </a:spcBef>
              <a:spcAft>
                <a:spcPts val="0"/>
              </a:spcAft>
              <a:buSzPts val="3000"/>
              <a:buNone/>
              <a:defRPr/>
            </a:lvl5pPr>
            <a:lvl6pPr algn="ctr">
              <a:spcBef>
                <a:spcPts val="0"/>
              </a:spcBef>
              <a:spcAft>
                <a:spcPts val="0"/>
              </a:spcAft>
              <a:buSzPts val="3000"/>
              <a:buNone/>
              <a:defRPr/>
            </a:lvl6pPr>
            <a:lvl7pPr algn="ctr">
              <a:spcBef>
                <a:spcPts val="0"/>
              </a:spcBef>
              <a:spcAft>
                <a:spcPts val="0"/>
              </a:spcAft>
              <a:buSzPts val="3000"/>
              <a:buNone/>
              <a:defRPr/>
            </a:lvl7pPr>
            <a:lvl8pPr algn="ctr">
              <a:spcBef>
                <a:spcPts val="0"/>
              </a:spcBef>
              <a:spcAft>
                <a:spcPts val="0"/>
              </a:spcAft>
              <a:buSzPts val="3000"/>
              <a:buNone/>
              <a:defRPr/>
            </a:lvl8pPr>
            <a:lvl9pPr algn="ctr">
              <a:spcBef>
                <a:spcPts val="0"/>
              </a:spcBef>
              <a:spcAft>
                <a:spcPts val="0"/>
              </a:spcAft>
              <a:buSzPts val="3000"/>
              <a:buNone/>
              <a:defRPr/>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
        <p:cNvGrpSpPr/>
        <p:nvPr/>
      </p:nvGrpSpPr>
      <p:grpSpPr>
        <a:xfrm>
          <a:off x="0" y="0"/>
          <a:ext cx="0" cy="0"/>
          <a:chOff x="0" y="0"/>
          <a:chExt cx="0" cy="0"/>
        </a:xfrm>
      </p:grpSpPr>
      <p:pic>
        <p:nvPicPr>
          <p:cNvPr id="88" name="Google Shape;88;p11">
            <a:extLst>
              <a:ext uri="{FF2B5EF4-FFF2-40B4-BE49-F238E27FC236}">
                <a16:creationId xmlns:a16="http://schemas.microsoft.com/office/drawing/2014/main" id="{C3B549A1-66DC-42EC-BE6C-00C3B390B582}"/>
              </a:ext>
            </a:extLst>
          </p:cNvPr>
          <p:cNvPicPr>
            <a:picLocks noChangeAspect="1"/>
          </p:cNvPicPr>
          <p:nvPr/>
        </p:nvPicPr>
        <p:blipFill rotWithShape="1">
          <a:blip r:embed="rId2" cstate="screen">
            <a:alphaModFix/>
            <a:extLst>
              <a:ext uri="{28A0092B-C50C-407E-A947-70E740481C1C}">
                <a14:useLocalDpi xmlns:a14="http://schemas.microsoft.com/office/drawing/2010/main"/>
              </a:ext>
            </a:extLst>
          </a:blip>
          <a:srcRect/>
          <a:stretch/>
        </p:blipFill>
        <p:spPr>
          <a:xfrm>
            <a:off x="0" y="0"/>
            <a:ext cx="9144000" cy="5143500"/>
          </a:xfrm>
          <a:prstGeom prst="rect">
            <a:avLst/>
          </a:prstGeom>
          <a:ln>
            <a:noFill/>
          </a:ln>
        </p:spPr>
      </p:pic>
      <p:sp>
        <p:nvSpPr>
          <p:cNvPr id="89" name="Google Shape;89;p11">
            <a:extLst>
              <a:ext uri="{FF2B5EF4-FFF2-40B4-BE49-F238E27FC236}">
                <a16:creationId xmlns:a16="http://schemas.microsoft.com/office/drawing/2014/main" id="{378B42C1-8001-4CD1-B8B6-0A016D1A2902}"/>
              </a:ext>
            </a:extLst>
          </p:cNvPr>
          <p:cNvSpPr>
            <a:spLocks noGrp="1"/>
          </p:cNvSpPr>
          <p:nvPr>
            <p:ph type="title" hasCustomPrompt="1"/>
          </p:nvPr>
        </p:nvSpPr>
        <p:spPr>
          <a:xfrm>
            <a:off x="1284000" y="994375"/>
            <a:ext cx="6576000" cy="1134600"/>
          </a:xfrm>
          <a:prstGeom prst="rect">
            <a:avLst/>
          </a:prstGeom>
        </p:spPr>
        <p:txBody>
          <a:bodyPr spcFirstLastPara="1" wrap="square" lIns="91425" tIns="91425" rIns="91425" bIns="91425" anchor="b">
            <a:noAutofit/>
          </a:bodyPr>
          <a:lstStyle>
            <a:lvl1pPr algn="ctr">
              <a:spcBef>
                <a:spcPts val="0"/>
              </a:spcBef>
              <a:spcAft>
                <a:spcPts val="0"/>
              </a:spcAft>
              <a:buSzPts val="9600"/>
              <a:buNone/>
              <a:defRPr sz="6000"/>
            </a:lvl1pPr>
            <a:lvl2pPr algn="ctr">
              <a:spcBef>
                <a:spcPts val="0"/>
              </a:spcBef>
              <a:spcAft>
                <a:spcPts val="0"/>
              </a:spcAft>
              <a:buSzPts val="9600"/>
              <a:buNone/>
              <a:defRPr sz="9600"/>
            </a:lvl2pPr>
            <a:lvl3pPr algn="ctr">
              <a:spcBef>
                <a:spcPts val="0"/>
              </a:spcBef>
              <a:spcAft>
                <a:spcPts val="0"/>
              </a:spcAft>
              <a:buSzPts val="9600"/>
              <a:buNone/>
              <a:defRPr sz="9600"/>
            </a:lvl3pPr>
            <a:lvl4pPr algn="ctr">
              <a:spcBef>
                <a:spcPts val="0"/>
              </a:spcBef>
              <a:spcAft>
                <a:spcPts val="0"/>
              </a:spcAft>
              <a:buSzPts val="9600"/>
              <a:buNone/>
              <a:defRPr sz="9600"/>
            </a:lvl4pPr>
            <a:lvl5pPr algn="ctr">
              <a:spcBef>
                <a:spcPts val="0"/>
              </a:spcBef>
              <a:spcAft>
                <a:spcPts val="0"/>
              </a:spcAft>
              <a:buSzPts val="9600"/>
              <a:buNone/>
              <a:defRPr sz="9600"/>
            </a:lvl5pPr>
            <a:lvl6pPr algn="ctr">
              <a:spcBef>
                <a:spcPts val="0"/>
              </a:spcBef>
              <a:spcAft>
                <a:spcPts val="0"/>
              </a:spcAft>
              <a:buSzPts val="9600"/>
              <a:buNone/>
              <a:defRPr sz="9600"/>
            </a:lvl6pPr>
            <a:lvl7pPr algn="ctr">
              <a:spcBef>
                <a:spcPts val="0"/>
              </a:spcBef>
              <a:spcAft>
                <a:spcPts val="0"/>
              </a:spcAft>
              <a:buSzPts val="9600"/>
              <a:buNone/>
              <a:defRPr sz="9600"/>
            </a:lvl7pPr>
            <a:lvl8pPr algn="ctr">
              <a:spcBef>
                <a:spcPts val="0"/>
              </a:spcBef>
              <a:spcAft>
                <a:spcPts val="0"/>
              </a:spcAft>
              <a:buSzPts val="9600"/>
              <a:buNone/>
              <a:defRPr sz="9600"/>
            </a:lvl8pPr>
            <a:lvl9pPr algn="ctr">
              <a:spcBef>
                <a:spcPts val="0"/>
              </a:spcBef>
              <a:spcAft>
                <a:spcPts val="0"/>
              </a:spcAft>
              <a:buSzPts val="9600"/>
              <a:buNone/>
              <a:defRPr sz="9600"/>
            </a:lvl9pPr>
          </a:lstStyle>
          <a:p>
            <a:r>
              <a:t>xx%</a:t>
            </a:r>
          </a:p>
        </p:txBody>
      </p:sp>
      <p:sp>
        <p:nvSpPr>
          <p:cNvPr id="90" name="Google Shape;90;p11">
            <a:extLst>
              <a:ext uri="{FF2B5EF4-FFF2-40B4-BE49-F238E27FC236}">
                <a16:creationId xmlns:a16="http://schemas.microsoft.com/office/drawing/2014/main" id="{7D73562B-461E-4C3A-ADBA-0D869132B406}"/>
              </a:ext>
            </a:extLst>
          </p:cNvPr>
          <p:cNvSpPr>
            <a:spLocks noGrp="1"/>
          </p:cNvSpPr>
          <p:nvPr>
            <p:ph type="subTitle" idx="1"/>
          </p:nvPr>
        </p:nvSpPr>
        <p:spPr>
          <a:xfrm>
            <a:off x="1284000" y="2410320"/>
            <a:ext cx="6576000" cy="4128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SzPts val="1600"/>
              <a:buNone/>
              <a:defRPr sz="1400"/>
            </a:lvl1pPr>
            <a:lvl2pPr algn="ctr">
              <a:lnSpc>
                <a:spcPct val="100000"/>
              </a:lnSpc>
              <a:spcBef>
                <a:spcPts val="0"/>
              </a:spcBef>
              <a:spcAft>
                <a:spcPts val="0"/>
              </a:spcAft>
              <a:buSzPts val="1600"/>
              <a:buNone/>
              <a:defRPr sz="1600"/>
            </a:lvl2pPr>
            <a:lvl3pPr algn="ctr">
              <a:lnSpc>
                <a:spcPct val="100000"/>
              </a:lnSpc>
              <a:spcBef>
                <a:spcPts val="0"/>
              </a:spcBef>
              <a:spcAft>
                <a:spcPts val="0"/>
              </a:spcAft>
              <a:buSzPts val="1600"/>
              <a:buNone/>
              <a:defRPr sz="1600"/>
            </a:lvl3pPr>
            <a:lvl4pPr algn="ctr">
              <a:lnSpc>
                <a:spcPct val="100000"/>
              </a:lnSpc>
              <a:spcBef>
                <a:spcPts val="0"/>
              </a:spcBef>
              <a:spcAft>
                <a:spcPts val="0"/>
              </a:spcAft>
              <a:buSzPts val="1600"/>
              <a:buNone/>
              <a:defRPr sz="1600"/>
            </a:lvl4pPr>
            <a:lvl5pPr algn="ctr">
              <a:lnSpc>
                <a:spcPct val="100000"/>
              </a:lnSpc>
              <a:spcBef>
                <a:spcPts val="0"/>
              </a:spcBef>
              <a:spcAft>
                <a:spcPts val="0"/>
              </a:spcAft>
              <a:buSzPts val="1600"/>
              <a:buNone/>
              <a:defRPr sz="1600"/>
            </a:lvl5pPr>
            <a:lvl6pPr algn="ctr">
              <a:lnSpc>
                <a:spcPct val="100000"/>
              </a:lnSpc>
              <a:spcBef>
                <a:spcPts val="0"/>
              </a:spcBef>
              <a:spcAft>
                <a:spcPts val="0"/>
              </a:spcAft>
              <a:buSzPts val="1600"/>
              <a:buNone/>
              <a:defRPr sz="1600"/>
            </a:lvl6pPr>
            <a:lvl7pPr algn="ctr">
              <a:lnSpc>
                <a:spcPct val="100000"/>
              </a:lnSpc>
              <a:spcBef>
                <a:spcPts val="0"/>
              </a:spcBef>
              <a:spcAft>
                <a:spcPts val="0"/>
              </a:spcAft>
              <a:buSzPts val="1600"/>
              <a:buNone/>
              <a:defRPr sz="1600"/>
            </a:lvl7pPr>
            <a:lvl8pPr algn="ctr">
              <a:lnSpc>
                <a:spcPct val="100000"/>
              </a:lnSpc>
              <a:spcBef>
                <a:spcPts val="0"/>
              </a:spcBef>
              <a:spcAft>
                <a:spcPts val="0"/>
              </a:spcAft>
              <a:buSzPts val="1600"/>
              <a:buNone/>
              <a:defRPr sz="1600"/>
            </a:lvl8pPr>
            <a:lvl9pPr algn="ctr">
              <a:lnSpc>
                <a:spcPct val="100000"/>
              </a:lnSpc>
              <a:spcBef>
                <a:spcPts val="0"/>
              </a:spcBef>
              <a:spcAft>
                <a:spcPts val="0"/>
              </a:spcAft>
              <a:buSzPts val="1600"/>
              <a:buNone/>
              <a:defRPr sz="1600"/>
            </a:lvl9pPr>
          </a:lstStyle>
          <a:p>
            <a:endParaRPr/>
          </a:p>
        </p:txBody>
      </p:sp>
      <p:sp>
        <p:nvSpPr>
          <p:cNvPr id="91" name="Google Shape;91;p11">
            <a:extLst>
              <a:ext uri="{FF2B5EF4-FFF2-40B4-BE49-F238E27FC236}">
                <a16:creationId xmlns:a16="http://schemas.microsoft.com/office/drawing/2014/main" id="{9B85914C-9F1B-49AB-A647-623AE4DBE9F8}"/>
              </a:ext>
            </a:extLst>
          </p:cNvPr>
          <p:cNvSpPr>
            <a:spLocks noGrp="1"/>
          </p:cNvSpPr>
          <p:nvPr>
            <p:ph type="pic" idx="2"/>
          </p:nvPr>
        </p:nvSpPr>
        <p:spPr>
          <a:xfrm>
            <a:off x="1" y="3162775"/>
            <a:ext cx="9144000" cy="1980600"/>
          </a:xfrm>
          <a:prstGeom prst="rect">
            <a:avLst/>
          </a:prstGeom>
          <a:noFill/>
          <a:ln>
            <a:noFill/>
          </a:ln>
        </p:spPr>
      </p:sp>
      <p:pic>
        <p:nvPicPr>
          <p:cNvPr id="93" name="Google Shape;93;p11">
            <a:extLst>
              <a:ext uri="{FF2B5EF4-FFF2-40B4-BE49-F238E27FC236}">
                <a16:creationId xmlns:a16="http://schemas.microsoft.com/office/drawing/2014/main" id="{2B217325-DE02-4C69-95D7-23D9DE2A1232}"/>
              </a:ext>
            </a:extLst>
          </p:cNvPr>
          <p:cNvPicPr>
            <a:picLocks noChangeAspect="1"/>
          </p:cNvPicPr>
          <p:nvPr/>
        </p:nvPicPr>
        <p:blipFill rotWithShape="1">
          <a:blip r:embed="rId3" cstate="screen">
            <a:alphaModFix/>
            <a:extLst>
              <a:ext uri="{28A0092B-C50C-407E-A947-70E740481C1C}">
                <a14:useLocalDpi xmlns:a14="http://schemas.microsoft.com/office/drawing/2010/main"/>
              </a:ext>
            </a:extLst>
          </a:blip>
          <a:srcRect/>
          <a:stretch/>
        </p:blipFill>
        <p:spPr>
          <a:xfrm rot="-888884">
            <a:off x="-442175" y="191499"/>
            <a:ext cx="1042351" cy="1704974"/>
          </a:xfrm>
          <a:prstGeom prst="rect">
            <a:avLst/>
          </a:prstGeom>
          <a:ln>
            <a:noFill/>
          </a:ln>
        </p:spPr>
      </p:pic>
      <p:pic>
        <p:nvPicPr>
          <p:cNvPr id="94" name="Google Shape;94;p11">
            <a:extLst>
              <a:ext uri="{FF2B5EF4-FFF2-40B4-BE49-F238E27FC236}">
                <a16:creationId xmlns:a16="http://schemas.microsoft.com/office/drawing/2014/main" id="{5002F1C7-A934-4731-99B4-53023EF632C7}"/>
              </a:ext>
            </a:extLst>
          </p:cNvPr>
          <p:cNvPicPr>
            <a:picLocks noChangeAspect="1"/>
          </p:cNvPicPr>
          <p:nvPr/>
        </p:nvPicPr>
        <p:blipFill rotWithShape="1">
          <a:blip r:embed="rId4" cstate="screen">
            <a:alphaModFix/>
            <a:extLst>
              <a:ext uri="{28A0092B-C50C-407E-A947-70E740481C1C}">
                <a14:useLocalDpi xmlns:a14="http://schemas.microsoft.com/office/drawing/2010/main"/>
              </a:ext>
            </a:extLst>
          </a:blip>
          <a:srcRect/>
          <a:stretch/>
        </p:blipFill>
        <p:spPr>
          <a:xfrm>
            <a:off x="5051937" y="-312485"/>
            <a:ext cx="1554450" cy="757250"/>
          </a:xfrm>
          <a:prstGeom prst="rect">
            <a:avLst/>
          </a:prstGeom>
          <a:ln>
            <a:noFill/>
          </a:ln>
        </p:spPr>
      </p:pic>
      <p:pic>
        <p:nvPicPr>
          <p:cNvPr id="95" name="Google Shape;95;p11">
            <a:extLst>
              <a:ext uri="{FF2B5EF4-FFF2-40B4-BE49-F238E27FC236}">
                <a16:creationId xmlns:a16="http://schemas.microsoft.com/office/drawing/2014/main" id="{EEE48F72-55DD-4AF4-9096-E2DECD334FC6}"/>
              </a:ext>
            </a:extLst>
          </p:cNvPr>
          <p:cNvPicPr>
            <a:picLocks noChangeAspect="1"/>
          </p:cNvPicPr>
          <p:nvPr/>
        </p:nvPicPr>
        <p:blipFill rotWithShape="1">
          <a:blip r:embed="rId5" cstate="screen">
            <a:alphaModFix/>
            <a:extLst>
              <a:ext uri="{28A0092B-C50C-407E-A947-70E740481C1C}">
                <a14:useLocalDpi xmlns:a14="http://schemas.microsoft.com/office/drawing/2010/main"/>
              </a:ext>
            </a:extLst>
          </a:blip>
          <a:srcRect/>
          <a:stretch/>
        </p:blipFill>
        <p:spPr>
          <a:xfrm rot="8702113">
            <a:off x="8401494" y="120229"/>
            <a:ext cx="569667" cy="1435593"/>
          </a:xfrm>
          <a:prstGeom prst="rect">
            <a:avLst/>
          </a:prstGeom>
          <a:ln>
            <a:noFill/>
          </a:ln>
        </p:spPr>
      </p:pic>
      <p:pic>
        <p:nvPicPr>
          <p:cNvPr id="96" name="Google Shape;96;p11">
            <a:extLst>
              <a:ext uri="{FF2B5EF4-FFF2-40B4-BE49-F238E27FC236}">
                <a16:creationId xmlns:a16="http://schemas.microsoft.com/office/drawing/2014/main" id="{9800E184-FCFA-45BE-8CA4-244DDA8A7416}"/>
              </a:ext>
            </a:extLst>
          </p:cNvPr>
          <p:cNvPicPr>
            <a:picLocks noChangeAspect="1"/>
          </p:cNvPicPr>
          <p:nvPr/>
        </p:nvPicPr>
        <p:blipFill rotWithShape="1">
          <a:blip r:embed="rId6" cstate="screen">
            <a:alphaModFix/>
            <a:extLst>
              <a:ext uri="{28A0092B-C50C-407E-A947-70E740481C1C}">
                <a14:useLocalDpi xmlns:a14="http://schemas.microsoft.com/office/drawing/2010/main"/>
              </a:ext>
            </a:extLst>
          </a:blip>
          <a:srcRect l="60" r="50"/>
          <a:stretch/>
        </p:blipFill>
        <p:spPr>
          <a:xfrm rot="-599362">
            <a:off x="1691192" y="-225178"/>
            <a:ext cx="1635290" cy="743707"/>
          </a:xfrm>
          <a:prstGeom prst="rect">
            <a:avLst/>
          </a:prstGeom>
          <a:ln>
            <a:noFill/>
          </a:ln>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able of contents">
  <p:cSld name="BLANK_1">
    <p:spTree>
      <p:nvGrpSpPr>
        <p:cNvPr id="1" name=""/>
        <p:cNvGrpSpPr/>
        <p:nvPr/>
      </p:nvGrpSpPr>
      <p:grpSpPr>
        <a:xfrm>
          <a:off x="0" y="0"/>
          <a:ext cx="0" cy="0"/>
          <a:chOff x="0" y="0"/>
          <a:chExt cx="0" cy="0"/>
        </a:xfrm>
      </p:grpSpPr>
      <p:pic>
        <p:nvPicPr>
          <p:cNvPr id="99" name="Google Shape;99;p13">
            <a:extLst>
              <a:ext uri="{FF2B5EF4-FFF2-40B4-BE49-F238E27FC236}">
                <a16:creationId xmlns:a16="http://schemas.microsoft.com/office/drawing/2014/main" id="{97A5647D-E892-43AB-A4BA-BA249A667E32}"/>
              </a:ext>
            </a:extLst>
          </p:cNvPr>
          <p:cNvPicPr>
            <a:picLocks noChangeAspect="1"/>
          </p:cNvPicPr>
          <p:nvPr/>
        </p:nvPicPr>
        <p:blipFill rotWithShape="1">
          <a:blip r:embed="rId2" cstate="screen">
            <a:alphaModFix/>
            <a:extLst>
              <a:ext uri="{28A0092B-C50C-407E-A947-70E740481C1C}">
                <a14:useLocalDpi xmlns:a14="http://schemas.microsoft.com/office/drawing/2010/main"/>
              </a:ext>
            </a:extLst>
          </a:blip>
          <a:srcRect/>
          <a:stretch/>
        </p:blipFill>
        <p:spPr>
          <a:xfrm>
            <a:off x="0" y="0"/>
            <a:ext cx="9144000" cy="5143500"/>
          </a:xfrm>
          <a:prstGeom prst="rect">
            <a:avLst/>
          </a:prstGeom>
          <a:ln>
            <a:noFill/>
          </a:ln>
        </p:spPr>
      </p:pic>
      <p:sp>
        <p:nvSpPr>
          <p:cNvPr id="100" name="Google Shape;100;p13">
            <a:extLst>
              <a:ext uri="{FF2B5EF4-FFF2-40B4-BE49-F238E27FC236}">
                <a16:creationId xmlns:a16="http://schemas.microsoft.com/office/drawing/2014/main" id="{88F34D82-F1DE-4F28-9D6B-E9CC3061DADB}"/>
              </a:ext>
            </a:extLst>
          </p:cNvPr>
          <p:cNvSpPr>
            <a:spLocks noGrp="1"/>
          </p:cNvSpPr>
          <p:nvPr>
            <p:ph type="title"/>
          </p:nvPr>
        </p:nvSpPr>
        <p:spPr>
          <a:xfrm>
            <a:off x="720000" y="445025"/>
            <a:ext cx="7704000" cy="572700"/>
          </a:xfrm>
          <a:prstGeom prst="rect">
            <a:avLst/>
          </a:prstGeom>
        </p:spPr>
        <p:txBody>
          <a:bodyPr spcFirstLastPara="1" wrap="square" lIns="91425" tIns="91425" rIns="91425" bIns="91425" anchor="t">
            <a:noAutofit/>
          </a:bodyPr>
          <a:lstStyle>
            <a:lvl1pPr>
              <a:spcBef>
                <a:spcPts val="0"/>
              </a:spcBef>
              <a:spcAft>
                <a:spcPts val="0"/>
              </a:spcAft>
              <a:buSzPts val="3000"/>
              <a:buNone/>
              <a:defRPr/>
            </a:lvl1pPr>
            <a:lvl2pPr>
              <a:spcBef>
                <a:spcPts val="0"/>
              </a:spcBef>
              <a:spcAft>
                <a:spcPts val="0"/>
              </a:spcAft>
              <a:buSzPts val="3000"/>
              <a:buNone/>
              <a:defRPr/>
            </a:lvl2pPr>
            <a:lvl3pPr>
              <a:spcBef>
                <a:spcPts val="0"/>
              </a:spcBef>
              <a:spcAft>
                <a:spcPts val="0"/>
              </a:spcAft>
              <a:buSzPts val="3000"/>
              <a:buNone/>
              <a:defRPr/>
            </a:lvl3pPr>
            <a:lvl4pPr>
              <a:spcBef>
                <a:spcPts val="0"/>
              </a:spcBef>
              <a:spcAft>
                <a:spcPts val="0"/>
              </a:spcAft>
              <a:buSzPts val="3000"/>
              <a:buNone/>
              <a:defRPr/>
            </a:lvl4pPr>
            <a:lvl5pPr>
              <a:spcBef>
                <a:spcPts val="0"/>
              </a:spcBef>
              <a:spcAft>
                <a:spcPts val="0"/>
              </a:spcAft>
              <a:buSzPts val="3000"/>
              <a:buNone/>
              <a:defRPr/>
            </a:lvl5pPr>
            <a:lvl6pPr>
              <a:spcBef>
                <a:spcPts val="0"/>
              </a:spcBef>
              <a:spcAft>
                <a:spcPts val="0"/>
              </a:spcAft>
              <a:buSzPts val="3000"/>
              <a:buNone/>
              <a:defRPr/>
            </a:lvl6pPr>
            <a:lvl7pPr>
              <a:spcBef>
                <a:spcPts val="0"/>
              </a:spcBef>
              <a:spcAft>
                <a:spcPts val="0"/>
              </a:spcAft>
              <a:buSzPts val="3000"/>
              <a:buNone/>
              <a:defRPr/>
            </a:lvl7pPr>
            <a:lvl8pPr>
              <a:spcBef>
                <a:spcPts val="0"/>
              </a:spcBef>
              <a:spcAft>
                <a:spcPts val="0"/>
              </a:spcAft>
              <a:buSzPts val="3000"/>
              <a:buNone/>
              <a:defRPr/>
            </a:lvl8pPr>
            <a:lvl9pPr>
              <a:spcBef>
                <a:spcPts val="0"/>
              </a:spcBef>
              <a:spcAft>
                <a:spcPts val="0"/>
              </a:spcAft>
              <a:buSzPts val="3000"/>
              <a:buNone/>
              <a:defRPr/>
            </a:lvl9pPr>
          </a:lstStyle>
          <a:p>
            <a:endParaRPr/>
          </a:p>
        </p:txBody>
      </p:sp>
      <p:sp>
        <p:nvSpPr>
          <p:cNvPr id="101" name="Google Shape;101;p13">
            <a:extLst>
              <a:ext uri="{FF2B5EF4-FFF2-40B4-BE49-F238E27FC236}">
                <a16:creationId xmlns:a16="http://schemas.microsoft.com/office/drawing/2014/main" id="{5608E68A-9079-473C-AAB6-04B6B4C867C1}"/>
              </a:ext>
            </a:extLst>
          </p:cNvPr>
          <p:cNvSpPr>
            <a:spLocks noGrp="1"/>
          </p:cNvSpPr>
          <p:nvPr>
            <p:ph type="title" idx="2" hasCustomPrompt="1"/>
          </p:nvPr>
        </p:nvSpPr>
        <p:spPr>
          <a:xfrm>
            <a:off x="2211803" y="1327550"/>
            <a:ext cx="875400" cy="572400"/>
          </a:xfrm>
          <a:prstGeom prst="rect">
            <a:avLst/>
          </a:prstGeom>
          <a:noFill/>
          <a:ln>
            <a:noFill/>
          </a:ln>
        </p:spPr>
        <p:txBody>
          <a:bodyPr spcFirstLastPara="1" wrap="square" lIns="91425" tIns="91425" rIns="91425" bIns="91425" anchor="b">
            <a:noAutofit/>
          </a:bodyPr>
          <a:lstStyle>
            <a:lvl1pPr>
              <a:spcBef>
                <a:spcPts val="0"/>
              </a:spcBef>
              <a:spcAft>
                <a:spcPts val="0"/>
              </a:spcAft>
              <a:buSzPts val="3000"/>
              <a:buNone/>
              <a:defRPr sz="3000"/>
            </a:lvl1pPr>
            <a:lvl2pPr>
              <a:spcBef>
                <a:spcPts val="0"/>
              </a:spcBef>
              <a:spcAft>
                <a:spcPts val="0"/>
              </a:spcAft>
              <a:buSzPts val="3000"/>
              <a:buNone/>
              <a:defRPr sz="3000"/>
            </a:lvl2pPr>
            <a:lvl3pPr>
              <a:spcBef>
                <a:spcPts val="0"/>
              </a:spcBef>
              <a:spcAft>
                <a:spcPts val="0"/>
              </a:spcAft>
              <a:buSzPts val="3000"/>
              <a:buNone/>
              <a:defRPr sz="3000"/>
            </a:lvl3pPr>
            <a:lvl4pPr>
              <a:spcBef>
                <a:spcPts val="0"/>
              </a:spcBef>
              <a:spcAft>
                <a:spcPts val="0"/>
              </a:spcAft>
              <a:buSzPts val="3000"/>
              <a:buNone/>
              <a:defRPr sz="3000"/>
            </a:lvl4pPr>
            <a:lvl5pPr>
              <a:spcBef>
                <a:spcPts val="0"/>
              </a:spcBef>
              <a:spcAft>
                <a:spcPts val="0"/>
              </a:spcAft>
              <a:buSzPts val="3000"/>
              <a:buNone/>
              <a:defRPr sz="3000"/>
            </a:lvl5pPr>
            <a:lvl6pPr>
              <a:spcBef>
                <a:spcPts val="0"/>
              </a:spcBef>
              <a:spcAft>
                <a:spcPts val="0"/>
              </a:spcAft>
              <a:buSzPts val="3000"/>
              <a:buNone/>
              <a:defRPr sz="3000"/>
            </a:lvl6pPr>
            <a:lvl7pPr>
              <a:spcBef>
                <a:spcPts val="0"/>
              </a:spcBef>
              <a:spcAft>
                <a:spcPts val="0"/>
              </a:spcAft>
              <a:buSzPts val="3000"/>
              <a:buNone/>
              <a:defRPr sz="3000"/>
            </a:lvl7pPr>
            <a:lvl8pPr>
              <a:spcBef>
                <a:spcPts val="0"/>
              </a:spcBef>
              <a:spcAft>
                <a:spcPts val="0"/>
              </a:spcAft>
              <a:buSzPts val="3000"/>
              <a:buNone/>
              <a:defRPr sz="3000"/>
            </a:lvl8pPr>
            <a:lvl9pPr>
              <a:spcBef>
                <a:spcPts val="0"/>
              </a:spcBef>
              <a:spcAft>
                <a:spcPts val="0"/>
              </a:spcAft>
              <a:buSzPts val="3000"/>
              <a:buNone/>
              <a:defRPr sz="3000"/>
            </a:lvl9pPr>
          </a:lstStyle>
          <a:p>
            <a:r>
              <a:t>xx%</a:t>
            </a:r>
          </a:p>
        </p:txBody>
      </p:sp>
      <p:sp>
        <p:nvSpPr>
          <p:cNvPr id="102" name="Google Shape;102;p13">
            <a:extLst>
              <a:ext uri="{FF2B5EF4-FFF2-40B4-BE49-F238E27FC236}">
                <a16:creationId xmlns:a16="http://schemas.microsoft.com/office/drawing/2014/main" id="{D0C101F1-830D-4176-B77E-5F83C48CA012}"/>
              </a:ext>
            </a:extLst>
          </p:cNvPr>
          <p:cNvSpPr>
            <a:spLocks noGrp="1"/>
          </p:cNvSpPr>
          <p:nvPr>
            <p:ph type="title" idx="3" hasCustomPrompt="1"/>
          </p:nvPr>
        </p:nvSpPr>
        <p:spPr>
          <a:xfrm>
            <a:off x="6070149" y="1327550"/>
            <a:ext cx="875400" cy="572400"/>
          </a:xfrm>
          <a:prstGeom prst="rect">
            <a:avLst/>
          </a:prstGeom>
          <a:noFill/>
          <a:ln>
            <a:noFill/>
          </a:ln>
        </p:spPr>
        <p:txBody>
          <a:bodyPr spcFirstLastPara="1" wrap="square" lIns="91425" tIns="91425" rIns="91425" bIns="91425" anchor="b">
            <a:noAutofit/>
          </a:bodyPr>
          <a:lstStyle>
            <a:lvl1pPr>
              <a:spcBef>
                <a:spcPts val="0"/>
              </a:spcBef>
              <a:spcAft>
                <a:spcPts val="0"/>
              </a:spcAft>
              <a:buSzPts val="3000"/>
              <a:buNone/>
              <a:defRPr sz="3000"/>
            </a:lvl1pPr>
            <a:lvl2pPr>
              <a:spcBef>
                <a:spcPts val="0"/>
              </a:spcBef>
              <a:spcAft>
                <a:spcPts val="0"/>
              </a:spcAft>
              <a:buSzPts val="3000"/>
              <a:buNone/>
              <a:defRPr sz="3000"/>
            </a:lvl2pPr>
            <a:lvl3pPr>
              <a:spcBef>
                <a:spcPts val="0"/>
              </a:spcBef>
              <a:spcAft>
                <a:spcPts val="0"/>
              </a:spcAft>
              <a:buSzPts val="3000"/>
              <a:buNone/>
              <a:defRPr sz="3000"/>
            </a:lvl3pPr>
            <a:lvl4pPr>
              <a:spcBef>
                <a:spcPts val="0"/>
              </a:spcBef>
              <a:spcAft>
                <a:spcPts val="0"/>
              </a:spcAft>
              <a:buSzPts val="3000"/>
              <a:buNone/>
              <a:defRPr sz="3000"/>
            </a:lvl4pPr>
            <a:lvl5pPr>
              <a:spcBef>
                <a:spcPts val="0"/>
              </a:spcBef>
              <a:spcAft>
                <a:spcPts val="0"/>
              </a:spcAft>
              <a:buSzPts val="3000"/>
              <a:buNone/>
              <a:defRPr sz="3000"/>
            </a:lvl5pPr>
            <a:lvl6pPr>
              <a:spcBef>
                <a:spcPts val="0"/>
              </a:spcBef>
              <a:spcAft>
                <a:spcPts val="0"/>
              </a:spcAft>
              <a:buSzPts val="3000"/>
              <a:buNone/>
              <a:defRPr sz="3000"/>
            </a:lvl6pPr>
            <a:lvl7pPr>
              <a:spcBef>
                <a:spcPts val="0"/>
              </a:spcBef>
              <a:spcAft>
                <a:spcPts val="0"/>
              </a:spcAft>
              <a:buSzPts val="3000"/>
              <a:buNone/>
              <a:defRPr sz="3000"/>
            </a:lvl7pPr>
            <a:lvl8pPr>
              <a:spcBef>
                <a:spcPts val="0"/>
              </a:spcBef>
              <a:spcAft>
                <a:spcPts val="0"/>
              </a:spcAft>
              <a:buSzPts val="3000"/>
              <a:buNone/>
              <a:defRPr sz="3000"/>
            </a:lvl8pPr>
            <a:lvl9pPr>
              <a:spcBef>
                <a:spcPts val="0"/>
              </a:spcBef>
              <a:spcAft>
                <a:spcPts val="0"/>
              </a:spcAft>
              <a:buSzPts val="3000"/>
              <a:buNone/>
              <a:defRPr sz="3000"/>
            </a:lvl9pPr>
          </a:lstStyle>
          <a:p>
            <a:r>
              <a:t>xx%</a:t>
            </a:r>
          </a:p>
        </p:txBody>
      </p:sp>
      <p:sp>
        <p:nvSpPr>
          <p:cNvPr id="103" name="Google Shape;103;p13">
            <a:extLst>
              <a:ext uri="{FF2B5EF4-FFF2-40B4-BE49-F238E27FC236}">
                <a16:creationId xmlns:a16="http://schemas.microsoft.com/office/drawing/2014/main" id="{4556BFED-F949-4BDA-9066-12B3A0070CB7}"/>
              </a:ext>
            </a:extLst>
          </p:cNvPr>
          <p:cNvSpPr>
            <a:spLocks noGrp="1"/>
          </p:cNvSpPr>
          <p:nvPr>
            <p:ph type="title" idx="4" hasCustomPrompt="1"/>
          </p:nvPr>
        </p:nvSpPr>
        <p:spPr>
          <a:xfrm>
            <a:off x="2211803" y="2484034"/>
            <a:ext cx="875400" cy="572400"/>
          </a:xfrm>
          <a:prstGeom prst="rect">
            <a:avLst/>
          </a:prstGeom>
          <a:noFill/>
          <a:ln>
            <a:noFill/>
          </a:ln>
        </p:spPr>
        <p:txBody>
          <a:bodyPr spcFirstLastPara="1" wrap="square" lIns="91425" tIns="91425" rIns="91425" bIns="91425" anchor="b">
            <a:noAutofit/>
          </a:bodyPr>
          <a:lstStyle>
            <a:lvl1pPr>
              <a:spcBef>
                <a:spcPts val="0"/>
              </a:spcBef>
              <a:spcAft>
                <a:spcPts val="0"/>
              </a:spcAft>
              <a:buSzPts val="3000"/>
              <a:buNone/>
              <a:defRPr sz="3000"/>
            </a:lvl1pPr>
            <a:lvl2pPr>
              <a:spcBef>
                <a:spcPts val="0"/>
              </a:spcBef>
              <a:spcAft>
                <a:spcPts val="0"/>
              </a:spcAft>
              <a:buSzPts val="3000"/>
              <a:buNone/>
              <a:defRPr sz="3000"/>
            </a:lvl2pPr>
            <a:lvl3pPr>
              <a:spcBef>
                <a:spcPts val="0"/>
              </a:spcBef>
              <a:spcAft>
                <a:spcPts val="0"/>
              </a:spcAft>
              <a:buSzPts val="3000"/>
              <a:buNone/>
              <a:defRPr sz="3000"/>
            </a:lvl3pPr>
            <a:lvl4pPr>
              <a:spcBef>
                <a:spcPts val="0"/>
              </a:spcBef>
              <a:spcAft>
                <a:spcPts val="0"/>
              </a:spcAft>
              <a:buSzPts val="3000"/>
              <a:buNone/>
              <a:defRPr sz="3000"/>
            </a:lvl4pPr>
            <a:lvl5pPr>
              <a:spcBef>
                <a:spcPts val="0"/>
              </a:spcBef>
              <a:spcAft>
                <a:spcPts val="0"/>
              </a:spcAft>
              <a:buSzPts val="3000"/>
              <a:buNone/>
              <a:defRPr sz="3000"/>
            </a:lvl5pPr>
            <a:lvl6pPr>
              <a:spcBef>
                <a:spcPts val="0"/>
              </a:spcBef>
              <a:spcAft>
                <a:spcPts val="0"/>
              </a:spcAft>
              <a:buSzPts val="3000"/>
              <a:buNone/>
              <a:defRPr sz="3000"/>
            </a:lvl6pPr>
            <a:lvl7pPr>
              <a:spcBef>
                <a:spcPts val="0"/>
              </a:spcBef>
              <a:spcAft>
                <a:spcPts val="0"/>
              </a:spcAft>
              <a:buSzPts val="3000"/>
              <a:buNone/>
              <a:defRPr sz="3000"/>
            </a:lvl7pPr>
            <a:lvl8pPr>
              <a:spcBef>
                <a:spcPts val="0"/>
              </a:spcBef>
              <a:spcAft>
                <a:spcPts val="0"/>
              </a:spcAft>
              <a:buSzPts val="3000"/>
              <a:buNone/>
              <a:defRPr sz="3000"/>
            </a:lvl8pPr>
            <a:lvl9pPr>
              <a:spcBef>
                <a:spcPts val="0"/>
              </a:spcBef>
              <a:spcAft>
                <a:spcPts val="0"/>
              </a:spcAft>
              <a:buSzPts val="3000"/>
              <a:buNone/>
              <a:defRPr sz="3000"/>
            </a:lvl9pPr>
          </a:lstStyle>
          <a:p>
            <a:r>
              <a:t>xx%</a:t>
            </a:r>
          </a:p>
        </p:txBody>
      </p:sp>
      <p:sp>
        <p:nvSpPr>
          <p:cNvPr id="104" name="Google Shape;104;p13">
            <a:extLst>
              <a:ext uri="{FF2B5EF4-FFF2-40B4-BE49-F238E27FC236}">
                <a16:creationId xmlns:a16="http://schemas.microsoft.com/office/drawing/2014/main" id="{7D7797EC-ACD9-4A59-B1E1-50E65FA88EBC}"/>
              </a:ext>
            </a:extLst>
          </p:cNvPr>
          <p:cNvSpPr>
            <a:spLocks noGrp="1"/>
          </p:cNvSpPr>
          <p:nvPr>
            <p:ph type="title" idx="5" hasCustomPrompt="1"/>
          </p:nvPr>
        </p:nvSpPr>
        <p:spPr>
          <a:xfrm>
            <a:off x="6070149" y="2484011"/>
            <a:ext cx="875400" cy="572400"/>
          </a:xfrm>
          <a:prstGeom prst="rect">
            <a:avLst/>
          </a:prstGeom>
          <a:noFill/>
          <a:ln>
            <a:noFill/>
          </a:ln>
        </p:spPr>
        <p:txBody>
          <a:bodyPr spcFirstLastPara="1" wrap="square" lIns="91425" tIns="91425" rIns="91425" bIns="91425" anchor="b">
            <a:noAutofit/>
          </a:bodyPr>
          <a:lstStyle>
            <a:lvl1pPr>
              <a:spcBef>
                <a:spcPts val="0"/>
              </a:spcBef>
              <a:spcAft>
                <a:spcPts val="0"/>
              </a:spcAft>
              <a:buSzPts val="3000"/>
              <a:buNone/>
              <a:defRPr sz="3000"/>
            </a:lvl1pPr>
            <a:lvl2pPr>
              <a:spcBef>
                <a:spcPts val="0"/>
              </a:spcBef>
              <a:spcAft>
                <a:spcPts val="0"/>
              </a:spcAft>
              <a:buSzPts val="3000"/>
              <a:buNone/>
              <a:defRPr sz="3000"/>
            </a:lvl2pPr>
            <a:lvl3pPr>
              <a:spcBef>
                <a:spcPts val="0"/>
              </a:spcBef>
              <a:spcAft>
                <a:spcPts val="0"/>
              </a:spcAft>
              <a:buSzPts val="3000"/>
              <a:buNone/>
              <a:defRPr sz="3000"/>
            </a:lvl3pPr>
            <a:lvl4pPr>
              <a:spcBef>
                <a:spcPts val="0"/>
              </a:spcBef>
              <a:spcAft>
                <a:spcPts val="0"/>
              </a:spcAft>
              <a:buSzPts val="3000"/>
              <a:buNone/>
              <a:defRPr sz="3000"/>
            </a:lvl4pPr>
            <a:lvl5pPr>
              <a:spcBef>
                <a:spcPts val="0"/>
              </a:spcBef>
              <a:spcAft>
                <a:spcPts val="0"/>
              </a:spcAft>
              <a:buSzPts val="3000"/>
              <a:buNone/>
              <a:defRPr sz="3000"/>
            </a:lvl5pPr>
            <a:lvl6pPr>
              <a:spcBef>
                <a:spcPts val="0"/>
              </a:spcBef>
              <a:spcAft>
                <a:spcPts val="0"/>
              </a:spcAft>
              <a:buSzPts val="3000"/>
              <a:buNone/>
              <a:defRPr sz="3000"/>
            </a:lvl6pPr>
            <a:lvl7pPr>
              <a:spcBef>
                <a:spcPts val="0"/>
              </a:spcBef>
              <a:spcAft>
                <a:spcPts val="0"/>
              </a:spcAft>
              <a:buSzPts val="3000"/>
              <a:buNone/>
              <a:defRPr sz="3000"/>
            </a:lvl7pPr>
            <a:lvl8pPr>
              <a:spcBef>
                <a:spcPts val="0"/>
              </a:spcBef>
              <a:spcAft>
                <a:spcPts val="0"/>
              </a:spcAft>
              <a:buSzPts val="3000"/>
              <a:buNone/>
              <a:defRPr sz="3000"/>
            </a:lvl8pPr>
            <a:lvl9pPr>
              <a:spcBef>
                <a:spcPts val="0"/>
              </a:spcBef>
              <a:spcAft>
                <a:spcPts val="0"/>
              </a:spcAft>
              <a:buSzPts val="3000"/>
              <a:buNone/>
              <a:defRPr sz="3000"/>
            </a:lvl9pPr>
          </a:lstStyle>
          <a:p>
            <a:r>
              <a:t>xx%</a:t>
            </a:r>
          </a:p>
        </p:txBody>
      </p:sp>
      <p:sp>
        <p:nvSpPr>
          <p:cNvPr id="105" name="Google Shape;105;p13">
            <a:extLst>
              <a:ext uri="{FF2B5EF4-FFF2-40B4-BE49-F238E27FC236}">
                <a16:creationId xmlns:a16="http://schemas.microsoft.com/office/drawing/2014/main" id="{49B47A37-040A-4517-91DC-A996A8869700}"/>
              </a:ext>
            </a:extLst>
          </p:cNvPr>
          <p:cNvSpPr>
            <a:spLocks noGrp="1"/>
          </p:cNvSpPr>
          <p:nvPr>
            <p:ph type="title" idx="6" hasCustomPrompt="1"/>
          </p:nvPr>
        </p:nvSpPr>
        <p:spPr>
          <a:xfrm>
            <a:off x="2211803" y="3640575"/>
            <a:ext cx="875400" cy="572400"/>
          </a:xfrm>
          <a:prstGeom prst="rect">
            <a:avLst/>
          </a:prstGeom>
          <a:noFill/>
          <a:ln>
            <a:noFill/>
          </a:ln>
        </p:spPr>
        <p:txBody>
          <a:bodyPr spcFirstLastPara="1" wrap="square" lIns="91425" tIns="91425" rIns="91425" bIns="91425" anchor="b">
            <a:noAutofit/>
          </a:bodyPr>
          <a:lstStyle>
            <a:lvl1pPr>
              <a:spcBef>
                <a:spcPts val="0"/>
              </a:spcBef>
              <a:spcAft>
                <a:spcPts val="0"/>
              </a:spcAft>
              <a:buSzPts val="3000"/>
              <a:buNone/>
              <a:defRPr sz="3000"/>
            </a:lvl1pPr>
            <a:lvl2pPr>
              <a:spcBef>
                <a:spcPts val="0"/>
              </a:spcBef>
              <a:spcAft>
                <a:spcPts val="0"/>
              </a:spcAft>
              <a:buSzPts val="3000"/>
              <a:buNone/>
              <a:defRPr sz="3000"/>
            </a:lvl2pPr>
            <a:lvl3pPr>
              <a:spcBef>
                <a:spcPts val="0"/>
              </a:spcBef>
              <a:spcAft>
                <a:spcPts val="0"/>
              </a:spcAft>
              <a:buSzPts val="3000"/>
              <a:buNone/>
              <a:defRPr sz="3000"/>
            </a:lvl3pPr>
            <a:lvl4pPr>
              <a:spcBef>
                <a:spcPts val="0"/>
              </a:spcBef>
              <a:spcAft>
                <a:spcPts val="0"/>
              </a:spcAft>
              <a:buSzPts val="3000"/>
              <a:buNone/>
              <a:defRPr sz="3000"/>
            </a:lvl4pPr>
            <a:lvl5pPr>
              <a:spcBef>
                <a:spcPts val="0"/>
              </a:spcBef>
              <a:spcAft>
                <a:spcPts val="0"/>
              </a:spcAft>
              <a:buSzPts val="3000"/>
              <a:buNone/>
              <a:defRPr sz="3000"/>
            </a:lvl5pPr>
            <a:lvl6pPr>
              <a:spcBef>
                <a:spcPts val="0"/>
              </a:spcBef>
              <a:spcAft>
                <a:spcPts val="0"/>
              </a:spcAft>
              <a:buSzPts val="3000"/>
              <a:buNone/>
              <a:defRPr sz="3000"/>
            </a:lvl6pPr>
            <a:lvl7pPr>
              <a:spcBef>
                <a:spcPts val="0"/>
              </a:spcBef>
              <a:spcAft>
                <a:spcPts val="0"/>
              </a:spcAft>
              <a:buSzPts val="3000"/>
              <a:buNone/>
              <a:defRPr sz="3000"/>
            </a:lvl7pPr>
            <a:lvl8pPr>
              <a:spcBef>
                <a:spcPts val="0"/>
              </a:spcBef>
              <a:spcAft>
                <a:spcPts val="0"/>
              </a:spcAft>
              <a:buSzPts val="3000"/>
              <a:buNone/>
              <a:defRPr sz="3000"/>
            </a:lvl8pPr>
            <a:lvl9pPr>
              <a:spcBef>
                <a:spcPts val="0"/>
              </a:spcBef>
              <a:spcAft>
                <a:spcPts val="0"/>
              </a:spcAft>
              <a:buSzPts val="3000"/>
              <a:buNone/>
              <a:defRPr sz="3000"/>
            </a:lvl9pPr>
          </a:lstStyle>
          <a:p>
            <a:r>
              <a:t>xx%</a:t>
            </a:r>
          </a:p>
        </p:txBody>
      </p:sp>
      <p:sp>
        <p:nvSpPr>
          <p:cNvPr id="106" name="Google Shape;106;p13">
            <a:extLst>
              <a:ext uri="{FF2B5EF4-FFF2-40B4-BE49-F238E27FC236}">
                <a16:creationId xmlns:a16="http://schemas.microsoft.com/office/drawing/2014/main" id="{3DA9B418-EDEF-4A83-8438-28125A7FE692}"/>
              </a:ext>
            </a:extLst>
          </p:cNvPr>
          <p:cNvSpPr>
            <a:spLocks noGrp="1"/>
          </p:cNvSpPr>
          <p:nvPr>
            <p:ph type="title" idx="7" hasCustomPrompt="1"/>
          </p:nvPr>
        </p:nvSpPr>
        <p:spPr>
          <a:xfrm>
            <a:off x="6070149" y="3640874"/>
            <a:ext cx="875400" cy="572400"/>
          </a:xfrm>
          <a:prstGeom prst="rect">
            <a:avLst/>
          </a:prstGeom>
          <a:noFill/>
          <a:ln>
            <a:noFill/>
          </a:ln>
        </p:spPr>
        <p:txBody>
          <a:bodyPr spcFirstLastPara="1" wrap="square" lIns="91425" tIns="91425" rIns="91425" bIns="91425" anchor="b">
            <a:noAutofit/>
          </a:bodyPr>
          <a:lstStyle>
            <a:lvl1pPr>
              <a:spcBef>
                <a:spcPts val="0"/>
              </a:spcBef>
              <a:spcAft>
                <a:spcPts val="0"/>
              </a:spcAft>
              <a:buSzPts val="3000"/>
              <a:buNone/>
              <a:defRPr sz="3000"/>
            </a:lvl1pPr>
            <a:lvl2pPr>
              <a:spcBef>
                <a:spcPts val="0"/>
              </a:spcBef>
              <a:spcAft>
                <a:spcPts val="0"/>
              </a:spcAft>
              <a:buSzPts val="3000"/>
              <a:buNone/>
              <a:defRPr sz="3000"/>
            </a:lvl2pPr>
            <a:lvl3pPr>
              <a:spcBef>
                <a:spcPts val="0"/>
              </a:spcBef>
              <a:spcAft>
                <a:spcPts val="0"/>
              </a:spcAft>
              <a:buSzPts val="3000"/>
              <a:buNone/>
              <a:defRPr sz="3000"/>
            </a:lvl3pPr>
            <a:lvl4pPr>
              <a:spcBef>
                <a:spcPts val="0"/>
              </a:spcBef>
              <a:spcAft>
                <a:spcPts val="0"/>
              </a:spcAft>
              <a:buSzPts val="3000"/>
              <a:buNone/>
              <a:defRPr sz="3000"/>
            </a:lvl4pPr>
            <a:lvl5pPr>
              <a:spcBef>
                <a:spcPts val="0"/>
              </a:spcBef>
              <a:spcAft>
                <a:spcPts val="0"/>
              </a:spcAft>
              <a:buSzPts val="3000"/>
              <a:buNone/>
              <a:defRPr sz="3000"/>
            </a:lvl5pPr>
            <a:lvl6pPr>
              <a:spcBef>
                <a:spcPts val="0"/>
              </a:spcBef>
              <a:spcAft>
                <a:spcPts val="0"/>
              </a:spcAft>
              <a:buSzPts val="3000"/>
              <a:buNone/>
              <a:defRPr sz="3000"/>
            </a:lvl6pPr>
            <a:lvl7pPr>
              <a:spcBef>
                <a:spcPts val="0"/>
              </a:spcBef>
              <a:spcAft>
                <a:spcPts val="0"/>
              </a:spcAft>
              <a:buSzPts val="3000"/>
              <a:buNone/>
              <a:defRPr sz="3000"/>
            </a:lvl7pPr>
            <a:lvl8pPr>
              <a:spcBef>
                <a:spcPts val="0"/>
              </a:spcBef>
              <a:spcAft>
                <a:spcPts val="0"/>
              </a:spcAft>
              <a:buSzPts val="3000"/>
              <a:buNone/>
              <a:defRPr sz="3000"/>
            </a:lvl8pPr>
            <a:lvl9pPr>
              <a:spcBef>
                <a:spcPts val="0"/>
              </a:spcBef>
              <a:spcAft>
                <a:spcPts val="0"/>
              </a:spcAft>
              <a:buSzPts val="3000"/>
              <a:buNone/>
              <a:defRPr sz="3000"/>
            </a:lvl9pPr>
          </a:lstStyle>
          <a:p>
            <a:r>
              <a:t>xx%</a:t>
            </a:r>
          </a:p>
        </p:txBody>
      </p:sp>
      <p:sp>
        <p:nvSpPr>
          <p:cNvPr id="107" name="Google Shape;107;p13">
            <a:extLst>
              <a:ext uri="{FF2B5EF4-FFF2-40B4-BE49-F238E27FC236}">
                <a16:creationId xmlns:a16="http://schemas.microsoft.com/office/drawing/2014/main" id="{4F9BF5B5-6765-4CD0-BC44-FEF4E9B3E46A}"/>
              </a:ext>
            </a:extLst>
          </p:cNvPr>
          <p:cNvSpPr>
            <a:spLocks noGrp="1"/>
          </p:cNvSpPr>
          <p:nvPr>
            <p:ph type="subTitle" idx="1"/>
          </p:nvPr>
        </p:nvSpPr>
        <p:spPr>
          <a:xfrm>
            <a:off x="720059" y="1803433"/>
            <a:ext cx="3832200" cy="4920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SzPts val="2000"/>
              <a:buFont typeface="Prata"/>
              <a:buNone/>
              <a:defRPr sz="1800" b="1">
                <a:solidFill>
                  <a:schemeClr val="dk1"/>
                </a:solidFill>
                <a:latin typeface="Prata"/>
                <a:ea typeface="Prata"/>
                <a:cs typeface="Prata"/>
              </a:defRPr>
            </a:lvl1pPr>
            <a:lvl2pPr>
              <a:lnSpc>
                <a:spcPct val="100000"/>
              </a:lnSpc>
              <a:spcBef>
                <a:spcPts val="0"/>
              </a:spcBef>
              <a:spcAft>
                <a:spcPts val="0"/>
              </a:spcAft>
              <a:buSzPts val="2000"/>
              <a:buFont typeface="Prata"/>
              <a:buNone/>
              <a:defRPr sz="2000" b="1">
                <a:latin typeface="Prata"/>
                <a:ea typeface="Prata"/>
                <a:cs typeface="Prata"/>
              </a:defRPr>
            </a:lvl2pPr>
            <a:lvl3pPr>
              <a:lnSpc>
                <a:spcPct val="100000"/>
              </a:lnSpc>
              <a:spcBef>
                <a:spcPts val="0"/>
              </a:spcBef>
              <a:spcAft>
                <a:spcPts val="0"/>
              </a:spcAft>
              <a:buSzPts val="2000"/>
              <a:buFont typeface="Prata"/>
              <a:buNone/>
              <a:defRPr sz="2000" b="1">
                <a:latin typeface="Prata"/>
                <a:ea typeface="Prata"/>
                <a:cs typeface="Prata"/>
              </a:defRPr>
            </a:lvl3pPr>
            <a:lvl4pPr>
              <a:lnSpc>
                <a:spcPct val="100000"/>
              </a:lnSpc>
              <a:spcBef>
                <a:spcPts val="0"/>
              </a:spcBef>
              <a:spcAft>
                <a:spcPts val="0"/>
              </a:spcAft>
              <a:buSzPts val="2000"/>
              <a:buFont typeface="Prata"/>
              <a:buNone/>
              <a:defRPr sz="2000" b="1">
                <a:latin typeface="Prata"/>
                <a:ea typeface="Prata"/>
                <a:cs typeface="Prata"/>
              </a:defRPr>
            </a:lvl4pPr>
            <a:lvl5pPr>
              <a:lnSpc>
                <a:spcPct val="100000"/>
              </a:lnSpc>
              <a:spcBef>
                <a:spcPts val="0"/>
              </a:spcBef>
              <a:spcAft>
                <a:spcPts val="0"/>
              </a:spcAft>
              <a:buSzPts val="2000"/>
              <a:buFont typeface="Prata"/>
              <a:buNone/>
              <a:defRPr sz="2000" b="1">
                <a:latin typeface="Prata"/>
                <a:ea typeface="Prata"/>
                <a:cs typeface="Prata"/>
              </a:defRPr>
            </a:lvl5pPr>
            <a:lvl6pPr>
              <a:lnSpc>
                <a:spcPct val="100000"/>
              </a:lnSpc>
              <a:spcBef>
                <a:spcPts val="0"/>
              </a:spcBef>
              <a:spcAft>
                <a:spcPts val="0"/>
              </a:spcAft>
              <a:buSzPts val="2000"/>
              <a:buFont typeface="Prata"/>
              <a:buNone/>
              <a:defRPr sz="2000" b="1">
                <a:latin typeface="Prata"/>
                <a:ea typeface="Prata"/>
                <a:cs typeface="Prata"/>
              </a:defRPr>
            </a:lvl6pPr>
            <a:lvl7pPr>
              <a:lnSpc>
                <a:spcPct val="100000"/>
              </a:lnSpc>
              <a:spcBef>
                <a:spcPts val="0"/>
              </a:spcBef>
              <a:spcAft>
                <a:spcPts val="0"/>
              </a:spcAft>
              <a:buSzPts val="2000"/>
              <a:buFont typeface="Prata"/>
              <a:buNone/>
              <a:defRPr sz="2000" b="1">
                <a:latin typeface="Prata"/>
                <a:ea typeface="Prata"/>
                <a:cs typeface="Prata"/>
              </a:defRPr>
            </a:lvl7pPr>
            <a:lvl8pPr>
              <a:lnSpc>
                <a:spcPct val="100000"/>
              </a:lnSpc>
              <a:spcBef>
                <a:spcPts val="0"/>
              </a:spcBef>
              <a:spcAft>
                <a:spcPts val="0"/>
              </a:spcAft>
              <a:buSzPts val="2000"/>
              <a:buFont typeface="Prata"/>
              <a:buNone/>
              <a:defRPr sz="2000" b="1">
                <a:latin typeface="Prata"/>
                <a:ea typeface="Prata"/>
                <a:cs typeface="Prata"/>
              </a:defRPr>
            </a:lvl8pPr>
            <a:lvl9pPr>
              <a:lnSpc>
                <a:spcPct val="100000"/>
              </a:lnSpc>
              <a:spcBef>
                <a:spcPts val="0"/>
              </a:spcBef>
              <a:spcAft>
                <a:spcPts val="0"/>
              </a:spcAft>
              <a:buSzPts val="2000"/>
              <a:buFont typeface="Prata"/>
              <a:buNone/>
              <a:defRPr sz="2000" b="1">
                <a:latin typeface="Prata"/>
                <a:ea typeface="Prata"/>
                <a:cs typeface="Prata"/>
              </a:defRPr>
            </a:lvl9pPr>
          </a:lstStyle>
          <a:p>
            <a:endParaRPr/>
          </a:p>
        </p:txBody>
      </p:sp>
      <p:sp>
        <p:nvSpPr>
          <p:cNvPr id="108" name="Google Shape;108;p13">
            <a:extLst>
              <a:ext uri="{FF2B5EF4-FFF2-40B4-BE49-F238E27FC236}">
                <a16:creationId xmlns:a16="http://schemas.microsoft.com/office/drawing/2014/main" id="{A47CE31C-9B5B-468B-84E4-83CDA164E77E}"/>
              </a:ext>
            </a:extLst>
          </p:cNvPr>
          <p:cNvSpPr>
            <a:spLocks noGrp="1"/>
          </p:cNvSpPr>
          <p:nvPr>
            <p:ph type="subTitle" idx="8"/>
          </p:nvPr>
        </p:nvSpPr>
        <p:spPr>
          <a:xfrm>
            <a:off x="720059" y="2959981"/>
            <a:ext cx="3832200" cy="4920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SzPts val="2000"/>
              <a:buFont typeface="Prata"/>
              <a:buNone/>
              <a:defRPr sz="1800" b="1">
                <a:solidFill>
                  <a:schemeClr val="dk1"/>
                </a:solidFill>
                <a:latin typeface="Prata"/>
                <a:ea typeface="Prata"/>
                <a:cs typeface="Prata"/>
              </a:defRPr>
            </a:lvl1pPr>
            <a:lvl2pPr>
              <a:lnSpc>
                <a:spcPct val="100000"/>
              </a:lnSpc>
              <a:spcBef>
                <a:spcPts val="0"/>
              </a:spcBef>
              <a:spcAft>
                <a:spcPts val="0"/>
              </a:spcAft>
              <a:buSzPts val="2000"/>
              <a:buFont typeface="Prata"/>
              <a:buNone/>
              <a:defRPr sz="2000" b="1">
                <a:latin typeface="Prata"/>
                <a:ea typeface="Prata"/>
                <a:cs typeface="Prata"/>
              </a:defRPr>
            </a:lvl2pPr>
            <a:lvl3pPr>
              <a:lnSpc>
                <a:spcPct val="100000"/>
              </a:lnSpc>
              <a:spcBef>
                <a:spcPts val="0"/>
              </a:spcBef>
              <a:spcAft>
                <a:spcPts val="0"/>
              </a:spcAft>
              <a:buSzPts val="2000"/>
              <a:buFont typeface="Prata"/>
              <a:buNone/>
              <a:defRPr sz="2000" b="1">
                <a:latin typeface="Prata"/>
                <a:ea typeface="Prata"/>
                <a:cs typeface="Prata"/>
              </a:defRPr>
            </a:lvl3pPr>
            <a:lvl4pPr>
              <a:lnSpc>
                <a:spcPct val="100000"/>
              </a:lnSpc>
              <a:spcBef>
                <a:spcPts val="0"/>
              </a:spcBef>
              <a:spcAft>
                <a:spcPts val="0"/>
              </a:spcAft>
              <a:buSzPts val="2000"/>
              <a:buFont typeface="Prata"/>
              <a:buNone/>
              <a:defRPr sz="2000" b="1">
                <a:latin typeface="Prata"/>
                <a:ea typeface="Prata"/>
                <a:cs typeface="Prata"/>
              </a:defRPr>
            </a:lvl4pPr>
            <a:lvl5pPr>
              <a:lnSpc>
                <a:spcPct val="100000"/>
              </a:lnSpc>
              <a:spcBef>
                <a:spcPts val="0"/>
              </a:spcBef>
              <a:spcAft>
                <a:spcPts val="0"/>
              </a:spcAft>
              <a:buSzPts val="2000"/>
              <a:buFont typeface="Prata"/>
              <a:buNone/>
              <a:defRPr sz="2000" b="1">
                <a:latin typeface="Prata"/>
                <a:ea typeface="Prata"/>
                <a:cs typeface="Prata"/>
              </a:defRPr>
            </a:lvl5pPr>
            <a:lvl6pPr>
              <a:lnSpc>
                <a:spcPct val="100000"/>
              </a:lnSpc>
              <a:spcBef>
                <a:spcPts val="0"/>
              </a:spcBef>
              <a:spcAft>
                <a:spcPts val="0"/>
              </a:spcAft>
              <a:buSzPts val="2000"/>
              <a:buFont typeface="Prata"/>
              <a:buNone/>
              <a:defRPr sz="2000" b="1">
                <a:latin typeface="Prata"/>
                <a:ea typeface="Prata"/>
                <a:cs typeface="Prata"/>
              </a:defRPr>
            </a:lvl6pPr>
            <a:lvl7pPr>
              <a:lnSpc>
                <a:spcPct val="100000"/>
              </a:lnSpc>
              <a:spcBef>
                <a:spcPts val="0"/>
              </a:spcBef>
              <a:spcAft>
                <a:spcPts val="0"/>
              </a:spcAft>
              <a:buSzPts val="2000"/>
              <a:buFont typeface="Prata"/>
              <a:buNone/>
              <a:defRPr sz="2000" b="1">
                <a:latin typeface="Prata"/>
                <a:ea typeface="Prata"/>
                <a:cs typeface="Prata"/>
              </a:defRPr>
            </a:lvl7pPr>
            <a:lvl8pPr>
              <a:lnSpc>
                <a:spcPct val="100000"/>
              </a:lnSpc>
              <a:spcBef>
                <a:spcPts val="0"/>
              </a:spcBef>
              <a:spcAft>
                <a:spcPts val="0"/>
              </a:spcAft>
              <a:buSzPts val="2000"/>
              <a:buFont typeface="Prata"/>
              <a:buNone/>
              <a:defRPr sz="2000" b="1">
                <a:latin typeface="Prata"/>
                <a:ea typeface="Prata"/>
                <a:cs typeface="Prata"/>
              </a:defRPr>
            </a:lvl8pPr>
            <a:lvl9pPr>
              <a:lnSpc>
                <a:spcPct val="100000"/>
              </a:lnSpc>
              <a:spcBef>
                <a:spcPts val="0"/>
              </a:spcBef>
              <a:spcAft>
                <a:spcPts val="0"/>
              </a:spcAft>
              <a:buSzPts val="2000"/>
              <a:buFont typeface="Prata"/>
              <a:buNone/>
              <a:defRPr sz="2000" b="1">
                <a:latin typeface="Prata"/>
                <a:ea typeface="Prata"/>
                <a:cs typeface="Prata"/>
              </a:defRPr>
            </a:lvl9pPr>
          </a:lstStyle>
          <a:p>
            <a:endParaRPr/>
          </a:p>
        </p:txBody>
      </p:sp>
      <p:sp>
        <p:nvSpPr>
          <p:cNvPr id="109" name="Google Shape;109;p13">
            <a:extLst>
              <a:ext uri="{FF2B5EF4-FFF2-40B4-BE49-F238E27FC236}">
                <a16:creationId xmlns:a16="http://schemas.microsoft.com/office/drawing/2014/main" id="{E92B0A66-AF64-41B2-90D2-8451EB95D0B9}"/>
              </a:ext>
            </a:extLst>
          </p:cNvPr>
          <p:cNvSpPr>
            <a:spLocks noGrp="1"/>
          </p:cNvSpPr>
          <p:nvPr>
            <p:ph type="subTitle" idx="9"/>
          </p:nvPr>
        </p:nvSpPr>
        <p:spPr>
          <a:xfrm>
            <a:off x="720059" y="4116528"/>
            <a:ext cx="3832200" cy="4917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SzPts val="2000"/>
              <a:buFont typeface="Prata"/>
              <a:buNone/>
              <a:defRPr sz="1800" b="1">
                <a:solidFill>
                  <a:schemeClr val="dk1"/>
                </a:solidFill>
                <a:latin typeface="Prata"/>
                <a:ea typeface="Prata"/>
                <a:cs typeface="Prata"/>
              </a:defRPr>
            </a:lvl1pPr>
            <a:lvl2pPr>
              <a:lnSpc>
                <a:spcPct val="100000"/>
              </a:lnSpc>
              <a:spcBef>
                <a:spcPts val="0"/>
              </a:spcBef>
              <a:spcAft>
                <a:spcPts val="0"/>
              </a:spcAft>
              <a:buSzPts val="2000"/>
              <a:buFont typeface="Prata"/>
              <a:buNone/>
              <a:defRPr sz="2000" b="1">
                <a:latin typeface="Prata"/>
                <a:ea typeface="Prata"/>
                <a:cs typeface="Prata"/>
              </a:defRPr>
            </a:lvl2pPr>
            <a:lvl3pPr>
              <a:lnSpc>
                <a:spcPct val="100000"/>
              </a:lnSpc>
              <a:spcBef>
                <a:spcPts val="0"/>
              </a:spcBef>
              <a:spcAft>
                <a:spcPts val="0"/>
              </a:spcAft>
              <a:buSzPts val="2000"/>
              <a:buFont typeface="Prata"/>
              <a:buNone/>
              <a:defRPr sz="2000" b="1">
                <a:latin typeface="Prata"/>
                <a:ea typeface="Prata"/>
                <a:cs typeface="Prata"/>
              </a:defRPr>
            </a:lvl3pPr>
            <a:lvl4pPr>
              <a:lnSpc>
                <a:spcPct val="100000"/>
              </a:lnSpc>
              <a:spcBef>
                <a:spcPts val="0"/>
              </a:spcBef>
              <a:spcAft>
                <a:spcPts val="0"/>
              </a:spcAft>
              <a:buSzPts val="2000"/>
              <a:buFont typeface="Prata"/>
              <a:buNone/>
              <a:defRPr sz="2000" b="1">
                <a:latin typeface="Prata"/>
                <a:ea typeface="Prata"/>
                <a:cs typeface="Prata"/>
              </a:defRPr>
            </a:lvl4pPr>
            <a:lvl5pPr>
              <a:lnSpc>
                <a:spcPct val="100000"/>
              </a:lnSpc>
              <a:spcBef>
                <a:spcPts val="0"/>
              </a:spcBef>
              <a:spcAft>
                <a:spcPts val="0"/>
              </a:spcAft>
              <a:buSzPts val="2000"/>
              <a:buFont typeface="Prata"/>
              <a:buNone/>
              <a:defRPr sz="2000" b="1">
                <a:latin typeface="Prata"/>
                <a:ea typeface="Prata"/>
                <a:cs typeface="Prata"/>
              </a:defRPr>
            </a:lvl5pPr>
            <a:lvl6pPr>
              <a:lnSpc>
                <a:spcPct val="100000"/>
              </a:lnSpc>
              <a:spcBef>
                <a:spcPts val="0"/>
              </a:spcBef>
              <a:spcAft>
                <a:spcPts val="0"/>
              </a:spcAft>
              <a:buSzPts val="2000"/>
              <a:buFont typeface="Prata"/>
              <a:buNone/>
              <a:defRPr sz="2000" b="1">
                <a:latin typeface="Prata"/>
                <a:ea typeface="Prata"/>
                <a:cs typeface="Prata"/>
              </a:defRPr>
            </a:lvl6pPr>
            <a:lvl7pPr>
              <a:lnSpc>
                <a:spcPct val="100000"/>
              </a:lnSpc>
              <a:spcBef>
                <a:spcPts val="0"/>
              </a:spcBef>
              <a:spcAft>
                <a:spcPts val="0"/>
              </a:spcAft>
              <a:buSzPts val="2000"/>
              <a:buFont typeface="Prata"/>
              <a:buNone/>
              <a:defRPr sz="2000" b="1">
                <a:latin typeface="Prata"/>
                <a:ea typeface="Prata"/>
                <a:cs typeface="Prata"/>
              </a:defRPr>
            </a:lvl7pPr>
            <a:lvl8pPr>
              <a:lnSpc>
                <a:spcPct val="100000"/>
              </a:lnSpc>
              <a:spcBef>
                <a:spcPts val="0"/>
              </a:spcBef>
              <a:spcAft>
                <a:spcPts val="0"/>
              </a:spcAft>
              <a:buSzPts val="2000"/>
              <a:buFont typeface="Prata"/>
              <a:buNone/>
              <a:defRPr sz="2000" b="1">
                <a:latin typeface="Prata"/>
                <a:ea typeface="Prata"/>
                <a:cs typeface="Prata"/>
              </a:defRPr>
            </a:lvl8pPr>
            <a:lvl9pPr>
              <a:lnSpc>
                <a:spcPct val="100000"/>
              </a:lnSpc>
              <a:spcBef>
                <a:spcPts val="0"/>
              </a:spcBef>
              <a:spcAft>
                <a:spcPts val="0"/>
              </a:spcAft>
              <a:buSzPts val="2000"/>
              <a:buFont typeface="Prata"/>
              <a:buNone/>
              <a:defRPr sz="2000" b="1">
                <a:latin typeface="Prata"/>
                <a:ea typeface="Prata"/>
                <a:cs typeface="Prata"/>
              </a:defRPr>
            </a:lvl9pPr>
          </a:lstStyle>
          <a:p>
            <a:endParaRPr/>
          </a:p>
        </p:txBody>
      </p:sp>
      <p:sp>
        <p:nvSpPr>
          <p:cNvPr id="110" name="Google Shape;110;p13">
            <a:extLst>
              <a:ext uri="{FF2B5EF4-FFF2-40B4-BE49-F238E27FC236}">
                <a16:creationId xmlns:a16="http://schemas.microsoft.com/office/drawing/2014/main" id="{8439E5E0-166B-477C-8957-11E7F523E466}"/>
              </a:ext>
            </a:extLst>
          </p:cNvPr>
          <p:cNvSpPr>
            <a:spLocks noGrp="1"/>
          </p:cNvSpPr>
          <p:nvPr>
            <p:ph type="subTitle" idx="13"/>
          </p:nvPr>
        </p:nvSpPr>
        <p:spPr>
          <a:xfrm>
            <a:off x="4591741" y="1803523"/>
            <a:ext cx="3832200" cy="4920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SzPts val="2000"/>
              <a:buFont typeface="Prata"/>
              <a:buNone/>
              <a:defRPr sz="1800" b="1">
                <a:solidFill>
                  <a:schemeClr val="dk1"/>
                </a:solidFill>
                <a:latin typeface="Prata"/>
                <a:ea typeface="Prata"/>
                <a:cs typeface="Prata"/>
              </a:defRPr>
            </a:lvl1pPr>
            <a:lvl2pPr>
              <a:lnSpc>
                <a:spcPct val="100000"/>
              </a:lnSpc>
              <a:spcBef>
                <a:spcPts val="0"/>
              </a:spcBef>
              <a:spcAft>
                <a:spcPts val="0"/>
              </a:spcAft>
              <a:buSzPts val="2000"/>
              <a:buFont typeface="Prata"/>
              <a:buNone/>
              <a:defRPr sz="2000" b="1">
                <a:latin typeface="Prata"/>
                <a:ea typeface="Prata"/>
                <a:cs typeface="Prata"/>
              </a:defRPr>
            </a:lvl2pPr>
            <a:lvl3pPr>
              <a:lnSpc>
                <a:spcPct val="100000"/>
              </a:lnSpc>
              <a:spcBef>
                <a:spcPts val="0"/>
              </a:spcBef>
              <a:spcAft>
                <a:spcPts val="0"/>
              </a:spcAft>
              <a:buSzPts val="2000"/>
              <a:buFont typeface="Prata"/>
              <a:buNone/>
              <a:defRPr sz="2000" b="1">
                <a:latin typeface="Prata"/>
                <a:ea typeface="Prata"/>
                <a:cs typeface="Prata"/>
              </a:defRPr>
            </a:lvl3pPr>
            <a:lvl4pPr>
              <a:lnSpc>
                <a:spcPct val="100000"/>
              </a:lnSpc>
              <a:spcBef>
                <a:spcPts val="0"/>
              </a:spcBef>
              <a:spcAft>
                <a:spcPts val="0"/>
              </a:spcAft>
              <a:buSzPts val="2000"/>
              <a:buFont typeface="Prata"/>
              <a:buNone/>
              <a:defRPr sz="2000" b="1">
                <a:latin typeface="Prata"/>
                <a:ea typeface="Prata"/>
                <a:cs typeface="Prata"/>
              </a:defRPr>
            </a:lvl4pPr>
            <a:lvl5pPr>
              <a:lnSpc>
                <a:spcPct val="100000"/>
              </a:lnSpc>
              <a:spcBef>
                <a:spcPts val="0"/>
              </a:spcBef>
              <a:spcAft>
                <a:spcPts val="0"/>
              </a:spcAft>
              <a:buSzPts val="2000"/>
              <a:buFont typeface="Prata"/>
              <a:buNone/>
              <a:defRPr sz="2000" b="1">
                <a:latin typeface="Prata"/>
                <a:ea typeface="Prata"/>
                <a:cs typeface="Prata"/>
              </a:defRPr>
            </a:lvl5pPr>
            <a:lvl6pPr>
              <a:lnSpc>
                <a:spcPct val="100000"/>
              </a:lnSpc>
              <a:spcBef>
                <a:spcPts val="0"/>
              </a:spcBef>
              <a:spcAft>
                <a:spcPts val="0"/>
              </a:spcAft>
              <a:buSzPts val="2000"/>
              <a:buFont typeface="Prata"/>
              <a:buNone/>
              <a:defRPr sz="2000" b="1">
                <a:latin typeface="Prata"/>
                <a:ea typeface="Prata"/>
                <a:cs typeface="Prata"/>
              </a:defRPr>
            </a:lvl6pPr>
            <a:lvl7pPr>
              <a:lnSpc>
                <a:spcPct val="100000"/>
              </a:lnSpc>
              <a:spcBef>
                <a:spcPts val="0"/>
              </a:spcBef>
              <a:spcAft>
                <a:spcPts val="0"/>
              </a:spcAft>
              <a:buSzPts val="2000"/>
              <a:buFont typeface="Prata"/>
              <a:buNone/>
              <a:defRPr sz="2000" b="1">
                <a:latin typeface="Prata"/>
                <a:ea typeface="Prata"/>
                <a:cs typeface="Prata"/>
              </a:defRPr>
            </a:lvl7pPr>
            <a:lvl8pPr>
              <a:lnSpc>
                <a:spcPct val="100000"/>
              </a:lnSpc>
              <a:spcBef>
                <a:spcPts val="0"/>
              </a:spcBef>
              <a:spcAft>
                <a:spcPts val="0"/>
              </a:spcAft>
              <a:buSzPts val="2000"/>
              <a:buFont typeface="Prata"/>
              <a:buNone/>
              <a:defRPr sz="2000" b="1">
                <a:latin typeface="Prata"/>
                <a:ea typeface="Prata"/>
                <a:cs typeface="Prata"/>
              </a:defRPr>
            </a:lvl8pPr>
            <a:lvl9pPr>
              <a:lnSpc>
                <a:spcPct val="100000"/>
              </a:lnSpc>
              <a:spcBef>
                <a:spcPts val="0"/>
              </a:spcBef>
              <a:spcAft>
                <a:spcPts val="0"/>
              </a:spcAft>
              <a:buSzPts val="2000"/>
              <a:buFont typeface="Prata"/>
              <a:buNone/>
              <a:defRPr sz="2000" b="1">
                <a:latin typeface="Prata"/>
                <a:ea typeface="Prata"/>
                <a:cs typeface="Prata"/>
              </a:defRPr>
            </a:lvl9pPr>
          </a:lstStyle>
          <a:p>
            <a:endParaRPr/>
          </a:p>
        </p:txBody>
      </p:sp>
      <p:sp>
        <p:nvSpPr>
          <p:cNvPr id="111" name="Google Shape;111;p13">
            <a:extLst>
              <a:ext uri="{FF2B5EF4-FFF2-40B4-BE49-F238E27FC236}">
                <a16:creationId xmlns:a16="http://schemas.microsoft.com/office/drawing/2014/main" id="{614A0B8C-3824-4E0E-945D-1C303872D68B}"/>
              </a:ext>
            </a:extLst>
          </p:cNvPr>
          <p:cNvSpPr>
            <a:spLocks noGrp="1"/>
          </p:cNvSpPr>
          <p:nvPr>
            <p:ph type="subTitle" idx="14"/>
          </p:nvPr>
        </p:nvSpPr>
        <p:spPr>
          <a:xfrm>
            <a:off x="4591741" y="2959996"/>
            <a:ext cx="3832200" cy="4920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SzPts val="2000"/>
              <a:buFont typeface="Prata"/>
              <a:buNone/>
              <a:defRPr sz="1800" b="1">
                <a:solidFill>
                  <a:schemeClr val="dk1"/>
                </a:solidFill>
                <a:latin typeface="Prata"/>
                <a:ea typeface="Prata"/>
                <a:cs typeface="Prata"/>
              </a:defRPr>
            </a:lvl1pPr>
            <a:lvl2pPr>
              <a:lnSpc>
                <a:spcPct val="100000"/>
              </a:lnSpc>
              <a:spcBef>
                <a:spcPts val="0"/>
              </a:spcBef>
              <a:spcAft>
                <a:spcPts val="0"/>
              </a:spcAft>
              <a:buSzPts val="2000"/>
              <a:buFont typeface="Prata"/>
              <a:buNone/>
              <a:defRPr sz="2000" b="1">
                <a:latin typeface="Prata"/>
                <a:ea typeface="Prata"/>
                <a:cs typeface="Prata"/>
              </a:defRPr>
            </a:lvl2pPr>
            <a:lvl3pPr>
              <a:lnSpc>
                <a:spcPct val="100000"/>
              </a:lnSpc>
              <a:spcBef>
                <a:spcPts val="0"/>
              </a:spcBef>
              <a:spcAft>
                <a:spcPts val="0"/>
              </a:spcAft>
              <a:buSzPts val="2000"/>
              <a:buFont typeface="Prata"/>
              <a:buNone/>
              <a:defRPr sz="2000" b="1">
                <a:latin typeface="Prata"/>
                <a:ea typeface="Prata"/>
                <a:cs typeface="Prata"/>
              </a:defRPr>
            </a:lvl3pPr>
            <a:lvl4pPr>
              <a:lnSpc>
                <a:spcPct val="100000"/>
              </a:lnSpc>
              <a:spcBef>
                <a:spcPts val="0"/>
              </a:spcBef>
              <a:spcAft>
                <a:spcPts val="0"/>
              </a:spcAft>
              <a:buSzPts val="2000"/>
              <a:buFont typeface="Prata"/>
              <a:buNone/>
              <a:defRPr sz="2000" b="1">
                <a:latin typeface="Prata"/>
                <a:ea typeface="Prata"/>
                <a:cs typeface="Prata"/>
              </a:defRPr>
            </a:lvl4pPr>
            <a:lvl5pPr>
              <a:lnSpc>
                <a:spcPct val="100000"/>
              </a:lnSpc>
              <a:spcBef>
                <a:spcPts val="0"/>
              </a:spcBef>
              <a:spcAft>
                <a:spcPts val="0"/>
              </a:spcAft>
              <a:buSzPts val="2000"/>
              <a:buFont typeface="Prata"/>
              <a:buNone/>
              <a:defRPr sz="2000" b="1">
                <a:latin typeface="Prata"/>
                <a:ea typeface="Prata"/>
                <a:cs typeface="Prata"/>
              </a:defRPr>
            </a:lvl5pPr>
            <a:lvl6pPr>
              <a:lnSpc>
                <a:spcPct val="100000"/>
              </a:lnSpc>
              <a:spcBef>
                <a:spcPts val="0"/>
              </a:spcBef>
              <a:spcAft>
                <a:spcPts val="0"/>
              </a:spcAft>
              <a:buSzPts val="2000"/>
              <a:buFont typeface="Prata"/>
              <a:buNone/>
              <a:defRPr sz="2000" b="1">
                <a:latin typeface="Prata"/>
                <a:ea typeface="Prata"/>
                <a:cs typeface="Prata"/>
              </a:defRPr>
            </a:lvl6pPr>
            <a:lvl7pPr>
              <a:lnSpc>
                <a:spcPct val="100000"/>
              </a:lnSpc>
              <a:spcBef>
                <a:spcPts val="0"/>
              </a:spcBef>
              <a:spcAft>
                <a:spcPts val="0"/>
              </a:spcAft>
              <a:buSzPts val="2000"/>
              <a:buFont typeface="Prata"/>
              <a:buNone/>
              <a:defRPr sz="2000" b="1">
                <a:latin typeface="Prata"/>
                <a:ea typeface="Prata"/>
                <a:cs typeface="Prata"/>
              </a:defRPr>
            </a:lvl7pPr>
            <a:lvl8pPr>
              <a:lnSpc>
                <a:spcPct val="100000"/>
              </a:lnSpc>
              <a:spcBef>
                <a:spcPts val="0"/>
              </a:spcBef>
              <a:spcAft>
                <a:spcPts val="0"/>
              </a:spcAft>
              <a:buSzPts val="2000"/>
              <a:buFont typeface="Prata"/>
              <a:buNone/>
              <a:defRPr sz="2000" b="1">
                <a:latin typeface="Prata"/>
                <a:ea typeface="Prata"/>
                <a:cs typeface="Prata"/>
              </a:defRPr>
            </a:lvl8pPr>
            <a:lvl9pPr>
              <a:lnSpc>
                <a:spcPct val="100000"/>
              </a:lnSpc>
              <a:spcBef>
                <a:spcPts val="0"/>
              </a:spcBef>
              <a:spcAft>
                <a:spcPts val="0"/>
              </a:spcAft>
              <a:buSzPts val="2000"/>
              <a:buFont typeface="Prata"/>
              <a:buNone/>
              <a:defRPr sz="2000" b="1">
                <a:latin typeface="Prata"/>
                <a:ea typeface="Prata"/>
                <a:cs typeface="Prata"/>
              </a:defRPr>
            </a:lvl9pPr>
          </a:lstStyle>
          <a:p>
            <a:endParaRPr/>
          </a:p>
        </p:txBody>
      </p:sp>
      <p:sp>
        <p:nvSpPr>
          <p:cNvPr id="112" name="Google Shape;112;p13">
            <a:extLst>
              <a:ext uri="{FF2B5EF4-FFF2-40B4-BE49-F238E27FC236}">
                <a16:creationId xmlns:a16="http://schemas.microsoft.com/office/drawing/2014/main" id="{636E72BC-86B3-4592-8C8E-0415A555F2A4}"/>
              </a:ext>
            </a:extLst>
          </p:cNvPr>
          <p:cNvSpPr>
            <a:spLocks noGrp="1"/>
          </p:cNvSpPr>
          <p:nvPr>
            <p:ph type="subTitle" idx="15"/>
          </p:nvPr>
        </p:nvSpPr>
        <p:spPr>
          <a:xfrm>
            <a:off x="4591741" y="4116800"/>
            <a:ext cx="3832200" cy="4917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SzPts val="2000"/>
              <a:buFont typeface="Prata"/>
              <a:buNone/>
              <a:defRPr sz="1800" b="1">
                <a:solidFill>
                  <a:schemeClr val="dk1"/>
                </a:solidFill>
                <a:latin typeface="Prata"/>
                <a:ea typeface="Prata"/>
                <a:cs typeface="Prata"/>
              </a:defRPr>
            </a:lvl1pPr>
            <a:lvl2pPr>
              <a:lnSpc>
                <a:spcPct val="100000"/>
              </a:lnSpc>
              <a:spcBef>
                <a:spcPts val="0"/>
              </a:spcBef>
              <a:spcAft>
                <a:spcPts val="0"/>
              </a:spcAft>
              <a:buSzPts val="2000"/>
              <a:buFont typeface="Prata"/>
              <a:buNone/>
              <a:defRPr sz="2000" b="1">
                <a:latin typeface="Prata"/>
                <a:ea typeface="Prata"/>
                <a:cs typeface="Prata"/>
              </a:defRPr>
            </a:lvl2pPr>
            <a:lvl3pPr>
              <a:lnSpc>
                <a:spcPct val="100000"/>
              </a:lnSpc>
              <a:spcBef>
                <a:spcPts val="0"/>
              </a:spcBef>
              <a:spcAft>
                <a:spcPts val="0"/>
              </a:spcAft>
              <a:buSzPts val="2000"/>
              <a:buFont typeface="Prata"/>
              <a:buNone/>
              <a:defRPr sz="2000" b="1">
                <a:latin typeface="Prata"/>
                <a:ea typeface="Prata"/>
                <a:cs typeface="Prata"/>
              </a:defRPr>
            </a:lvl3pPr>
            <a:lvl4pPr>
              <a:lnSpc>
                <a:spcPct val="100000"/>
              </a:lnSpc>
              <a:spcBef>
                <a:spcPts val="0"/>
              </a:spcBef>
              <a:spcAft>
                <a:spcPts val="0"/>
              </a:spcAft>
              <a:buSzPts val="2000"/>
              <a:buFont typeface="Prata"/>
              <a:buNone/>
              <a:defRPr sz="2000" b="1">
                <a:latin typeface="Prata"/>
                <a:ea typeface="Prata"/>
                <a:cs typeface="Prata"/>
              </a:defRPr>
            </a:lvl4pPr>
            <a:lvl5pPr>
              <a:lnSpc>
                <a:spcPct val="100000"/>
              </a:lnSpc>
              <a:spcBef>
                <a:spcPts val="0"/>
              </a:spcBef>
              <a:spcAft>
                <a:spcPts val="0"/>
              </a:spcAft>
              <a:buSzPts val="2000"/>
              <a:buFont typeface="Prata"/>
              <a:buNone/>
              <a:defRPr sz="2000" b="1">
                <a:latin typeface="Prata"/>
                <a:ea typeface="Prata"/>
                <a:cs typeface="Prata"/>
              </a:defRPr>
            </a:lvl5pPr>
            <a:lvl6pPr>
              <a:lnSpc>
                <a:spcPct val="100000"/>
              </a:lnSpc>
              <a:spcBef>
                <a:spcPts val="0"/>
              </a:spcBef>
              <a:spcAft>
                <a:spcPts val="0"/>
              </a:spcAft>
              <a:buSzPts val="2000"/>
              <a:buFont typeface="Prata"/>
              <a:buNone/>
              <a:defRPr sz="2000" b="1">
                <a:latin typeface="Prata"/>
                <a:ea typeface="Prata"/>
                <a:cs typeface="Prata"/>
              </a:defRPr>
            </a:lvl6pPr>
            <a:lvl7pPr>
              <a:lnSpc>
                <a:spcPct val="100000"/>
              </a:lnSpc>
              <a:spcBef>
                <a:spcPts val="0"/>
              </a:spcBef>
              <a:spcAft>
                <a:spcPts val="0"/>
              </a:spcAft>
              <a:buSzPts val="2000"/>
              <a:buFont typeface="Prata"/>
              <a:buNone/>
              <a:defRPr sz="2000" b="1">
                <a:latin typeface="Prata"/>
                <a:ea typeface="Prata"/>
                <a:cs typeface="Prata"/>
              </a:defRPr>
            </a:lvl7pPr>
            <a:lvl8pPr>
              <a:lnSpc>
                <a:spcPct val="100000"/>
              </a:lnSpc>
              <a:spcBef>
                <a:spcPts val="0"/>
              </a:spcBef>
              <a:spcAft>
                <a:spcPts val="0"/>
              </a:spcAft>
              <a:buSzPts val="2000"/>
              <a:buFont typeface="Prata"/>
              <a:buNone/>
              <a:defRPr sz="2000" b="1">
                <a:latin typeface="Prata"/>
                <a:ea typeface="Prata"/>
                <a:cs typeface="Prata"/>
              </a:defRPr>
            </a:lvl8pPr>
            <a:lvl9pPr>
              <a:lnSpc>
                <a:spcPct val="100000"/>
              </a:lnSpc>
              <a:spcBef>
                <a:spcPts val="0"/>
              </a:spcBef>
              <a:spcAft>
                <a:spcPts val="0"/>
              </a:spcAft>
              <a:buSzPts val="2000"/>
              <a:buFont typeface="Prata"/>
              <a:buNone/>
              <a:defRPr sz="2000" b="1">
                <a:latin typeface="Prata"/>
                <a:ea typeface="Prata"/>
                <a:cs typeface="Prata"/>
              </a:defRPr>
            </a:lvl9pPr>
          </a:lstStyle>
          <a:p>
            <a:endParaRPr/>
          </a:p>
        </p:txBody>
      </p:sp>
      <p:pic>
        <p:nvPicPr>
          <p:cNvPr id="114" name="Google Shape;114;p13">
            <a:extLst>
              <a:ext uri="{FF2B5EF4-FFF2-40B4-BE49-F238E27FC236}">
                <a16:creationId xmlns:a16="http://schemas.microsoft.com/office/drawing/2014/main" id="{C9A446E4-89E8-4843-B571-15707D22DD42}"/>
              </a:ext>
            </a:extLst>
          </p:cNvPr>
          <p:cNvPicPr>
            <a:picLocks noChangeAspect="1"/>
          </p:cNvPicPr>
          <p:nvPr/>
        </p:nvPicPr>
        <p:blipFill rotWithShape="1">
          <a:blip r:embed="rId3" cstate="screen">
            <a:alphaModFix/>
            <a:extLst>
              <a:ext uri="{28A0092B-C50C-407E-A947-70E740481C1C}">
                <a14:useLocalDpi xmlns:a14="http://schemas.microsoft.com/office/drawing/2010/main"/>
              </a:ext>
            </a:extLst>
          </a:blip>
          <a:srcRect/>
          <a:stretch/>
        </p:blipFill>
        <p:spPr>
          <a:xfrm>
            <a:off x="-390525" y="3982238"/>
            <a:ext cx="1666875" cy="1423976"/>
          </a:xfrm>
          <a:prstGeom prst="rect">
            <a:avLst/>
          </a:prstGeom>
          <a:ln>
            <a:noFill/>
          </a:ln>
        </p:spPr>
      </p:pic>
      <p:pic>
        <p:nvPicPr>
          <p:cNvPr id="115" name="Google Shape;115;p13">
            <a:extLst>
              <a:ext uri="{FF2B5EF4-FFF2-40B4-BE49-F238E27FC236}">
                <a16:creationId xmlns:a16="http://schemas.microsoft.com/office/drawing/2014/main" id="{75BFE68F-2066-420E-96BB-27EEBF25D8FD}"/>
              </a:ext>
            </a:extLst>
          </p:cNvPr>
          <p:cNvPicPr>
            <a:picLocks noChangeAspect="1"/>
          </p:cNvPicPr>
          <p:nvPr/>
        </p:nvPicPr>
        <p:blipFill rotWithShape="1">
          <a:blip r:embed="rId4" cstate="screen">
            <a:alphaModFix/>
            <a:extLst>
              <a:ext uri="{28A0092B-C50C-407E-A947-70E740481C1C}">
                <a14:useLocalDpi xmlns:a14="http://schemas.microsoft.com/office/drawing/2010/main"/>
              </a:ext>
            </a:extLst>
          </a:blip>
          <a:srcRect/>
          <a:stretch/>
        </p:blipFill>
        <p:spPr>
          <a:xfrm rot="-1320648">
            <a:off x="-71722" y="2910726"/>
            <a:ext cx="534968" cy="653726"/>
          </a:xfrm>
          <a:prstGeom prst="rect">
            <a:avLst/>
          </a:prstGeom>
          <a:ln>
            <a:noFill/>
          </a:ln>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only 1">
  <p:cSld name="CUSTOM_2">
    <p:spTree>
      <p:nvGrpSpPr>
        <p:cNvPr id="1" name=""/>
        <p:cNvGrpSpPr/>
        <p:nvPr/>
      </p:nvGrpSpPr>
      <p:grpSpPr>
        <a:xfrm>
          <a:off x="0" y="0"/>
          <a:ext cx="0" cy="0"/>
          <a:chOff x="0" y="0"/>
          <a:chExt cx="0" cy="0"/>
        </a:xfrm>
      </p:grpSpPr>
      <p:pic>
        <p:nvPicPr>
          <p:cNvPr id="117" name="Google Shape;117;p14">
            <a:extLst>
              <a:ext uri="{FF2B5EF4-FFF2-40B4-BE49-F238E27FC236}">
                <a16:creationId xmlns:a16="http://schemas.microsoft.com/office/drawing/2014/main" id="{BBC400A4-21CE-4884-B2B9-19137C71EFCA}"/>
              </a:ext>
            </a:extLst>
          </p:cNvPr>
          <p:cNvPicPr>
            <a:picLocks noChangeAspect="1"/>
          </p:cNvPicPr>
          <p:nvPr/>
        </p:nvPicPr>
        <p:blipFill rotWithShape="1">
          <a:blip r:embed="rId2" cstate="screen">
            <a:alphaModFix/>
            <a:extLst>
              <a:ext uri="{28A0092B-C50C-407E-A947-70E740481C1C}">
                <a14:useLocalDpi xmlns:a14="http://schemas.microsoft.com/office/drawing/2010/main"/>
              </a:ext>
            </a:extLst>
          </a:blip>
          <a:srcRect/>
          <a:stretch/>
        </p:blipFill>
        <p:spPr>
          <a:xfrm>
            <a:off x="0" y="0"/>
            <a:ext cx="9144000" cy="5143500"/>
          </a:xfrm>
          <a:prstGeom prst="rect">
            <a:avLst/>
          </a:prstGeom>
          <a:ln>
            <a:noFill/>
          </a:ln>
        </p:spPr>
      </p:pic>
      <p:sp>
        <p:nvSpPr>
          <p:cNvPr id="118" name="Google Shape;118;p14">
            <a:extLst>
              <a:ext uri="{FF2B5EF4-FFF2-40B4-BE49-F238E27FC236}">
                <a16:creationId xmlns:a16="http://schemas.microsoft.com/office/drawing/2014/main" id="{0CB64EF5-5659-417F-A6FD-206C4DF6FBFB}"/>
              </a:ext>
            </a:extLst>
          </p:cNvPr>
          <p:cNvSpPr>
            <a:spLocks noGrp="1"/>
          </p:cNvSpPr>
          <p:nvPr>
            <p:ph type="title"/>
          </p:nvPr>
        </p:nvSpPr>
        <p:spPr>
          <a:xfrm>
            <a:off x="720000" y="445025"/>
            <a:ext cx="7704000" cy="572700"/>
          </a:xfrm>
          <a:prstGeom prst="rect">
            <a:avLst/>
          </a:prstGeom>
        </p:spPr>
        <p:txBody>
          <a:bodyPr spcFirstLastPara="1" wrap="square" lIns="91425" tIns="91425" rIns="91425" bIns="91425" anchor="t">
            <a:noAutofit/>
          </a:bodyPr>
          <a:lstStyle>
            <a:lvl1pPr>
              <a:spcBef>
                <a:spcPts val="0"/>
              </a:spcBef>
              <a:spcAft>
                <a:spcPts val="0"/>
              </a:spcAft>
              <a:buSzPts val="3000"/>
              <a:buNone/>
              <a:defRPr/>
            </a:lvl1pPr>
            <a:lvl2pPr>
              <a:spcBef>
                <a:spcPts val="0"/>
              </a:spcBef>
              <a:spcAft>
                <a:spcPts val="0"/>
              </a:spcAft>
              <a:buSzPts val="3000"/>
              <a:buNone/>
              <a:defRPr/>
            </a:lvl2pPr>
            <a:lvl3pPr>
              <a:spcBef>
                <a:spcPts val="0"/>
              </a:spcBef>
              <a:spcAft>
                <a:spcPts val="0"/>
              </a:spcAft>
              <a:buSzPts val="3000"/>
              <a:buNone/>
              <a:defRPr/>
            </a:lvl3pPr>
            <a:lvl4pPr>
              <a:spcBef>
                <a:spcPts val="0"/>
              </a:spcBef>
              <a:spcAft>
                <a:spcPts val="0"/>
              </a:spcAft>
              <a:buSzPts val="3000"/>
              <a:buNone/>
              <a:defRPr/>
            </a:lvl4pPr>
            <a:lvl5pPr>
              <a:spcBef>
                <a:spcPts val="0"/>
              </a:spcBef>
              <a:spcAft>
                <a:spcPts val="0"/>
              </a:spcAft>
              <a:buSzPts val="3000"/>
              <a:buNone/>
              <a:defRPr/>
            </a:lvl5pPr>
            <a:lvl6pPr>
              <a:spcBef>
                <a:spcPts val="0"/>
              </a:spcBef>
              <a:spcAft>
                <a:spcPts val="0"/>
              </a:spcAft>
              <a:buSzPts val="3000"/>
              <a:buNone/>
              <a:defRPr/>
            </a:lvl6pPr>
            <a:lvl7pPr>
              <a:spcBef>
                <a:spcPts val="0"/>
              </a:spcBef>
              <a:spcAft>
                <a:spcPts val="0"/>
              </a:spcAft>
              <a:buSzPts val="3000"/>
              <a:buNone/>
              <a:defRPr/>
            </a:lvl7pPr>
            <a:lvl8pPr>
              <a:spcBef>
                <a:spcPts val="0"/>
              </a:spcBef>
              <a:spcAft>
                <a:spcPts val="0"/>
              </a:spcAft>
              <a:buSzPts val="3000"/>
              <a:buNone/>
              <a:defRPr/>
            </a:lvl8pPr>
            <a:lvl9pPr>
              <a:spcBef>
                <a:spcPts val="0"/>
              </a:spcBef>
              <a:spcAft>
                <a:spcPts val="0"/>
              </a:spcAft>
              <a:buSzPts val="3000"/>
              <a:buNone/>
              <a:defRPr/>
            </a:lvl9pPr>
          </a:lstStyle>
          <a:p>
            <a:endParaRPr/>
          </a:p>
        </p:txBody>
      </p:sp>
      <p:pic>
        <p:nvPicPr>
          <p:cNvPr id="120" name="Google Shape;120;p14">
            <a:extLst>
              <a:ext uri="{FF2B5EF4-FFF2-40B4-BE49-F238E27FC236}">
                <a16:creationId xmlns:a16="http://schemas.microsoft.com/office/drawing/2014/main" id="{014FA8D7-D849-4043-8229-0838DCB09BF9}"/>
              </a:ext>
            </a:extLst>
          </p:cNvPr>
          <p:cNvPicPr>
            <a:picLocks noChangeAspect="1"/>
          </p:cNvPicPr>
          <p:nvPr/>
        </p:nvPicPr>
        <p:blipFill rotWithShape="1">
          <a:blip r:embed="rId3" cstate="screen">
            <a:alphaModFix/>
            <a:extLst>
              <a:ext uri="{28A0092B-C50C-407E-A947-70E740481C1C}">
                <a14:useLocalDpi xmlns:a14="http://schemas.microsoft.com/office/drawing/2010/main"/>
              </a:ext>
            </a:extLst>
          </a:blip>
          <a:srcRect/>
          <a:stretch/>
        </p:blipFill>
        <p:spPr>
          <a:xfrm rot="-2500693">
            <a:off x="8507600" y="3430241"/>
            <a:ext cx="1554449" cy="757250"/>
          </a:xfrm>
          <a:prstGeom prst="rect">
            <a:avLst/>
          </a:prstGeom>
          <a:ln>
            <a:noFill/>
          </a:ln>
        </p:spPr>
      </p:pic>
      <p:pic>
        <p:nvPicPr>
          <p:cNvPr id="121" name="Google Shape;121;p14">
            <a:extLst>
              <a:ext uri="{FF2B5EF4-FFF2-40B4-BE49-F238E27FC236}">
                <a16:creationId xmlns:a16="http://schemas.microsoft.com/office/drawing/2014/main" id="{761FE1D6-6765-4D63-A760-1354EB0D85F0}"/>
              </a:ext>
            </a:extLst>
          </p:cNvPr>
          <p:cNvPicPr>
            <a:picLocks noChangeAspect="1"/>
          </p:cNvPicPr>
          <p:nvPr/>
        </p:nvPicPr>
        <p:blipFill rotWithShape="1">
          <a:blip r:embed="rId4" cstate="screen">
            <a:alphaModFix/>
            <a:extLst>
              <a:ext uri="{28A0092B-C50C-407E-A947-70E740481C1C}">
                <a14:useLocalDpi xmlns:a14="http://schemas.microsoft.com/office/drawing/2010/main"/>
              </a:ext>
            </a:extLst>
          </a:blip>
          <a:srcRect/>
          <a:stretch/>
        </p:blipFill>
        <p:spPr>
          <a:xfrm rot="3495569">
            <a:off x="8144068" y="4321429"/>
            <a:ext cx="569668" cy="1435594"/>
          </a:xfrm>
          <a:prstGeom prst="rect">
            <a:avLst/>
          </a:prstGeom>
          <a:ln>
            <a:noFill/>
          </a:ln>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text">
  <p:cSld name="CUSTOM_1">
    <p:spTree>
      <p:nvGrpSpPr>
        <p:cNvPr id="1" name=""/>
        <p:cNvGrpSpPr/>
        <p:nvPr/>
      </p:nvGrpSpPr>
      <p:grpSpPr>
        <a:xfrm>
          <a:off x="0" y="0"/>
          <a:ext cx="0" cy="0"/>
          <a:chOff x="0" y="0"/>
          <a:chExt cx="0" cy="0"/>
        </a:xfrm>
      </p:grpSpPr>
      <p:pic>
        <p:nvPicPr>
          <p:cNvPr id="123" name="Google Shape;123;p15">
            <a:extLst>
              <a:ext uri="{FF2B5EF4-FFF2-40B4-BE49-F238E27FC236}">
                <a16:creationId xmlns:a16="http://schemas.microsoft.com/office/drawing/2014/main" id="{E5FED00D-F51D-4677-A289-C17941F71DB0}"/>
              </a:ext>
            </a:extLst>
          </p:cNvPr>
          <p:cNvPicPr>
            <a:picLocks noChangeAspect="1"/>
          </p:cNvPicPr>
          <p:nvPr/>
        </p:nvPicPr>
        <p:blipFill rotWithShape="1">
          <a:blip r:embed="rId2" cstate="screen">
            <a:alphaModFix/>
            <a:extLst>
              <a:ext uri="{28A0092B-C50C-407E-A947-70E740481C1C}">
                <a14:useLocalDpi xmlns:a14="http://schemas.microsoft.com/office/drawing/2010/main"/>
              </a:ext>
            </a:extLst>
          </a:blip>
          <a:srcRect/>
          <a:stretch/>
        </p:blipFill>
        <p:spPr>
          <a:xfrm>
            <a:off x="0" y="0"/>
            <a:ext cx="9144000" cy="5143500"/>
          </a:xfrm>
          <a:prstGeom prst="rect">
            <a:avLst/>
          </a:prstGeom>
          <a:ln>
            <a:noFill/>
          </a:ln>
        </p:spPr>
      </p:pic>
      <p:sp>
        <p:nvSpPr>
          <p:cNvPr id="124" name="Google Shape;124;p15">
            <a:extLst>
              <a:ext uri="{FF2B5EF4-FFF2-40B4-BE49-F238E27FC236}">
                <a16:creationId xmlns:a16="http://schemas.microsoft.com/office/drawing/2014/main" id="{3CFF74EB-70CA-44FD-A71A-323E63F8678F}"/>
              </a:ext>
            </a:extLst>
          </p:cNvPr>
          <p:cNvSpPr>
            <a:spLocks noGrp="1"/>
          </p:cNvSpPr>
          <p:nvPr>
            <p:ph type="subTitle" idx="1"/>
          </p:nvPr>
        </p:nvSpPr>
        <p:spPr>
          <a:xfrm>
            <a:off x="4599700" y="1307650"/>
            <a:ext cx="3829200" cy="911700"/>
          </a:xfrm>
          <a:prstGeom prst="rect">
            <a:avLst/>
          </a:prstGeom>
        </p:spPr>
        <p:txBody>
          <a:bodyPr spcFirstLastPara="1" wrap="square" lIns="91425" tIns="91425" rIns="91425" bIns="91425" anchor="t">
            <a:noAutofit/>
          </a:bodyPr>
          <a:lstStyle>
            <a:lvl1pPr>
              <a:lnSpc>
                <a:spcPct val="100000"/>
              </a:lnSpc>
              <a:spcBef>
                <a:spcPts val="0"/>
              </a:spcBef>
              <a:spcAft>
                <a:spcPts val="0"/>
              </a:spcAft>
              <a:buSzPts val="1600"/>
              <a:buNone/>
              <a:defRPr/>
            </a:lvl1pPr>
            <a:lvl2pPr>
              <a:lnSpc>
                <a:spcPct val="100000"/>
              </a:lnSpc>
              <a:spcBef>
                <a:spcPts val="0"/>
              </a:spcBef>
              <a:spcAft>
                <a:spcPts val="0"/>
              </a:spcAft>
              <a:buSzPts val="1600"/>
              <a:buNone/>
              <a:defRPr sz="1600"/>
            </a:lvl2pPr>
            <a:lvl3pPr>
              <a:lnSpc>
                <a:spcPct val="100000"/>
              </a:lnSpc>
              <a:spcBef>
                <a:spcPts val="0"/>
              </a:spcBef>
              <a:spcAft>
                <a:spcPts val="0"/>
              </a:spcAft>
              <a:buSzPts val="1600"/>
              <a:buNone/>
              <a:defRPr sz="1600"/>
            </a:lvl3pPr>
            <a:lvl4pPr>
              <a:lnSpc>
                <a:spcPct val="100000"/>
              </a:lnSpc>
              <a:spcBef>
                <a:spcPts val="0"/>
              </a:spcBef>
              <a:spcAft>
                <a:spcPts val="0"/>
              </a:spcAft>
              <a:buSzPts val="1600"/>
              <a:buNone/>
              <a:defRPr sz="1600"/>
            </a:lvl4pPr>
            <a:lvl5pPr>
              <a:lnSpc>
                <a:spcPct val="100000"/>
              </a:lnSpc>
              <a:spcBef>
                <a:spcPts val="0"/>
              </a:spcBef>
              <a:spcAft>
                <a:spcPts val="0"/>
              </a:spcAft>
              <a:buSzPts val="1600"/>
              <a:buNone/>
              <a:defRPr sz="1600"/>
            </a:lvl5pPr>
            <a:lvl6pPr>
              <a:lnSpc>
                <a:spcPct val="100000"/>
              </a:lnSpc>
              <a:spcBef>
                <a:spcPts val="0"/>
              </a:spcBef>
              <a:spcAft>
                <a:spcPts val="0"/>
              </a:spcAft>
              <a:buSzPts val="1600"/>
              <a:buNone/>
              <a:defRPr sz="1600"/>
            </a:lvl6pPr>
            <a:lvl7pPr>
              <a:lnSpc>
                <a:spcPct val="100000"/>
              </a:lnSpc>
              <a:spcBef>
                <a:spcPts val="0"/>
              </a:spcBef>
              <a:spcAft>
                <a:spcPts val="0"/>
              </a:spcAft>
              <a:buSzPts val="1600"/>
              <a:buNone/>
              <a:defRPr sz="1600"/>
            </a:lvl7pPr>
            <a:lvl8pPr>
              <a:lnSpc>
                <a:spcPct val="100000"/>
              </a:lnSpc>
              <a:spcBef>
                <a:spcPts val="0"/>
              </a:spcBef>
              <a:spcAft>
                <a:spcPts val="0"/>
              </a:spcAft>
              <a:buSzPts val="1600"/>
              <a:buNone/>
              <a:defRPr sz="1600"/>
            </a:lvl8pPr>
            <a:lvl9pPr>
              <a:lnSpc>
                <a:spcPct val="100000"/>
              </a:lnSpc>
              <a:spcBef>
                <a:spcPts val="0"/>
              </a:spcBef>
              <a:spcAft>
                <a:spcPts val="0"/>
              </a:spcAft>
              <a:buSzPts val="1600"/>
              <a:buNone/>
              <a:defRPr sz="1600"/>
            </a:lvl9pPr>
          </a:lstStyle>
          <a:p>
            <a:endParaRPr/>
          </a:p>
        </p:txBody>
      </p:sp>
      <p:sp>
        <p:nvSpPr>
          <p:cNvPr id="125" name="Google Shape;125;p15">
            <a:extLst>
              <a:ext uri="{FF2B5EF4-FFF2-40B4-BE49-F238E27FC236}">
                <a16:creationId xmlns:a16="http://schemas.microsoft.com/office/drawing/2014/main" id="{B5BC0C86-3FD2-4A45-9E6B-4AD09D1DBDF7}"/>
              </a:ext>
            </a:extLst>
          </p:cNvPr>
          <p:cNvSpPr>
            <a:spLocks noGrp="1"/>
          </p:cNvSpPr>
          <p:nvPr>
            <p:ph type="title"/>
          </p:nvPr>
        </p:nvSpPr>
        <p:spPr>
          <a:xfrm>
            <a:off x="4599700" y="535000"/>
            <a:ext cx="3829200" cy="620400"/>
          </a:xfrm>
          <a:prstGeom prst="rect">
            <a:avLst/>
          </a:prstGeom>
        </p:spPr>
        <p:txBody>
          <a:bodyPr spcFirstLastPara="1" wrap="square" lIns="91425" tIns="91425" rIns="91425" bIns="91425" anchor="b">
            <a:noAutofit/>
          </a:bodyPr>
          <a:lstStyle>
            <a:lvl1pPr algn="l">
              <a:spcBef>
                <a:spcPts val="0"/>
              </a:spcBef>
              <a:spcAft>
                <a:spcPts val="0"/>
              </a:spcAft>
              <a:buSzPts val="3000"/>
              <a:buNone/>
              <a:defRPr/>
            </a:lvl1pPr>
            <a:lvl2pPr>
              <a:spcBef>
                <a:spcPts val="0"/>
              </a:spcBef>
              <a:spcAft>
                <a:spcPts val="0"/>
              </a:spcAft>
              <a:buSzPts val="3000"/>
              <a:buNone/>
              <a:defRPr/>
            </a:lvl2pPr>
            <a:lvl3pPr>
              <a:spcBef>
                <a:spcPts val="0"/>
              </a:spcBef>
              <a:spcAft>
                <a:spcPts val="0"/>
              </a:spcAft>
              <a:buSzPts val="3000"/>
              <a:buNone/>
              <a:defRPr/>
            </a:lvl3pPr>
            <a:lvl4pPr>
              <a:spcBef>
                <a:spcPts val="0"/>
              </a:spcBef>
              <a:spcAft>
                <a:spcPts val="0"/>
              </a:spcAft>
              <a:buSzPts val="3000"/>
              <a:buNone/>
              <a:defRPr/>
            </a:lvl4pPr>
            <a:lvl5pPr>
              <a:spcBef>
                <a:spcPts val="0"/>
              </a:spcBef>
              <a:spcAft>
                <a:spcPts val="0"/>
              </a:spcAft>
              <a:buSzPts val="3000"/>
              <a:buNone/>
              <a:defRPr/>
            </a:lvl5pPr>
            <a:lvl6pPr>
              <a:spcBef>
                <a:spcPts val="0"/>
              </a:spcBef>
              <a:spcAft>
                <a:spcPts val="0"/>
              </a:spcAft>
              <a:buSzPts val="3000"/>
              <a:buNone/>
              <a:defRPr/>
            </a:lvl6pPr>
            <a:lvl7pPr>
              <a:spcBef>
                <a:spcPts val="0"/>
              </a:spcBef>
              <a:spcAft>
                <a:spcPts val="0"/>
              </a:spcAft>
              <a:buSzPts val="3000"/>
              <a:buNone/>
              <a:defRPr/>
            </a:lvl7pPr>
            <a:lvl8pPr>
              <a:spcBef>
                <a:spcPts val="0"/>
              </a:spcBef>
              <a:spcAft>
                <a:spcPts val="0"/>
              </a:spcAft>
              <a:buSzPts val="3000"/>
              <a:buNone/>
              <a:defRPr/>
            </a:lvl8pPr>
            <a:lvl9pPr>
              <a:spcBef>
                <a:spcPts val="0"/>
              </a:spcBef>
              <a:spcAft>
                <a:spcPts val="0"/>
              </a:spcAft>
              <a:buSzPts val="3000"/>
              <a:buNone/>
              <a:defRPr/>
            </a:lvl9pPr>
          </a:lstStyle>
          <a:p>
            <a:endParaRPr/>
          </a:p>
        </p:txBody>
      </p:sp>
      <p:sp>
        <p:nvSpPr>
          <p:cNvPr id="126" name="Google Shape;126;p15">
            <a:extLst>
              <a:ext uri="{FF2B5EF4-FFF2-40B4-BE49-F238E27FC236}">
                <a16:creationId xmlns:a16="http://schemas.microsoft.com/office/drawing/2014/main" id="{97893375-5413-4330-AAEC-CE5B5C97246C}"/>
              </a:ext>
            </a:extLst>
          </p:cNvPr>
          <p:cNvSpPr>
            <a:spLocks noGrp="1"/>
          </p:cNvSpPr>
          <p:nvPr>
            <p:ph type="pic" idx="2"/>
          </p:nvPr>
        </p:nvSpPr>
        <p:spPr>
          <a:xfrm>
            <a:off x="-6100" y="-3200"/>
            <a:ext cx="4119900" cy="2679600"/>
          </a:xfrm>
          <a:prstGeom prst="rect">
            <a:avLst/>
          </a:prstGeom>
          <a:noFill/>
          <a:ln>
            <a:noFill/>
          </a:ln>
        </p:spPr>
      </p:sp>
      <p:sp>
        <p:nvSpPr>
          <p:cNvPr id="127" name="Google Shape;127;p15">
            <a:extLst>
              <a:ext uri="{FF2B5EF4-FFF2-40B4-BE49-F238E27FC236}">
                <a16:creationId xmlns:a16="http://schemas.microsoft.com/office/drawing/2014/main" id="{B733F229-3411-406B-AA51-AB7EF6A333E4}"/>
              </a:ext>
            </a:extLst>
          </p:cNvPr>
          <p:cNvSpPr>
            <a:spLocks noGrp="1"/>
          </p:cNvSpPr>
          <p:nvPr>
            <p:ph type="pic" idx="3"/>
          </p:nvPr>
        </p:nvSpPr>
        <p:spPr>
          <a:xfrm>
            <a:off x="4191000" y="2746300"/>
            <a:ext cx="4953000" cy="2394000"/>
          </a:xfrm>
          <a:prstGeom prst="rect">
            <a:avLst/>
          </a:prstGeom>
          <a:noFill/>
          <a:ln>
            <a:noFill/>
          </a:ln>
        </p:spPr>
      </p:sp>
      <p:sp>
        <p:nvSpPr>
          <p:cNvPr id="128" name="Google Shape;128;p15">
            <a:extLst>
              <a:ext uri="{FF2B5EF4-FFF2-40B4-BE49-F238E27FC236}">
                <a16:creationId xmlns:a16="http://schemas.microsoft.com/office/drawing/2014/main" id="{1D4DA162-3761-4B13-8E34-DBCEC2457AB8}"/>
              </a:ext>
            </a:extLst>
          </p:cNvPr>
          <p:cNvSpPr>
            <a:spLocks noGrp="1"/>
          </p:cNvSpPr>
          <p:nvPr>
            <p:ph type="pic" idx="4"/>
          </p:nvPr>
        </p:nvSpPr>
        <p:spPr>
          <a:xfrm>
            <a:off x="0" y="2749525"/>
            <a:ext cx="4119900" cy="2394000"/>
          </a:xfrm>
          <a:prstGeom prst="rect">
            <a:avLst/>
          </a:prstGeom>
          <a:noFill/>
          <a:ln>
            <a:noFill/>
          </a:ln>
        </p:spPr>
      </p:sp>
      <p:pic>
        <p:nvPicPr>
          <p:cNvPr id="130" name="Google Shape;130;p15">
            <a:extLst>
              <a:ext uri="{FF2B5EF4-FFF2-40B4-BE49-F238E27FC236}">
                <a16:creationId xmlns:a16="http://schemas.microsoft.com/office/drawing/2014/main" id="{D000091C-BA29-4EA6-825B-4F7D8EF0BA39}"/>
              </a:ext>
            </a:extLst>
          </p:cNvPr>
          <p:cNvPicPr>
            <a:picLocks noChangeAspect="1"/>
          </p:cNvPicPr>
          <p:nvPr/>
        </p:nvPicPr>
        <p:blipFill rotWithShape="1">
          <a:blip r:embed="rId3" cstate="screen">
            <a:alphaModFix/>
            <a:extLst>
              <a:ext uri="{28A0092B-C50C-407E-A947-70E740481C1C}">
                <a14:useLocalDpi xmlns:a14="http://schemas.microsoft.com/office/drawing/2010/main"/>
              </a:ext>
            </a:extLst>
          </a:blip>
          <a:srcRect/>
          <a:stretch/>
        </p:blipFill>
        <p:spPr>
          <a:xfrm rot="-1320648">
            <a:off x="8762253" y="1436638"/>
            <a:ext cx="534968" cy="653726"/>
          </a:xfrm>
          <a:prstGeom prst="rect">
            <a:avLst/>
          </a:prstGeom>
          <a:ln>
            <a:noFill/>
          </a:ln>
        </p:spPr>
      </p:pic>
      <p:pic>
        <p:nvPicPr>
          <p:cNvPr id="131" name="Google Shape;131;p15">
            <a:extLst>
              <a:ext uri="{FF2B5EF4-FFF2-40B4-BE49-F238E27FC236}">
                <a16:creationId xmlns:a16="http://schemas.microsoft.com/office/drawing/2014/main" id="{910A0655-9AD0-42DB-A0D8-2A08076698BB}"/>
              </a:ext>
            </a:extLst>
          </p:cNvPr>
          <p:cNvPicPr>
            <a:picLocks noChangeAspect="1"/>
          </p:cNvPicPr>
          <p:nvPr/>
        </p:nvPicPr>
        <p:blipFill rotWithShape="1">
          <a:blip r:embed="rId4" cstate="screen">
            <a:alphaModFix/>
            <a:extLst>
              <a:ext uri="{28A0092B-C50C-407E-A947-70E740481C1C}">
                <a14:useLocalDpi xmlns:a14="http://schemas.microsoft.com/office/drawing/2010/main"/>
              </a:ext>
            </a:extLst>
          </a:blip>
          <a:srcRect/>
          <a:stretch/>
        </p:blipFill>
        <p:spPr>
          <a:xfrm rot="8100004">
            <a:off x="7907726" y="-857974"/>
            <a:ext cx="1042351" cy="1704971"/>
          </a:xfrm>
          <a:prstGeom prst="rect">
            <a:avLst/>
          </a:prstGeom>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and three columns">
  <p:cSld name="BLANK_1_1_1_2">
    <p:spTree>
      <p:nvGrpSpPr>
        <p:cNvPr id="1" name=""/>
        <p:cNvGrpSpPr/>
        <p:nvPr/>
      </p:nvGrpSpPr>
      <p:grpSpPr>
        <a:xfrm>
          <a:off x="0" y="0"/>
          <a:ext cx="0" cy="0"/>
          <a:chOff x="0" y="0"/>
          <a:chExt cx="0" cy="0"/>
        </a:xfrm>
      </p:grpSpPr>
      <p:pic>
        <p:nvPicPr>
          <p:cNvPr id="133" name="Google Shape;133;p16">
            <a:extLst>
              <a:ext uri="{FF2B5EF4-FFF2-40B4-BE49-F238E27FC236}">
                <a16:creationId xmlns:a16="http://schemas.microsoft.com/office/drawing/2014/main" id="{1132C9B7-ADA0-46E8-B23B-DFC8119C55DB}"/>
              </a:ext>
            </a:extLst>
          </p:cNvPr>
          <p:cNvPicPr>
            <a:picLocks noChangeAspect="1"/>
          </p:cNvPicPr>
          <p:nvPr/>
        </p:nvPicPr>
        <p:blipFill rotWithShape="1">
          <a:blip r:embed="rId2" cstate="screen">
            <a:alphaModFix/>
            <a:extLst>
              <a:ext uri="{28A0092B-C50C-407E-A947-70E740481C1C}">
                <a14:useLocalDpi xmlns:a14="http://schemas.microsoft.com/office/drawing/2010/main"/>
              </a:ext>
            </a:extLst>
          </a:blip>
          <a:srcRect/>
          <a:stretch/>
        </p:blipFill>
        <p:spPr>
          <a:xfrm>
            <a:off x="0" y="0"/>
            <a:ext cx="9144000" cy="5143500"/>
          </a:xfrm>
          <a:prstGeom prst="rect">
            <a:avLst/>
          </a:prstGeom>
          <a:ln>
            <a:noFill/>
          </a:ln>
        </p:spPr>
      </p:pic>
      <p:sp>
        <p:nvSpPr>
          <p:cNvPr id="134" name="Google Shape;134;p16">
            <a:extLst>
              <a:ext uri="{FF2B5EF4-FFF2-40B4-BE49-F238E27FC236}">
                <a16:creationId xmlns:a16="http://schemas.microsoft.com/office/drawing/2014/main" id="{48CA40BF-DEEE-443F-B291-E98B1232B244}"/>
              </a:ext>
            </a:extLst>
          </p:cNvPr>
          <p:cNvSpPr>
            <a:spLocks noGrp="1"/>
          </p:cNvSpPr>
          <p:nvPr>
            <p:ph type="title"/>
          </p:nvPr>
        </p:nvSpPr>
        <p:spPr>
          <a:xfrm>
            <a:off x="720000" y="445025"/>
            <a:ext cx="7704000" cy="572700"/>
          </a:xfrm>
          <a:prstGeom prst="rect">
            <a:avLst/>
          </a:prstGeom>
        </p:spPr>
        <p:txBody>
          <a:bodyPr spcFirstLastPara="1" wrap="square" lIns="91425" tIns="91425" rIns="91425" bIns="91425" anchor="t">
            <a:noAutofit/>
          </a:bodyPr>
          <a:lstStyle>
            <a:lvl1pPr>
              <a:spcBef>
                <a:spcPts val="0"/>
              </a:spcBef>
              <a:spcAft>
                <a:spcPts val="0"/>
              </a:spcAft>
              <a:buSzPts val="3000"/>
              <a:buNone/>
              <a:defRPr/>
            </a:lvl1pPr>
            <a:lvl2pPr>
              <a:spcBef>
                <a:spcPts val="0"/>
              </a:spcBef>
              <a:spcAft>
                <a:spcPts val="0"/>
              </a:spcAft>
              <a:buSzPts val="3000"/>
              <a:buNone/>
              <a:defRPr/>
            </a:lvl2pPr>
            <a:lvl3pPr>
              <a:spcBef>
                <a:spcPts val="0"/>
              </a:spcBef>
              <a:spcAft>
                <a:spcPts val="0"/>
              </a:spcAft>
              <a:buSzPts val="3000"/>
              <a:buNone/>
              <a:defRPr/>
            </a:lvl3pPr>
            <a:lvl4pPr>
              <a:spcBef>
                <a:spcPts val="0"/>
              </a:spcBef>
              <a:spcAft>
                <a:spcPts val="0"/>
              </a:spcAft>
              <a:buSzPts val="3000"/>
              <a:buNone/>
              <a:defRPr/>
            </a:lvl4pPr>
            <a:lvl5pPr>
              <a:spcBef>
                <a:spcPts val="0"/>
              </a:spcBef>
              <a:spcAft>
                <a:spcPts val="0"/>
              </a:spcAft>
              <a:buSzPts val="3000"/>
              <a:buNone/>
              <a:defRPr/>
            </a:lvl5pPr>
            <a:lvl6pPr>
              <a:spcBef>
                <a:spcPts val="0"/>
              </a:spcBef>
              <a:spcAft>
                <a:spcPts val="0"/>
              </a:spcAft>
              <a:buSzPts val="3000"/>
              <a:buNone/>
              <a:defRPr/>
            </a:lvl6pPr>
            <a:lvl7pPr>
              <a:spcBef>
                <a:spcPts val="0"/>
              </a:spcBef>
              <a:spcAft>
                <a:spcPts val="0"/>
              </a:spcAft>
              <a:buSzPts val="3000"/>
              <a:buNone/>
              <a:defRPr/>
            </a:lvl7pPr>
            <a:lvl8pPr>
              <a:spcBef>
                <a:spcPts val="0"/>
              </a:spcBef>
              <a:spcAft>
                <a:spcPts val="0"/>
              </a:spcAft>
              <a:buSzPts val="3000"/>
              <a:buNone/>
              <a:defRPr/>
            </a:lvl8pPr>
            <a:lvl9pPr>
              <a:spcBef>
                <a:spcPts val="0"/>
              </a:spcBef>
              <a:spcAft>
                <a:spcPts val="0"/>
              </a:spcAft>
              <a:buSzPts val="3000"/>
              <a:buNone/>
              <a:defRPr/>
            </a:lvl9pPr>
          </a:lstStyle>
          <a:p>
            <a:endParaRPr/>
          </a:p>
        </p:txBody>
      </p:sp>
      <p:sp>
        <p:nvSpPr>
          <p:cNvPr id="135" name="Google Shape;135;p16">
            <a:extLst>
              <a:ext uri="{FF2B5EF4-FFF2-40B4-BE49-F238E27FC236}">
                <a16:creationId xmlns:a16="http://schemas.microsoft.com/office/drawing/2014/main" id="{1E5EB833-3BFE-472B-822D-12C801C5D359}"/>
              </a:ext>
            </a:extLst>
          </p:cNvPr>
          <p:cNvSpPr>
            <a:spLocks noGrp="1"/>
          </p:cNvSpPr>
          <p:nvPr>
            <p:ph type="subTitle" idx="1"/>
          </p:nvPr>
        </p:nvSpPr>
        <p:spPr>
          <a:xfrm>
            <a:off x="927038" y="1238250"/>
            <a:ext cx="3432300" cy="496800"/>
          </a:xfrm>
          <a:prstGeom prst="rect">
            <a:avLst/>
          </a:prstGeom>
          <a:ln>
            <a:noFill/>
          </a:ln>
        </p:spPr>
        <p:txBody>
          <a:bodyPr spcFirstLastPara="1" wrap="square" lIns="91425" tIns="91425" rIns="91425" bIns="91425" anchor="b">
            <a:noAutofit/>
          </a:bodyPr>
          <a:lstStyle>
            <a:lvl1pPr>
              <a:lnSpc>
                <a:spcPct val="100000"/>
              </a:lnSpc>
              <a:spcBef>
                <a:spcPts val="0"/>
              </a:spcBef>
              <a:spcAft>
                <a:spcPts val="0"/>
              </a:spcAft>
              <a:buClr>
                <a:schemeClr val="dk1"/>
              </a:buClr>
              <a:buSzPts val="2400"/>
              <a:buFont typeface="Raleway"/>
              <a:buNone/>
              <a:defRPr sz="1800" b="1">
                <a:solidFill>
                  <a:schemeClr val="dk1"/>
                </a:solidFill>
                <a:latin typeface="Prata"/>
                <a:ea typeface="Prata"/>
                <a:cs typeface="Prata"/>
              </a:defRPr>
            </a:lvl1pPr>
            <a:lvl2pPr algn="ctr">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defRPr>
            </a:lvl2pPr>
            <a:lvl3pPr algn="ctr">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defRPr>
            </a:lvl3pPr>
            <a:lvl4pPr algn="ctr">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defRPr>
            </a:lvl4pPr>
            <a:lvl5pPr algn="ctr">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defRPr>
            </a:lvl5pPr>
            <a:lvl6pPr algn="ctr">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defRPr>
            </a:lvl6pPr>
            <a:lvl7pPr algn="ctr">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defRPr>
            </a:lvl7pPr>
            <a:lvl8pPr algn="ctr">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defRPr>
            </a:lvl8pPr>
            <a:lvl9pPr algn="ctr">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defRPr>
            </a:lvl9pPr>
          </a:lstStyle>
          <a:p>
            <a:endParaRPr/>
          </a:p>
        </p:txBody>
      </p:sp>
      <p:sp>
        <p:nvSpPr>
          <p:cNvPr id="136" name="Google Shape;136;p16">
            <a:extLst>
              <a:ext uri="{FF2B5EF4-FFF2-40B4-BE49-F238E27FC236}">
                <a16:creationId xmlns:a16="http://schemas.microsoft.com/office/drawing/2014/main" id="{B15A406C-6C8F-4EF5-A3EF-ADFAE08743D5}"/>
              </a:ext>
            </a:extLst>
          </p:cNvPr>
          <p:cNvSpPr>
            <a:spLocks noGrp="1"/>
          </p:cNvSpPr>
          <p:nvPr>
            <p:ph type="subTitle" idx="2"/>
          </p:nvPr>
        </p:nvSpPr>
        <p:spPr>
          <a:xfrm>
            <a:off x="927038" y="1658850"/>
            <a:ext cx="3432300" cy="1117200"/>
          </a:xfrm>
          <a:prstGeom prst="rect">
            <a:avLst/>
          </a:prstGeom>
        </p:spPr>
        <p:txBody>
          <a:bodyPr spcFirstLastPara="1" wrap="square" lIns="91425" tIns="91425" rIns="91425" bIns="91425" anchor="t">
            <a:noAutofit/>
          </a:bodyPr>
          <a:lstStyle>
            <a:lvl1pPr>
              <a:lnSpc>
                <a:spcPct val="100000"/>
              </a:lnSpc>
              <a:spcBef>
                <a:spcPts val="0"/>
              </a:spcBef>
              <a:spcAft>
                <a:spcPts val="0"/>
              </a:spcAft>
              <a:buSzPts val="1400"/>
              <a:buNone/>
              <a:defRPr/>
            </a:lvl1pPr>
            <a:lvl2pPr algn="ctr">
              <a:lnSpc>
                <a:spcPct val="100000"/>
              </a:lnSpc>
              <a:spcBef>
                <a:spcPts val="0"/>
              </a:spcBef>
              <a:spcAft>
                <a:spcPts val="0"/>
              </a:spcAft>
              <a:buSzPts val="1200"/>
              <a:buNone/>
              <a:defRPr/>
            </a:lvl2pPr>
            <a:lvl3pPr algn="ctr">
              <a:lnSpc>
                <a:spcPct val="100000"/>
              </a:lnSpc>
              <a:spcBef>
                <a:spcPts val="0"/>
              </a:spcBef>
              <a:spcAft>
                <a:spcPts val="0"/>
              </a:spcAft>
              <a:buSzPts val="1200"/>
              <a:buNone/>
              <a:defRPr/>
            </a:lvl3pPr>
            <a:lvl4pPr algn="ctr">
              <a:lnSpc>
                <a:spcPct val="100000"/>
              </a:lnSpc>
              <a:spcBef>
                <a:spcPts val="0"/>
              </a:spcBef>
              <a:spcAft>
                <a:spcPts val="0"/>
              </a:spcAft>
              <a:buSzPts val="1200"/>
              <a:buNone/>
              <a:defRPr/>
            </a:lvl4pPr>
            <a:lvl5pPr algn="ctr">
              <a:lnSpc>
                <a:spcPct val="100000"/>
              </a:lnSpc>
              <a:spcBef>
                <a:spcPts val="0"/>
              </a:spcBef>
              <a:spcAft>
                <a:spcPts val="0"/>
              </a:spcAft>
              <a:buSzPts val="1200"/>
              <a:buNone/>
              <a:defRPr/>
            </a:lvl5pPr>
            <a:lvl6pPr algn="ctr">
              <a:lnSpc>
                <a:spcPct val="100000"/>
              </a:lnSpc>
              <a:spcBef>
                <a:spcPts val="0"/>
              </a:spcBef>
              <a:spcAft>
                <a:spcPts val="0"/>
              </a:spcAft>
              <a:buSzPts val="1200"/>
              <a:buNone/>
              <a:defRPr/>
            </a:lvl6pPr>
            <a:lvl7pPr algn="ctr">
              <a:lnSpc>
                <a:spcPct val="100000"/>
              </a:lnSpc>
              <a:spcBef>
                <a:spcPts val="0"/>
              </a:spcBef>
              <a:spcAft>
                <a:spcPts val="0"/>
              </a:spcAft>
              <a:buSzPts val="1200"/>
              <a:buNone/>
              <a:defRPr/>
            </a:lvl7pPr>
            <a:lvl8pPr algn="ctr">
              <a:lnSpc>
                <a:spcPct val="100000"/>
              </a:lnSpc>
              <a:spcBef>
                <a:spcPts val="0"/>
              </a:spcBef>
              <a:spcAft>
                <a:spcPts val="0"/>
              </a:spcAft>
              <a:buSzPts val="1200"/>
              <a:buNone/>
              <a:defRPr/>
            </a:lvl8pPr>
            <a:lvl9pPr algn="ctr">
              <a:lnSpc>
                <a:spcPct val="100000"/>
              </a:lnSpc>
              <a:spcBef>
                <a:spcPts val="0"/>
              </a:spcBef>
              <a:spcAft>
                <a:spcPts val="0"/>
              </a:spcAft>
              <a:buSzPts val="1200"/>
              <a:buNone/>
              <a:defRPr/>
            </a:lvl9pPr>
          </a:lstStyle>
          <a:p>
            <a:endParaRPr/>
          </a:p>
        </p:txBody>
      </p:sp>
      <p:sp>
        <p:nvSpPr>
          <p:cNvPr id="137" name="Google Shape;137;p16">
            <a:extLst>
              <a:ext uri="{FF2B5EF4-FFF2-40B4-BE49-F238E27FC236}">
                <a16:creationId xmlns:a16="http://schemas.microsoft.com/office/drawing/2014/main" id="{B44A030E-57D1-41B4-8EB4-9C5A64B34634}"/>
              </a:ext>
            </a:extLst>
          </p:cNvPr>
          <p:cNvSpPr>
            <a:spLocks noGrp="1"/>
          </p:cNvSpPr>
          <p:nvPr>
            <p:ph type="subTitle" idx="3"/>
          </p:nvPr>
        </p:nvSpPr>
        <p:spPr>
          <a:xfrm>
            <a:off x="4784669" y="1658850"/>
            <a:ext cx="3432300" cy="1117200"/>
          </a:xfrm>
          <a:prstGeom prst="rect">
            <a:avLst/>
          </a:prstGeom>
        </p:spPr>
        <p:txBody>
          <a:bodyPr spcFirstLastPara="1" wrap="square" lIns="91425" tIns="91425" rIns="91425" bIns="91425" anchor="t">
            <a:noAutofit/>
          </a:bodyPr>
          <a:lstStyle>
            <a:lvl1pPr>
              <a:lnSpc>
                <a:spcPct val="100000"/>
              </a:lnSpc>
              <a:spcBef>
                <a:spcPts val="0"/>
              </a:spcBef>
              <a:spcAft>
                <a:spcPts val="0"/>
              </a:spcAft>
              <a:buSzPts val="1400"/>
              <a:buNone/>
              <a:defRPr/>
            </a:lvl1pPr>
            <a:lvl2pPr algn="ctr">
              <a:lnSpc>
                <a:spcPct val="100000"/>
              </a:lnSpc>
              <a:spcBef>
                <a:spcPts val="0"/>
              </a:spcBef>
              <a:spcAft>
                <a:spcPts val="0"/>
              </a:spcAft>
              <a:buSzPts val="1200"/>
              <a:buNone/>
              <a:defRPr/>
            </a:lvl2pPr>
            <a:lvl3pPr algn="ctr">
              <a:lnSpc>
                <a:spcPct val="100000"/>
              </a:lnSpc>
              <a:spcBef>
                <a:spcPts val="0"/>
              </a:spcBef>
              <a:spcAft>
                <a:spcPts val="0"/>
              </a:spcAft>
              <a:buSzPts val="1200"/>
              <a:buNone/>
              <a:defRPr/>
            </a:lvl3pPr>
            <a:lvl4pPr algn="ctr">
              <a:lnSpc>
                <a:spcPct val="100000"/>
              </a:lnSpc>
              <a:spcBef>
                <a:spcPts val="0"/>
              </a:spcBef>
              <a:spcAft>
                <a:spcPts val="0"/>
              </a:spcAft>
              <a:buSzPts val="1200"/>
              <a:buNone/>
              <a:defRPr/>
            </a:lvl4pPr>
            <a:lvl5pPr algn="ctr">
              <a:lnSpc>
                <a:spcPct val="100000"/>
              </a:lnSpc>
              <a:spcBef>
                <a:spcPts val="0"/>
              </a:spcBef>
              <a:spcAft>
                <a:spcPts val="0"/>
              </a:spcAft>
              <a:buSzPts val="1200"/>
              <a:buNone/>
              <a:defRPr/>
            </a:lvl5pPr>
            <a:lvl6pPr algn="ctr">
              <a:lnSpc>
                <a:spcPct val="100000"/>
              </a:lnSpc>
              <a:spcBef>
                <a:spcPts val="0"/>
              </a:spcBef>
              <a:spcAft>
                <a:spcPts val="0"/>
              </a:spcAft>
              <a:buSzPts val="1200"/>
              <a:buNone/>
              <a:defRPr/>
            </a:lvl6pPr>
            <a:lvl7pPr algn="ctr">
              <a:lnSpc>
                <a:spcPct val="100000"/>
              </a:lnSpc>
              <a:spcBef>
                <a:spcPts val="0"/>
              </a:spcBef>
              <a:spcAft>
                <a:spcPts val="0"/>
              </a:spcAft>
              <a:buSzPts val="1200"/>
              <a:buNone/>
              <a:defRPr/>
            </a:lvl7pPr>
            <a:lvl8pPr algn="ctr">
              <a:lnSpc>
                <a:spcPct val="100000"/>
              </a:lnSpc>
              <a:spcBef>
                <a:spcPts val="0"/>
              </a:spcBef>
              <a:spcAft>
                <a:spcPts val="0"/>
              </a:spcAft>
              <a:buSzPts val="1200"/>
              <a:buNone/>
              <a:defRPr/>
            </a:lvl8pPr>
            <a:lvl9pPr algn="ctr">
              <a:lnSpc>
                <a:spcPct val="100000"/>
              </a:lnSpc>
              <a:spcBef>
                <a:spcPts val="0"/>
              </a:spcBef>
              <a:spcAft>
                <a:spcPts val="0"/>
              </a:spcAft>
              <a:buSzPts val="1200"/>
              <a:buNone/>
              <a:defRPr/>
            </a:lvl9pPr>
          </a:lstStyle>
          <a:p>
            <a:endParaRPr/>
          </a:p>
        </p:txBody>
      </p:sp>
      <p:sp>
        <p:nvSpPr>
          <p:cNvPr id="138" name="Google Shape;138;p16">
            <a:extLst>
              <a:ext uri="{FF2B5EF4-FFF2-40B4-BE49-F238E27FC236}">
                <a16:creationId xmlns:a16="http://schemas.microsoft.com/office/drawing/2014/main" id="{BC97E5CA-CF3C-478E-B1DD-96A66B806494}"/>
              </a:ext>
            </a:extLst>
          </p:cNvPr>
          <p:cNvSpPr>
            <a:spLocks noGrp="1"/>
          </p:cNvSpPr>
          <p:nvPr>
            <p:ph type="subTitle" idx="4"/>
          </p:nvPr>
        </p:nvSpPr>
        <p:spPr>
          <a:xfrm>
            <a:off x="927039" y="3453200"/>
            <a:ext cx="3432300" cy="1117200"/>
          </a:xfrm>
          <a:prstGeom prst="rect">
            <a:avLst/>
          </a:prstGeom>
        </p:spPr>
        <p:txBody>
          <a:bodyPr spcFirstLastPara="1" wrap="square" lIns="91425" tIns="91425" rIns="91425" bIns="91425" anchor="t">
            <a:noAutofit/>
          </a:bodyPr>
          <a:lstStyle>
            <a:lvl1pPr>
              <a:lnSpc>
                <a:spcPct val="100000"/>
              </a:lnSpc>
              <a:spcBef>
                <a:spcPts val="0"/>
              </a:spcBef>
              <a:spcAft>
                <a:spcPts val="0"/>
              </a:spcAft>
              <a:buSzPts val="1400"/>
              <a:buNone/>
              <a:defRPr/>
            </a:lvl1pPr>
            <a:lvl2pPr algn="ctr">
              <a:lnSpc>
                <a:spcPct val="100000"/>
              </a:lnSpc>
              <a:spcBef>
                <a:spcPts val="0"/>
              </a:spcBef>
              <a:spcAft>
                <a:spcPts val="0"/>
              </a:spcAft>
              <a:buSzPts val="1200"/>
              <a:buNone/>
              <a:defRPr/>
            </a:lvl2pPr>
            <a:lvl3pPr algn="ctr">
              <a:lnSpc>
                <a:spcPct val="100000"/>
              </a:lnSpc>
              <a:spcBef>
                <a:spcPts val="0"/>
              </a:spcBef>
              <a:spcAft>
                <a:spcPts val="0"/>
              </a:spcAft>
              <a:buSzPts val="1200"/>
              <a:buNone/>
              <a:defRPr/>
            </a:lvl3pPr>
            <a:lvl4pPr algn="ctr">
              <a:lnSpc>
                <a:spcPct val="100000"/>
              </a:lnSpc>
              <a:spcBef>
                <a:spcPts val="0"/>
              </a:spcBef>
              <a:spcAft>
                <a:spcPts val="0"/>
              </a:spcAft>
              <a:buSzPts val="1200"/>
              <a:buNone/>
              <a:defRPr/>
            </a:lvl4pPr>
            <a:lvl5pPr algn="ctr">
              <a:lnSpc>
                <a:spcPct val="100000"/>
              </a:lnSpc>
              <a:spcBef>
                <a:spcPts val="0"/>
              </a:spcBef>
              <a:spcAft>
                <a:spcPts val="0"/>
              </a:spcAft>
              <a:buSzPts val="1200"/>
              <a:buNone/>
              <a:defRPr/>
            </a:lvl5pPr>
            <a:lvl6pPr algn="ctr">
              <a:lnSpc>
                <a:spcPct val="100000"/>
              </a:lnSpc>
              <a:spcBef>
                <a:spcPts val="0"/>
              </a:spcBef>
              <a:spcAft>
                <a:spcPts val="0"/>
              </a:spcAft>
              <a:buSzPts val="1200"/>
              <a:buNone/>
              <a:defRPr/>
            </a:lvl6pPr>
            <a:lvl7pPr algn="ctr">
              <a:lnSpc>
                <a:spcPct val="100000"/>
              </a:lnSpc>
              <a:spcBef>
                <a:spcPts val="0"/>
              </a:spcBef>
              <a:spcAft>
                <a:spcPts val="0"/>
              </a:spcAft>
              <a:buSzPts val="1200"/>
              <a:buNone/>
              <a:defRPr/>
            </a:lvl7pPr>
            <a:lvl8pPr algn="ctr">
              <a:lnSpc>
                <a:spcPct val="100000"/>
              </a:lnSpc>
              <a:spcBef>
                <a:spcPts val="0"/>
              </a:spcBef>
              <a:spcAft>
                <a:spcPts val="0"/>
              </a:spcAft>
              <a:buSzPts val="1200"/>
              <a:buNone/>
              <a:defRPr/>
            </a:lvl8pPr>
            <a:lvl9pPr algn="ctr">
              <a:lnSpc>
                <a:spcPct val="100000"/>
              </a:lnSpc>
              <a:spcBef>
                <a:spcPts val="0"/>
              </a:spcBef>
              <a:spcAft>
                <a:spcPts val="0"/>
              </a:spcAft>
              <a:buSzPts val="1200"/>
              <a:buNone/>
              <a:defRPr/>
            </a:lvl9pPr>
          </a:lstStyle>
          <a:p>
            <a:endParaRPr/>
          </a:p>
        </p:txBody>
      </p:sp>
      <p:sp>
        <p:nvSpPr>
          <p:cNvPr id="139" name="Google Shape;139;p16">
            <a:extLst>
              <a:ext uri="{FF2B5EF4-FFF2-40B4-BE49-F238E27FC236}">
                <a16:creationId xmlns:a16="http://schemas.microsoft.com/office/drawing/2014/main" id="{B477CE5E-47D4-4E91-9FED-7059C47F6E06}"/>
              </a:ext>
            </a:extLst>
          </p:cNvPr>
          <p:cNvSpPr>
            <a:spLocks noGrp="1"/>
          </p:cNvSpPr>
          <p:nvPr>
            <p:ph type="subTitle" idx="5"/>
          </p:nvPr>
        </p:nvSpPr>
        <p:spPr>
          <a:xfrm>
            <a:off x="4784669" y="1238250"/>
            <a:ext cx="3432300" cy="496800"/>
          </a:xfrm>
          <a:prstGeom prst="rect">
            <a:avLst/>
          </a:prstGeom>
          <a:ln>
            <a:noFill/>
          </a:ln>
        </p:spPr>
        <p:txBody>
          <a:bodyPr spcFirstLastPara="1" wrap="square" lIns="91425" tIns="91425" rIns="91425" bIns="91425" anchor="b">
            <a:noAutofit/>
          </a:bodyPr>
          <a:lstStyle>
            <a:lvl1pPr>
              <a:lnSpc>
                <a:spcPct val="100000"/>
              </a:lnSpc>
              <a:spcBef>
                <a:spcPts val="0"/>
              </a:spcBef>
              <a:spcAft>
                <a:spcPts val="0"/>
              </a:spcAft>
              <a:buClr>
                <a:schemeClr val="dk1"/>
              </a:buClr>
              <a:buSzPts val="2400"/>
              <a:buFont typeface="Raleway"/>
              <a:buNone/>
              <a:defRPr sz="1800" b="1">
                <a:solidFill>
                  <a:schemeClr val="dk1"/>
                </a:solidFill>
                <a:latin typeface="Prata"/>
                <a:ea typeface="Prata"/>
                <a:cs typeface="Prata"/>
              </a:defRPr>
            </a:lvl1pPr>
            <a:lvl2pPr algn="ctr">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defRPr>
            </a:lvl2pPr>
            <a:lvl3pPr algn="ctr">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defRPr>
            </a:lvl3pPr>
            <a:lvl4pPr algn="ctr">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defRPr>
            </a:lvl4pPr>
            <a:lvl5pPr algn="ctr">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defRPr>
            </a:lvl5pPr>
            <a:lvl6pPr algn="ctr">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defRPr>
            </a:lvl6pPr>
            <a:lvl7pPr algn="ctr">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defRPr>
            </a:lvl7pPr>
            <a:lvl8pPr algn="ctr">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defRPr>
            </a:lvl8pPr>
            <a:lvl9pPr algn="ctr">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defRPr>
            </a:lvl9pPr>
          </a:lstStyle>
          <a:p>
            <a:endParaRPr/>
          </a:p>
        </p:txBody>
      </p:sp>
      <p:sp>
        <p:nvSpPr>
          <p:cNvPr id="140" name="Google Shape;140;p16">
            <a:extLst>
              <a:ext uri="{FF2B5EF4-FFF2-40B4-BE49-F238E27FC236}">
                <a16:creationId xmlns:a16="http://schemas.microsoft.com/office/drawing/2014/main" id="{A52C5884-9615-4223-8A75-AD85462A2751}"/>
              </a:ext>
            </a:extLst>
          </p:cNvPr>
          <p:cNvSpPr>
            <a:spLocks noGrp="1"/>
          </p:cNvSpPr>
          <p:nvPr>
            <p:ph type="subTitle" idx="6"/>
          </p:nvPr>
        </p:nvSpPr>
        <p:spPr>
          <a:xfrm>
            <a:off x="927039" y="3032600"/>
            <a:ext cx="3432300" cy="496800"/>
          </a:xfrm>
          <a:prstGeom prst="rect">
            <a:avLst/>
          </a:prstGeom>
          <a:ln>
            <a:noFill/>
          </a:ln>
        </p:spPr>
        <p:txBody>
          <a:bodyPr spcFirstLastPara="1" wrap="square" lIns="91425" tIns="91425" rIns="91425" bIns="91425" anchor="b">
            <a:noAutofit/>
          </a:bodyPr>
          <a:lstStyle>
            <a:lvl1pPr>
              <a:lnSpc>
                <a:spcPct val="100000"/>
              </a:lnSpc>
              <a:spcBef>
                <a:spcPts val="0"/>
              </a:spcBef>
              <a:spcAft>
                <a:spcPts val="0"/>
              </a:spcAft>
              <a:buClr>
                <a:schemeClr val="dk1"/>
              </a:buClr>
              <a:buSzPts val="2400"/>
              <a:buFont typeface="Raleway"/>
              <a:buNone/>
              <a:defRPr sz="1800" b="1">
                <a:solidFill>
                  <a:schemeClr val="dk1"/>
                </a:solidFill>
                <a:latin typeface="Prata"/>
                <a:ea typeface="Prata"/>
                <a:cs typeface="Prata"/>
              </a:defRPr>
            </a:lvl1pPr>
            <a:lvl2pPr algn="ctr">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defRPr>
            </a:lvl2pPr>
            <a:lvl3pPr algn="ctr">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defRPr>
            </a:lvl3pPr>
            <a:lvl4pPr algn="ctr">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defRPr>
            </a:lvl4pPr>
            <a:lvl5pPr algn="ctr">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defRPr>
            </a:lvl5pPr>
            <a:lvl6pPr algn="ctr">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defRPr>
            </a:lvl6pPr>
            <a:lvl7pPr algn="ctr">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defRPr>
            </a:lvl7pPr>
            <a:lvl8pPr algn="ctr">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defRPr>
            </a:lvl8pPr>
            <a:lvl9pPr algn="ctr">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defRPr>
            </a:lvl9pPr>
          </a:lstStyle>
          <a:p>
            <a:endParaRPr/>
          </a:p>
        </p:txBody>
      </p:sp>
      <p:pic>
        <p:nvPicPr>
          <p:cNvPr id="142" name="Google Shape;142;p16">
            <a:extLst>
              <a:ext uri="{FF2B5EF4-FFF2-40B4-BE49-F238E27FC236}">
                <a16:creationId xmlns:a16="http://schemas.microsoft.com/office/drawing/2014/main" id="{0DEA10B3-569F-4227-B2A1-EAD89A357A13}"/>
              </a:ext>
            </a:extLst>
          </p:cNvPr>
          <p:cNvPicPr>
            <a:picLocks noChangeAspect="1"/>
          </p:cNvPicPr>
          <p:nvPr/>
        </p:nvPicPr>
        <p:blipFill>
          <a:blip r:embed="rId3" cstate="screen">
            <a:alphaModFix/>
            <a:extLst>
              <a:ext uri="{28A0092B-C50C-407E-A947-70E740481C1C}">
                <a14:useLocalDpi xmlns:a14="http://schemas.microsoft.com/office/drawing/2010/main"/>
              </a:ext>
            </a:extLst>
          </a:blip>
          <a:stretch>
            <a:fillRect/>
          </a:stretch>
        </p:blipFill>
        <p:spPr>
          <a:xfrm rot="2043951">
            <a:off x="-895350" y="4068416"/>
            <a:ext cx="1554450" cy="757250"/>
          </a:xfrm>
          <a:prstGeom prst="rect">
            <a:avLst/>
          </a:prstGeom>
          <a:ln>
            <a:noFill/>
          </a:ln>
        </p:spPr>
      </p:pic>
      <p:pic>
        <p:nvPicPr>
          <p:cNvPr id="143" name="Google Shape;143;p16">
            <a:extLst>
              <a:ext uri="{FF2B5EF4-FFF2-40B4-BE49-F238E27FC236}">
                <a16:creationId xmlns:a16="http://schemas.microsoft.com/office/drawing/2014/main" id="{F8D9EE91-FD79-4107-B954-AF87A07EFF71}"/>
              </a:ext>
            </a:extLst>
          </p:cNvPr>
          <p:cNvPicPr>
            <a:picLocks noChangeAspect="1"/>
          </p:cNvPicPr>
          <p:nvPr/>
        </p:nvPicPr>
        <p:blipFill rotWithShape="1">
          <a:blip r:embed="rId4" cstate="screen">
            <a:alphaModFix/>
            <a:extLst>
              <a:ext uri="{28A0092B-C50C-407E-A947-70E740481C1C}">
                <a14:useLocalDpi xmlns:a14="http://schemas.microsoft.com/office/drawing/2010/main"/>
              </a:ext>
            </a:extLst>
          </a:blip>
          <a:srcRect/>
          <a:stretch/>
        </p:blipFill>
        <p:spPr>
          <a:xfrm rot="-1320648">
            <a:off x="-71722" y="3130488"/>
            <a:ext cx="534968" cy="653726"/>
          </a:xfrm>
          <a:prstGeom prst="rect">
            <a:avLst/>
          </a:prstGeom>
          <a:ln>
            <a:noFill/>
          </a:ln>
        </p:spPr>
      </p:pic>
      <p:sp>
        <p:nvSpPr>
          <p:cNvPr id="144" name="Google Shape;144;p16">
            <a:extLst>
              <a:ext uri="{FF2B5EF4-FFF2-40B4-BE49-F238E27FC236}">
                <a16:creationId xmlns:a16="http://schemas.microsoft.com/office/drawing/2014/main" id="{EFAEA9A6-6D03-4461-AD13-DC7F923D0F94}"/>
              </a:ext>
            </a:extLst>
          </p:cNvPr>
          <p:cNvSpPr>
            <a:spLocks noGrp="1"/>
          </p:cNvSpPr>
          <p:nvPr>
            <p:ph type="pic" idx="7"/>
          </p:nvPr>
        </p:nvSpPr>
        <p:spPr>
          <a:xfrm>
            <a:off x="4784675" y="2994500"/>
            <a:ext cx="3432300" cy="1614000"/>
          </a:xfrm>
          <a:prstGeom prst="rect">
            <a:avLst/>
          </a:prstGeom>
          <a:noFill/>
          <a:ln>
            <a:noFill/>
          </a:ln>
        </p:spPr>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and three columns 1">
  <p:cSld name="BLANK_1_1_1_2_1">
    <p:spTree>
      <p:nvGrpSpPr>
        <p:cNvPr id="1" name=""/>
        <p:cNvGrpSpPr/>
        <p:nvPr/>
      </p:nvGrpSpPr>
      <p:grpSpPr>
        <a:xfrm>
          <a:off x="0" y="0"/>
          <a:ext cx="0" cy="0"/>
          <a:chOff x="0" y="0"/>
          <a:chExt cx="0" cy="0"/>
        </a:xfrm>
      </p:grpSpPr>
      <p:pic>
        <p:nvPicPr>
          <p:cNvPr id="146" name="Google Shape;146;p17">
            <a:extLst>
              <a:ext uri="{FF2B5EF4-FFF2-40B4-BE49-F238E27FC236}">
                <a16:creationId xmlns:a16="http://schemas.microsoft.com/office/drawing/2014/main" id="{6B63673B-D701-4435-9376-DFF15FC4900B}"/>
              </a:ext>
            </a:extLst>
          </p:cNvPr>
          <p:cNvPicPr>
            <a:picLocks noChangeAspect="1"/>
          </p:cNvPicPr>
          <p:nvPr/>
        </p:nvPicPr>
        <p:blipFill rotWithShape="1">
          <a:blip r:embed="rId2" cstate="screen">
            <a:alphaModFix/>
            <a:extLst>
              <a:ext uri="{28A0092B-C50C-407E-A947-70E740481C1C}">
                <a14:useLocalDpi xmlns:a14="http://schemas.microsoft.com/office/drawing/2010/main"/>
              </a:ext>
            </a:extLst>
          </a:blip>
          <a:srcRect/>
          <a:stretch/>
        </p:blipFill>
        <p:spPr>
          <a:xfrm>
            <a:off x="0" y="0"/>
            <a:ext cx="9144000" cy="5143500"/>
          </a:xfrm>
          <a:prstGeom prst="rect">
            <a:avLst/>
          </a:prstGeom>
          <a:ln>
            <a:noFill/>
          </a:ln>
        </p:spPr>
      </p:pic>
      <p:sp>
        <p:nvSpPr>
          <p:cNvPr id="147" name="Google Shape;147;p17">
            <a:extLst>
              <a:ext uri="{FF2B5EF4-FFF2-40B4-BE49-F238E27FC236}">
                <a16:creationId xmlns:a16="http://schemas.microsoft.com/office/drawing/2014/main" id="{F3587B18-1913-45F9-A6DE-732098E910F0}"/>
              </a:ext>
            </a:extLst>
          </p:cNvPr>
          <p:cNvSpPr>
            <a:spLocks noGrp="1"/>
          </p:cNvSpPr>
          <p:nvPr>
            <p:ph type="title"/>
          </p:nvPr>
        </p:nvSpPr>
        <p:spPr>
          <a:xfrm>
            <a:off x="720000" y="445025"/>
            <a:ext cx="7704000" cy="572700"/>
          </a:xfrm>
          <a:prstGeom prst="rect">
            <a:avLst/>
          </a:prstGeom>
        </p:spPr>
        <p:txBody>
          <a:bodyPr spcFirstLastPara="1" wrap="square" lIns="91425" tIns="91425" rIns="91425" bIns="91425" anchor="t">
            <a:noAutofit/>
          </a:bodyPr>
          <a:lstStyle>
            <a:lvl1pPr>
              <a:spcBef>
                <a:spcPts val="0"/>
              </a:spcBef>
              <a:spcAft>
                <a:spcPts val="0"/>
              </a:spcAft>
              <a:buSzPts val="3000"/>
              <a:buNone/>
              <a:defRPr/>
            </a:lvl1pPr>
            <a:lvl2pPr>
              <a:spcBef>
                <a:spcPts val="0"/>
              </a:spcBef>
              <a:spcAft>
                <a:spcPts val="0"/>
              </a:spcAft>
              <a:buSzPts val="3000"/>
              <a:buNone/>
              <a:defRPr/>
            </a:lvl2pPr>
            <a:lvl3pPr>
              <a:spcBef>
                <a:spcPts val="0"/>
              </a:spcBef>
              <a:spcAft>
                <a:spcPts val="0"/>
              </a:spcAft>
              <a:buSzPts val="3000"/>
              <a:buNone/>
              <a:defRPr/>
            </a:lvl3pPr>
            <a:lvl4pPr>
              <a:spcBef>
                <a:spcPts val="0"/>
              </a:spcBef>
              <a:spcAft>
                <a:spcPts val="0"/>
              </a:spcAft>
              <a:buSzPts val="3000"/>
              <a:buNone/>
              <a:defRPr/>
            </a:lvl4pPr>
            <a:lvl5pPr>
              <a:spcBef>
                <a:spcPts val="0"/>
              </a:spcBef>
              <a:spcAft>
                <a:spcPts val="0"/>
              </a:spcAft>
              <a:buSzPts val="3000"/>
              <a:buNone/>
              <a:defRPr/>
            </a:lvl5pPr>
            <a:lvl6pPr>
              <a:spcBef>
                <a:spcPts val="0"/>
              </a:spcBef>
              <a:spcAft>
                <a:spcPts val="0"/>
              </a:spcAft>
              <a:buSzPts val="3000"/>
              <a:buNone/>
              <a:defRPr/>
            </a:lvl6pPr>
            <a:lvl7pPr>
              <a:spcBef>
                <a:spcPts val="0"/>
              </a:spcBef>
              <a:spcAft>
                <a:spcPts val="0"/>
              </a:spcAft>
              <a:buSzPts val="3000"/>
              <a:buNone/>
              <a:defRPr/>
            </a:lvl7pPr>
            <a:lvl8pPr>
              <a:spcBef>
                <a:spcPts val="0"/>
              </a:spcBef>
              <a:spcAft>
                <a:spcPts val="0"/>
              </a:spcAft>
              <a:buSzPts val="3000"/>
              <a:buNone/>
              <a:defRPr/>
            </a:lvl8pPr>
            <a:lvl9pPr>
              <a:spcBef>
                <a:spcPts val="0"/>
              </a:spcBef>
              <a:spcAft>
                <a:spcPts val="0"/>
              </a:spcAft>
              <a:buSzPts val="3000"/>
              <a:buNone/>
              <a:defRPr/>
            </a:lvl9pPr>
          </a:lstStyle>
          <a:p>
            <a:endParaRPr/>
          </a:p>
        </p:txBody>
      </p:sp>
      <p:sp>
        <p:nvSpPr>
          <p:cNvPr id="148" name="Google Shape;148;p17">
            <a:extLst>
              <a:ext uri="{FF2B5EF4-FFF2-40B4-BE49-F238E27FC236}">
                <a16:creationId xmlns:a16="http://schemas.microsoft.com/office/drawing/2014/main" id="{CD4CCA59-AE36-4BEA-AB9A-BB18A3F7A4A4}"/>
              </a:ext>
            </a:extLst>
          </p:cNvPr>
          <p:cNvSpPr>
            <a:spLocks noGrp="1"/>
          </p:cNvSpPr>
          <p:nvPr>
            <p:ph type="subTitle" idx="1"/>
          </p:nvPr>
        </p:nvSpPr>
        <p:spPr>
          <a:xfrm>
            <a:off x="5898088" y="1985125"/>
            <a:ext cx="2530800" cy="458700"/>
          </a:xfrm>
          <a:prstGeom prst="rect">
            <a:avLst/>
          </a:prstGeom>
          <a:ln>
            <a:noFill/>
          </a:ln>
        </p:spPr>
        <p:txBody>
          <a:bodyPr spcFirstLastPara="1" wrap="square" lIns="91425" tIns="91425" rIns="91425" bIns="91425" anchor="t">
            <a:noAutofit/>
          </a:bodyPr>
          <a:lstStyle>
            <a:lvl1pPr>
              <a:lnSpc>
                <a:spcPct val="100000"/>
              </a:lnSpc>
              <a:spcBef>
                <a:spcPts val="0"/>
              </a:spcBef>
              <a:spcAft>
                <a:spcPts val="0"/>
              </a:spcAft>
              <a:buClr>
                <a:schemeClr val="dk1"/>
              </a:buClr>
              <a:buSzPts val="2400"/>
              <a:buFont typeface="Prata"/>
              <a:buNone/>
              <a:defRPr sz="1800" b="1">
                <a:solidFill>
                  <a:schemeClr val="dk1"/>
                </a:solidFill>
                <a:latin typeface="Prata"/>
                <a:ea typeface="Prata"/>
                <a:cs typeface="Prata"/>
              </a:defRPr>
            </a:lvl1pPr>
            <a:lvl2pPr>
              <a:lnSpc>
                <a:spcPct val="100000"/>
              </a:lnSpc>
              <a:spcBef>
                <a:spcPts val="0"/>
              </a:spcBef>
              <a:spcAft>
                <a:spcPts val="0"/>
              </a:spcAft>
              <a:buClr>
                <a:schemeClr val="dk1"/>
              </a:buClr>
              <a:buSzPts val="2400"/>
              <a:buFont typeface="Prata"/>
              <a:buNone/>
              <a:defRPr sz="2400" b="1">
                <a:solidFill>
                  <a:schemeClr val="dk1"/>
                </a:solidFill>
                <a:latin typeface="Prata"/>
                <a:ea typeface="Prata"/>
                <a:cs typeface="Prata"/>
              </a:defRPr>
            </a:lvl2pPr>
            <a:lvl3pPr>
              <a:lnSpc>
                <a:spcPct val="100000"/>
              </a:lnSpc>
              <a:spcBef>
                <a:spcPts val="0"/>
              </a:spcBef>
              <a:spcAft>
                <a:spcPts val="0"/>
              </a:spcAft>
              <a:buClr>
                <a:schemeClr val="dk1"/>
              </a:buClr>
              <a:buSzPts val="2400"/>
              <a:buFont typeface="Prata"/>
              <a:buNone/>
              <a:defRPr sz="2400" b="1">
                <a:solidFill>
                  <a:schemeClr val="dk1"/>
                </a:solidFill>
                <a:latin typeface="Prata"/>
                <a:ea typeface="Prata"/>
                <a:cs typeface="Prata"/>
              </a:defRPr>
            </a:lvl3pPr>
            <a:lvl4pPr>
              <a:lnSpc>
                <a:spcPct val="100000"/>
              </a:lnSpc>
              <a:spcBef>
                <a:spcPts val="0"/>
              </a:spcBef>
              <a:spcAft>
                <a:spcPts val="0"/>
              </a:spcAft>
              <a:buClr>
                <a:schemeClr val="dk1"/>
              </a:buClr>
              <a:buSzPts val="2400"/>
              <a:buFont typeface="Prata"/>
              <a:buNone/>
              <a:defRPr sz="2400" b="1">
                <a:solidFill>
                  <a:schemeClr val="dk1"/>
                </a:solidFill>
                <a:latin typeface="Prata"/>
                <a:ea typeface="Prata"/>
                <a:cs typeface="Prata"/>
              </a:defRPr>
            </a:lvl4pPr>
            <a:lvl5pPr>
              <a:lnSpc>
                <a:spcPct val="100000"/>
              </a:lnSpc>
              <a:spcBef>
                <a:spcPts val="0"/>
              </a:spcBef>
              <a:spcAft>
                <a:spcPts val="0"/>
              </a:spcAft>
              <a:buClr>
                <a:schemeClr val="dk1"/>
              </a:buClr>
              <a:buSzPts val="2400"/>
              <a:buFont typeface="Prata"/>
              <a:buNone/>
              <a:defRPr sz="2400" b="1">
                <a:solidFill>
                  <a:schemeClr val="dk1"/>
                </a:solidFill>
                <a:latin typeface="Prata"/>
                <a:ea typeface="Prata"/>
                <a:cs typeface="Prata"/>
              </a:defRPr>
            </a:lvl5pPr>
            <a:lvl6pPr>
              <a:lnSpc>
                <a:spcPct val="100000"/>
              </a:lnSpc>
              <a:spcBef>
                <a:spcPts val="0"/>
              </a:spcBef>
              <a:spcAft>
                <a:spcPts val="0"/>
              </a:spcAft>
              <a:buClr>
                <a:schemeClr val="dk1"/>
              </a:buClr>
              <a:buSzPts val="2400"/>
              <a:buFont typeface="Prata"/>
              <a:buNone/>
              <a:defRPr sz="2400" b="1">
                <a:solidFill>
                  <a:schemeClr val="dk1"/>
                </a:solidFill>
                <a:latin typeface="Prata"/>
                <a:ea typeface="Prata"/>
                <a:cs typeface="Prata"/>
              </a:defRPr>
            </a:lvl6pPr>
            <a:lvl7pPr>
              <a:lnSpc>
                <a:spcPct val="100000"/>
              </a:lnSpc>
              <a:spcBef>
                <a:spcPts val="0"/>
              </a:spcBef>
              <a:spcAft>
                <a:spcPts val="0"/>
              </a:spcAft>
              <a:buClr>
                <a:schemeClr val="dk1"/>
              </a:buClr>
              <a:buSzPts val="2400"/>
              <a:buFont typeface="Prata"/>
              <a:buNone/>
              <a:defRPr sz="2400" b="1">
                <a:solidFill>
                  <a:schemeClr val="dk1"/>
                </a:solidFill>
                <a:latin typeface="Prata"/>
                <a:ea typeface="Prata"/>
                <a:cs typeface="Prata"/>
              </a:defRPr>
            </a:lvl7pPr>
            <a:lvl8pPr>
              <a:lnSpc>
                <a:spcPct val="100000"/>
              </a:lnSpc>
              <a:spcBef>
                <a:spcPts val="0"/>
              </a:spcBef>
              <a:spcAft>
                <a:spcPts val="0"/>
              </a:spcAft>
              <a:buClr>
                <a:schemeClr val="dk1"/>
              </a:buClr>
              <a:buSzPts val="2400"/>
              <a:buFont typeface="Prata"/>
              <a:buNone/>
              <a:defRPr sz="2400" b="1">
                <a:solidFill>
                  <a:schemeClr val="dk1"/>
                </a:solidFill>
                <a:latin typeface="Prata"/>
                <a:ea typeface="Prata"/>
                <a:cs typeface="Prata"/>
              </a:defRPr>
            </a:lvl8pPr>
            <a:lvl9pPr>
              <a:lnSpc>
                <a:spcPct val="100000"/>
              </a:lnSpc>
              <a:spcBef>
                <a:spcPts val="0"/>
              </a:spcBef>
              <a:spcAft>
                <a:spcPts val="0"/>
              </a:spcAft>
              <a:buClr>
                <a:schemeClr val="dk1"/>
              </a:buClr>
              <a:buSzPts val="2400"/>
              <a:buFont typeface="Prata"/>
              <a:buNone/>
              <a:defRPr sz="2400" b="1">
                <a:solidFill>
                  <a:schemeClr val="dk1"/>
                </a:solidFill>
                <a:latin typeface="Prata"/>
                <a:ea typeface="Prata"/>
                <a:cs typeface="Prata"/>
              </a:defRPr>
            </a:lvl9pPr>
          </a:lstStyle>
          <a:p>
            <a:endParaRPr/>
          </a:p>
        </p:txBody>
      </p:sp>
      <p:sp>
        <p:nvSpPr>
          <p:cNvPr id="149" name="Google Shape;149;p17">
            <a:extLst>
              <a:ext uri="{FF2B5EF4-FFF2-40B4-BE49-F238E27FC236}">
                <a16:creationId xmlns:a16="http://schemas.microsoft.com/office/drawing/2014/main" id="{AD34710B-36F7-48E3-B8C4-C466C3942325}"/>
              </a:ext>
            </a:extLst>
          </p:cNvPr>
          <p:cNvSpPr>
            <a:spLocks noGrp="1"/>
          </p:cNvSpPr>
          <p:nvPr>
            <p:ph type="subTitle" idx="2"/>
          </p:nvPr>
        </p:nvSpPr>
        <p:spPr>
          <a:xfrm>
            <a:off x="3309061" y="1985125"/>
            <a:ext cx="2530800" cy="458700"/>
          </a:xfrm>
          <a:prstGeom prst="rect">
            <a:avLst/>
          </a:prstGeom>
          <a:ln>
            <a:noFill/>
          </a:ln>
        </p:spPr>
        <p:txBody>
          <a:bodyPr spcFirstLastPara="1" wrap="square" lIns="91425" tIns="91425" rIns="91425" bIns="91425" anchor="t">
            <a:noAutofit/>
          </a:bodyPr>
          <a:lstStyle>
            <a:lvl1pPr>
              <a:lnSpc>
                <a:spcPct val="100000"/>
              </a:lnSpc>
              <a:spcBef>
                <a:spcPts val="0"/>
              </a:spcBef>
              <a:spcAft>
                <a:spcPts val="0"/>
              </a:spcAft>
              <a:buClr>
                <a:schemeClr val="dk1"/>
              </a:buClr>
              <a:buSzPts val="2400"/>
              <a:buFont typeface="Prata"/>
              <a:buNone/>
              <a:defRPr sz="1800" b="1">
                <a:solidFill>
                  <a:schemeClr val="dk1"/>
                </a:solidFill>
                <a:latin typeface="Prata"/>
                <a:ea typeface="Prata"/>
                <a:cs typeface="Prata"/>
              </a:defRPr>
            </a:lvl1pPr>
            <a:lvl2pPr>
              <a:lnSpc>
                <a:spcPct val="100000"/>
              </a:lnSpc>
              <a:spcBef>
                <a:spcPts val="0"/>
              </a:spcBef>
              <a:spcAft>
                <a:spcPts val="0"/>
              </a:spcAft>
              <a:buClr>
                <a:schemeClr val="dk1"/>
              </a:buClr>
              <a:buSzPts val="2400"/>
              <a:buFont typeface="Prata"/>
              <a:buNone/>
              <a:defRPr sz="2400" b="1">
                <a:solidFill>
                  <a:schemeClr val="dk1"/>
                </a:solidFill>
                <a:latin typeface="Prata"/>
                <a:ea typeface="Prata"/>
                <a:cs typeface="Prata"/>
              </a:defRPr>
            </a:lvl2pPr>
            <a:lvl3pPr>
              <a:lnSpc>
                <a:spcPct val="100000"/>
              </a:lnSpc>
              <a:spcBef>
                <a:spcPts val="0"/>
              </a:spcBef>
              <a:spcAft>
                <a:spcPts val="0"/>
              </a:spcAft>
              <a:buClr>
                <a:schemeClr val="dk1"/>
              </a:buClr>
              <a:buSzPts val="2400"/>
              <a:buFont typeface="Prata"/>
              <a:buNone/>
              <a:defRPr sz="2400" b="1">
                <a:solidFill>
                  <a:schemeClr val="dk1"/>
                </a:solidFill>
                <a:latin typeface="Prata"/>
                <a:ea typeface="Prata"/>
                <a:cs typeface="Prata"/>
              </a:defRPr>
            </a:lvl3pPr>
            <a:lvl4pPr>
              <a:lnSpc>
                <a:spcPct val="100000"/>
              </a:lnSpc>
              <a:spcBef>
                <a:spcPts val="0"/>
              </a:spcBef>
              <a:spcAft>
                <a:spcPts val="0"/>
              </a:spcAft>
              <a:buClr>
                <a:schemeClr val="dk1"/>
              </a:buClr>
              <a:buSzPts val="2400"/>
              <a:buFont typeface="Prata"/>
              <a:buNone/>
              <a:defRPr sz="2400" b="1">
                <a:solidFill>
                  <a:schemeClr val="dk1"/>
                </a:solidFill>
                <a:latin typeface="Prata"/>
                <a:ea typeface="Prata"/>
                <a:cs typeface="Prata"/>
              </a:defRPr>
            </a:lvl4pPr>
            <a:lvl5pPr>
              <a:lnSpc>
                <a:spcPct val="100000"/>
              </a:lnSpc>
              <a:spcBef>
                <a:spcPts val="0"/>
              </a:spcBef>
              <a:spcAft>
                <a:spcPts val="0"/>
              </a:spcAft>
              <a:buClr>
                <a:schemeClr val="dk1"/>
              </a:buClr>
              <a:buSzPts val="2400"/>
              <a:buFont typeface="Prata"/>
              <a:buNone/>
              <a:defRPr sz="2400" b="1">
                <a:solidFill>
                  <a:schemeClr val="dk1"/>
                </a:solidFill>
                <a:latin typeface="Prata"/>
                <a:ea typeface="Prata"/>
                <a:cs typeface="Prata"/>
              </a:defRPr>
            </a:lvl5pPr>
            <a:lvl6pPr>
              <a:lnSpc>
                <a:spcPct val="100000"/>
              </a:lnSpc>
              <a:spcBef>
                <a:spcPts val="0"/>
              </a:spcBef>
              <a:spcAft>
                <a:spcPts val="0"/>
              </a:spcAft>
              <a:buClr>
                <a:schemeClr val="dk1"/>
              </a:buClr>
              <a:buSzPts val="2400"/>
              <a:buFont typeface="Prata"/>
              <a:buNone/>
              <a:defRPr sz="2400" b="1">
                <a:solidFill>
                  <a:schemeClr val="dk1"/>
                </a:solidFill>
                <a:latin typeface="Prata"/>
                <a:ea typeface="Prata"/>
                <a:cs typeface="Prata"/>
              </a:defRPr>
            </a:lvl6pPr>
            <a:lvl7pPr>
              <a:lnSpc>
                <a:spcPct val="100000"/>
              </a:lnSpc>
              <a:spcBef>
                <a:spcPts val="0"/>
              </a:spcBef>
              <a:spcAft>
                <a:spcPts val="0"/>
              </a:spcAft>
              <a:buClr>
                <a:schemeClr val="dk1"/>
              </a:buClr>
              <a:buSzPts val="2400"/>
              <a:buFont typeface="Prata"/>
              <a:buNone/>
              <a:defRPr sz="2400" b="1">
                <a:solidFill>
                  <a:schemeClr val="dk1"/>
                </a:solidFill>
                <a:latin typeface="Prata"/>
                <a:ea typeface="Prata"/>
                <a:cs typeface="Prata"/>
              </a:defRPr>
            </a:lvl7pPr>
            <a:lvl8pPr>
              <a:lnSpc>
                <a:spcPct val="100000"/>
              </a:lnSpc>
              <a:spcBef>
                <a:spcPts val="0"/>
              </a:spcBef>
              <a:spcAft>
                <a:spcPts val="0"/>
              </a:spcAft>
              <a:buClr>
                <a:schemeClr val="dk1"/>
              </a:buClr>
              <a:buSzPts val="2400"/>
              <a:buFont typeface="Prata"/>
              <a:buNone/>
              <a:defRPr sz="2400" b="1">
                <a:solidFill>
                  <a:schemeClr val="dk1"/>
                </a:solidFill>
                <a:latin typeface="Prata"/>
                <a:ea typeface="Prata"/>
                <a:cs typeface="Prata"/>
              </a:defRPr>
            </a:lvl8pPr>
            <a:lvl9pPr>
              <a:lnSpc>
                <a:spcPct val="100000"/>
              </a:lnSpc>
              <a:spcBef>
                <a:spcPts val="0"/>
              </a:spcBef>
              <a:spcAft>
                <a:spcPts val="0"/>
              </a:spcAft>
              <a:buClr>
                <a:schemeClr val="dk1"/>
              </a:buClr>
              <a:buSzPts val="2400"/>
              <a:buFont typeface="Prata"/>
              <a:buNone/>
              <a:defRPr sz="2400" b="1">
                <a:solidFill>
                  <a:schemeClr val="dk1"/>
                </a:solidFill>
                <a:latin typeface="Prata"/>
                <a:ea typeface="Prata"/>
                <a:cs typeface="Prata"/>
              </a:defRPr>
            </a:lvl9pPr>
          </a:lstStyle>
          <a:p>
            <a:endParaRPr/>
          </a:p>
        </p:txBody>
      </p:sp>
      <p:sp>
        <p:nvSpPr>
          <p:cNvPr id="150" name="Google Shape;150;p17">
            <a:extLst>
              <a:ext uri="{FF2B5EF4-FFF2-40B4-BE49-F238E27FC236}">
                <a16:creationId xmlns:a16="http://schemas.microsoft.com/office/drawing/2014/main" id="{B34C85C3-7748-46EF-B946-DC28DA60E776}"/>
              </a:ext>
            </a:extLst>
          </p:cNvPr>
          <p:cNvSpPr>
            <a:spLocks noGrp="1"/>
          </p:cNvSpPr>
          <p:nvPr>
            <p:ph type="subTitle" idx="3"/>
          </p:nvPr>
        </p:nvSpPr>
        <p:spPr>
          <a:xfrm>
            <a:off x="720000" y="1985123"/>
            <a:ext cx="2530800" cy="458700"/>
          </a:xfrm>
          <a:prstGeom prst="rect">
            <a:avLst/>
          </a:prstGeom>
          <a:ln>
            <a:noFill/>
          </a:ln>
        </p:spPr>
        <p:txBody>
          <a:bodyPr spcFirstLastPara="1" wrap="square" lIns="91425" tIns="91425" rIns="91425" bIns="91425" anchor="t">
            <a:noAutofit/>
          </a:bodyPr>
          <a:lstStyle>
            <a:lvl1pPr>
              <a:lnSpc>
                <a:spcPct val="100000"/>
              </a:lnSpc>
              <a:spcBef>
                <a:spcPts val="0"/>
              </a:spcBef>
              <a:spcAft>
                <a:spcPts val="0"/>
              </a:spcAft>
              <a:buClr>
                <a:schemeClr val="dk1"/>
              </a:buClr>
              <a:buSzPts val="2400"/>
              <a:buFont typeface="Prata"/>
              <a:buNone/>
              <a:defRPr sz="1800" b="1">
                <a:solidFill>
                  <a:schemeClr val="dk1"/>
                </a:solidFill>
                <a:latin typeface="Prata"/>
                <a:ea typeface="Prata"/>
                <a:cs typeface="Prata"/>
              </a:defRPr>
            </a:lvl1pPr>
            <a:lvl2pPr>
              <a:lnSpc>
                <a:spcPct val="100000"/>
              </a:lnSpc>
              <a:spcBef>
                <a:spcPts val="0"/>
              </a:spcBef>
              <a:spcAft>
                <a:spcPts val="0"/>
              </a:spcAft>
              <a:buClr>
                <a:schemeClr val="dk1"/>
              </a:buClr>
              <a:buSzPts val="2400"/>
              <a:buFont typeface="Prata"/>
              <a:buNone/>
              <a:defRPr sz="2400" b="1">
                <a:solidFill>
                  <a:schemeClr val="dk1"/>
                </a:solidFill>
                <a:latin typeface="Prata"/>
                <a:ea typeface="Prata"/>
                <a:cs typeface="Prata"/>
              </a:defRPr>
            </a:lvl2pPr>
            <a:lvl3pPr>
              <a:lnSpc>
                <a:spcPct val="100000"/>
              </a:lnSpc>
              <a:spcBef>
                <a:spcPts val="0"/>
              </a:spcBef>
              <a:spcAft>
                <a:spcPts val="0"/>
              </a:spcAft>
              <a:buClr>
                <a:schemeClr val="dk1"/>
              </a:buClr>
              <a:buSzPts val="2400"/>
              <a:buFont typeface="Prata"/>
              <a:buNone/>
              <a:defRPr sz="2400" b="1">
                <a:solidFill>
                  <a:schemeClr val="dk1"/>
                </a:solidFill>
                <a:latin typeface="Prata"/>
                <a:ea typeface="Prata"/>
                <a:cs typeface="Prata"/>
              </a:defRPr>
            </a:lvl3pPr>
            <a:lvl4pPr>
              <a:lnSpc>
                <a:spcPct val="100000"/>
              </a:lnSpc>
              <a:spcBef>
                <a:spcPts val="0"/>
              </a:spcBef>
              <a:spcAft>
                <a:spcPts val="0"/>
              </a:spcAft>
              <a:buClr>
                <a:schemeClr val="dk1"/>
              </a:buClr>
              <a:buSzPts val="2400"/>
              <a:buFont typeface="Prata"/>
              <a:buNone/>
              <a:defRPr sz="2400" b="1">
                <a:solidFill>
                  <a:schemeClr val="dk1"/>
                </a:solidFill>
                <a:latin typeface="Prata"/>
                <a:ea typeface="Prata"/>
                <a:cs typeface="Prata"/>
              </a:defRPr>
            </a:lvl4pPr>
            <a:lvl5pPr>
              <a:lnSpc>
                <a:spcPct val="100000"/>
              </a:lnSpc>
              <a:spcBef>
                <a:spcPts val="0"/>
              </a:spcBef>
              <a:spcAft>
                <a:spcPts val="0"/>
              </a:spcAft>
              <a:buClr>
                <a:schemeClr val="dk1"/>
              </a:buClr>
              <a:buSzPts val="2400"/>
              <a:buFont typeface="Prata"/>
              <a:buNone/>
              <a:defRPr sz="2400" b="1">
                <a:solidFill>
                  <a:schemeClr val="dk1"/>
                </a:solidFill>
                <a:latin typeface="Prata"/>
                <a:ea typeface="Prata"/>
                <a:cs typeface="Prata"/>
              </a:defRPr>
            </a:lvl5pPr>
            <a:lvl6pPr>
              <a:lnSpc>
                <a:spcPct val="100000"/>
              </a:lnSpc>
              <a:spcBef>
                <a:spcPts val="0"/>
              </a:spcBef>
              <a:spcAft>
                <a:spcPts val="0"/>
              </a:spcAft>
              <a:buClr>
                <a:schemeClr val="dk1"/>
              </a:buClr>
              <a:buSzPts val="2400"/>
              <a:buFont typeface="Prata"/>
              <a:buNone/>
              <a:defRPr sz="2400" b="1">
                <a:solidFill>
                  <a:schemeClr val="dk1"/>
                </a:solidFill>
                <a:latin typeface="Prata"/>
                <a:ea typeface="Prata"/>
                <a:cs typeface="Prata"/>
              </a:defRPr>
            </a:lvl6pPr>
            <a:lvl7pPr>
              <a:lnSpc>
                <a:spcPct val="100000"/>
              </a:lnSpc>
              <a:spcBef>
                <a:spcPts val="0"/>
              </a:spcBef>
              <a:spcAft>
                <a:spcPts val="0"/>
              </a:spcAft>
              <a:buClr>
                <a:schemeClr val="dk1"/>
              </a:buClr>
              <a:buSzPts val="2400"/>
              <a:buFont typeface="Prata"/>
              <a:buNone/>
              <a:defRPr sz="2400" b="1">
                <a:solidFill>
                  <a:schemeClr val="dk1"/>
                </a:solidFill>
                <a:latin typeface="Prata"/>
                <a:ea typeface="Prata"/>
                <a:cs typeface="Prata"/>
              </a:defRPr>
            </a:lvl7pPr>
            <a:lvl8pPr>
              <a:lnSpc>
                <a:spcPct val="100000"/>
              </a:lnSpc>
              <a:spcBef>
                <a:spcPts val="0"/>
              </a:spcBef>
              <a:spcAft>
                <a:spcPts val="0"/>
              </a:spcAft>
              <a:buClr>
                <a:schemeClr val="dk1"/>
              </a:buClr>
              <a:buSzPts val="2400"/>
              <a:buFont typeface="Prata"/>
              <a:buNone/>
              <a:defRPr sz="2400" b="1">
                <a:solidFill>
                  <a:schemeClr val="dk1"/>
                </a:solidFill>
                <a:latin typeface="Prata"/>
                <a:ea typeface="Prata"/>
                <a:cs typeface="Prata"/>
              </a:defRPr>
            </a:lvl8pPr>
            <a:lvl9pPr>
              <a:lnSpc>
                <a:spcPct val="100000"/>
              </a:lnSpc>
              <a:spcBef>
                <a:spcPts val="0"/>
              </a:spcBef>
              <a:spcAft>
                <a:spcPts val="0"/>
              </a:spcAft>
              <a:buClr>
                <a:schemeClr val="dk1"/>
              </a:buClr>
              <a:buSzPts val="2400"/>
              <a:buFont typeface="Prata"/>
              <a:buNone/>
              <a:defRPr sz="2400" b="1">
                <a:solidFill>
                  <a:schemeClr val="dk1"/>
                </a:solidFill>
                <a:latin typeface="Prata"/>
                <a:ea typeface="Prata"/>
                <a:cs typeface="Prata"/>
              </a:defRPr>
            </a:lvl9pPr>
          </a:lstStyle>
          <a:p>
            <a:endParaRPr/>
          </a:p>
        </p:txBody>
      </p:sp>
      <p:sp>
        <p:nvSpPr>
          <p:cNvPr id="151" name="Google Shape;151;p17">
            <a:extLst>
              <a:ext uri="{FF2B5EF4-FFF2-40B4-BE49-F238E27FC236}">
                <a16:creationId xmlns:a16="http://schemas.microsoft.com/office/drawing/2014/main" id="{501F190D-EBE4-4A74-8298-FA67644C42C5}"/>
              </a:ext>
            </a:extLst>
          </p:cNvPr>
          <p:cNvSpPr>
            <a:spLocks noGrp="1"/>
          </p:cNvSpPr>
          <p:nvPr>
            <p:ph type="subTitle" idx="4"/>
          </p:nvPr>
        </p:nvSpPr>
        <p:spPr>
          <a:xfrm>
            <a:off x="5898088" y="1172725"/>
            <a:ext cx="2530800" cy="888600"/>
          </a:xfrm>
          <a:prstGeom prst="rect">
            <a:avLst/>
          </a:prstGeom>
        </p:spPr>
        <p:txBody>
          <a:bodyPr spcFirstLastPara="1" wrap="square" lIns="91425" tIns="91425" rIns="91425" bIns="91425" anchor="b">
            <a:noAutofit/>
          </a:bodyPr>
          <a:lstStyle>
            <a:lvl1pPr>
              <a:lnSpc>
                <a:spcPct val="100000"/>
              </a:lnSpc>
              <a:spcBef>
                <a:spcPts val="0"/>
              </a:spcBef>
              <a:spcAft>
                <a:spcPts val="0"/>
              </a:spcAft>
              <a:buSzPts val="1400"/>
              <a:buNone/>
              <a:defRPr i="1"/>
            </a:lvl1pPr>
            <a:lvl2pPr algn="ctr">
              <a:lnSpc>
                <a:spcPct val="100000"/>
              </a:lnSpc>
              <a:spcBef>
                <a:spcPts val="0"/>
              </a:spcBef>
              <a:spcAft>
                <a:spcPts val="0"/>
              </a:spcAft>
              <a:buSzPts val="1200"/>
              <a:buNone/>
              <a:defRPr/>
            </a:lvl2pPr>
            <a:lvl3pPr algn="ctr">
              <a:lnSpc>
                <a:spcPct val="100000"/>
              </a:lnSpc>
              <a:spcBef>
                <a:spcPts val="0"/>
              </a:spcBef>
              <a:spcAft>
                <a:spcPts val="0"/>
              </a:spcAft>
              <a:buSzPts val="1200"/>
              <a:buNone/>
              <a:defRPr/>
            </a:lvl3pPr>
            <a:lvl4pPr algn="ctr">
              <a:lnSpc>
                <a:spcPct val="100000"/>
              </a:lnSpc>
              <a:spcBef>
                <a:spcPts val="0"/>
              </a:spcBef>
              <a:spcAft>
                <a:spcPts val="0"/>
              </a:spcAft>
              <a:buSzPts val="1200"/>
              <a:buNone/>
              <a:defRPr/>
            </a:lvl4pPr>
            <a:lvl5pPr algn="ctr">
              <a:lnSpc>
                <a:spcPct val="100000"/>
              </a:lnSpc>
              <a:spcBef>
                <a:spcPts val="0"/>
              </a:spcBef>
              <a:spcAft>
                <a:spcPts val="0"/>
              </a:spcAft>
              <a:buSzPts val="1200"/>
              <a:buNone/>
              <a:defRPr/>
            </a:lvl5pPr>
            <a:lvl6pPr algn="ctr">
              <a:lnSpc>
                <a:spcPct val="100000"/>
              </a:lnSpc>
              <a:spcBef>
                <a:spcPts val="0"/>
              </a:spcBef>
              <a:spcAft>
                <a:spcPts val="0"/>
              </a:spcAft>
              <a:buSzPts val="1200"/>
              <a:buNone/>
              <a:defRPr/>
            </a:lvl6pPr>
            <a:lvl7pPr algn="ctr">
              <a:lnSpc>
                <a:spcPct val="100000"/>
              </a:lnSpc>
              <a:spcBef>
                <a:spcPts val="0"/>
              </a:spcBef>
              <a:spcAft>
                <a:spcPts val="0"/>
              </a:spcAft>
              <a:buSzPts val="1200"/>
              <a:buNone/>
              <a:defRPr/>
            </a:lvl7pPr>
            <a:lvl8pPr algn="ctr">
              <a:lnSpc>
                <a:spcPct val="100000"/>
              </a:lnSpc>
              <a:spcBef>
                <a:spcPts val="0"/>
              </a:spcBef>
              <a:spcAft>
                <a:spcPts val="0"/>
              </a:spcAft>
              <a:buSzPts val="1200"/>
              <a:buNone/>
              <a:defRPr/>
            </a:lvl8pPr>
            <a:lvl9pPr algn="ctr">
              <a:lnSpc>
                <a:spcPct val="100000"/>
              </a:lnSpc>
              <a:spcBef>
                <a:spcPts val="0"/>
              </a:spcBef>
              <a:spcAft>
                <a:spcPts val="0"/>
              </a:spcAft>
              <a:buSzPts val="1200"/>
              <a:buNone/>
              <a:defRPr/>
            </a:lvl9pPr>
          </a:lstStyle>
          <a:p>
            <a:endParaRPr/>
          </a:p>
        </p:txBody>
      </p:sp>
      <p:sp>
        <p:nvSpPr>
          <p:cNvPr id="152" name="Google Shape;152;p17">
            <a:extLst>
              <a:ext uri="{FF2B5EF4-FFF2-40B4-BE49-F238E27FC236}">
                <a16:creationId xmlns:a16="http://schemas.microsoft.com/office/drawing/2014/main" id="{98388005-B4C2-4875-89C0-368128F867F6}"/>
              </a:ext>
            </a:extLst>
          </p:cNvPr>
          <p:cNvSpPr>
            <a:spLocks noGrp="1"/>
          </p:cNvSpPr>
          <p:nvPr>
            <p:ph type="subTitle" idx="5"/>
          </p:nvPr>
        </p:nvSpPr>
        <p:spPr>
          <a:xfrm>
            <a:off x="3309044" y="1172950"/>
            <a:ext cx="2530800" cy="888600"/>
          </a:xfrm>
          <a:prstGeom prst="rect">
            <a:avLst/>
          </a:prstGeom>
        </p:spPr>
        <p:txBody>
          <a:bodyPr spcFirstLastPara="1" wrap="square" lIns="91425" tIns="91425" rIns="91425" bIns="91425" anchor="b">
            <a:noAutofit/>
          </a:bodyPr>
          <a:lstStyle>
            <a:lvl1pPr>
              <a:lnSpc>
                <a:spcPct val="100000"/>
              </a:lnSpc>
              <a:spcBef>
                <a:spcPts val="0"/>
              </a:spcBef>
              <a:spcAft>
                <a:spcPts val="0"/>
              </a:spcAft>
              <a:buSzPts val="1400"/>
              <a:buNone/>
              <a:defRPr i="1"/>
            </a:lvl1pPr>
            <a:lvl2pPr algn="ctr">
              <a:lnSpc>
                <a:spcPct val="100000"/>
              </a:lnSpc>
              <a:spcBef>
                <a:spcPts val="0"/>
              </a:spcBef>
              <a:spcAft>
                <a:spcPts val="0"/>
              </a:spcAft>
              <a:buSzPts val="1200"/>
              <a:buNone/>
              <a:defRPr/>
            </a:lvl2pPr>
            <a:lvl3pPr algn="ctr">
              <a:lnSpc>
                <a:spcPct val="100000"/>
              </a:lnSpc>
              <a:spcBef>
                <a:spcPts val="0"/>
              </a:spcBef>
              <a:spcAft>
                <a:spcPts val="0"/>
              </a:spcAft>
              <a:buSzPts val="1200"/>
              <a:buNone/>
              <a:defRPr/>
            </a:lvl3pPr>
            <a:lvl4pPr algn="ctr">
              <a:lnSpc>
                <a:spcPct val="100000"/>
              </a:lnSpc>
              <a:spcBef>
                <a:spcPts val="0"/>
              </a:spcBef>
              <a:spcAft>
                <a:spcPts val="0"/>
              </a:spcAft>
              <a:buSzPts val="1200"/>
              <a:buNone/>
              <a:defRPr/>
            </a:lvl4pPr>
            <a:lvl5pPr algn="ctr">
              <a:lnSpc>
                <a:spcPct val="100000"/>
              </a:lnSpc>
              <a:spcBef>
                <a:spcPts val="0"/>
              </a:spcBef>
              <a:spcAft>
                <a:spcPts val="0"/>
              </a:spcAft>
              <a:buSzPts val="1200"/>
              <a:buNone/>
              <a:defRPr/>
            </a:lvl5pPr>
            <a:lvl6pPr algn="ctr">
              <a:lnSpc>
                <a:spcPct val="100000"/>
              </a:lnSpc>
              <a:spcBef>
                <a:spcPts val="0"/>
              </a:spcBef>
              <a:spcAft>
                <a:spcPts val="0"/>
              </a:spcAft>
              <a:buSzPts val="1200"/>
              <a:buNone/>
              <a:defRPr/>
            </a:lvl6pPr>
            <a:lvl7pPr algn="ctr">
              <a:lnSpc>
                <a:spcPct val="100000"/>
              </a:lnSpc>
              <a:spcBef>
                <a:spcPts val="0"/>
              </a:spcBef>
              <a:spcAft>
                <a:spcPts val="0"/>
              </a:spcAft>
              <a:buSzPts val="1200"/>
              <a:buNone/>
              <a:defRPr/>
            </a:lvl7pPr>
            <a:lvl8pPr algn="ctr">
              <a:lnSpc>
                <a:spcPct val="100000"/>
              </a:lnSpc>
              <a:spcBef>
                <a:spcPts val="0"/>
              </a:spcBef>
              <a:spcAft>
                <a:spcPts val="0"/>
              </a:spcAft>
              <a:buSzPts val="1200"/>
              <a:buNone/>
              <a:defRPr/>
            </a:lvl8pPr>
            <a:lvl9pPr algn="ctr">
              <a:lnSpc>
                <a:spcPct val="100000"/>
              </a:lnSpc>
              <a:spcBef>
                <a:spcPts val="0"/>
              </a:spcBef>
              <a:spcAft>
                <a:spcPts val="0"/>
              </a:spcAft>
              <a:buSzPts val="1200"/>
              <a:buNone/>
              <a:defRPr/>
            </a:lvl9pPr>
          </a:lstStyle>
          <a:p>
            <a:endParaRPr/>
          </a:p>
        </p:txBody>
      </p:sp>
      <p:sp>
        <p:nvSpPr>
          <p:cNvPr id="153" name="Google Shape;153;p17">
            <a:extLst>
              <a:ext uri="{FF2B5EF4-FFF2-40B4-BE49-F238E27FC236}">
                <a16:creationId xmlns:a16="http://schemas.microsoft.com/office/drawing/2014/main" id="{FA16DB85-042D-41C9-A6F2-C42CB4EDE797}"/>
              </a:ext>
            </a:extLst>
          </p:cNvPr>
          <p:cNvSpPr>
            <a:spLocks noGrp="1"/>
          </p:cNvSpPr>
          <p:nvPr>
            <p:ph type="subTitle" idx="6"/>
          </p:nvPr>
        </p:nvSpPr>
        <p:spPr>
          <a:xfrm>
            <a:off x="720000" y="1172800"/>
            <a:ext cx="2530800" cy="888600"/>
          </a:xfrm>
          <a:prstGeom prst="rect">
            <a:avLst/>
          </a:prstGeom>
        </p:spPr>
        <p:txBody>
          <a:bodyPr spcFirstLastPara="1" wrap="square" lIns="91425" tIns="91425" rIns="91425" bIns="91425" anchor="b">
            <a:noAutofit/>
          </a:bodyPr>
          <a:lstStyle>
            <a:lvl1pPr>
              <a:lnSpc>
                <a:spcPct val="100000"/>
              </a:lnSpc>
              <a:spcBef>
                <a:spcPts val="0"/>
              </a:spcBef>
              <a:spcAft>
                <a:spcPts val="0"/>
              </a:spcAft>
              <a:buSzPts val="1400"/>
              <a:buNone/>
              <a:defRPr i="1"/>
            </a:lvl1pPr>
            <a:lvl2pPr algn="ctr">
              <a:lnSpc>
                <a:spcPct val="100000"/>
              </a:lnSpc>
              <a:spcBef>
                <a:spcPts val="0"/>
              </a:spcBef>
              <a:spcAft>
                <a:spcPts val="0"/>
              </a:spcAft>
              <a:buSzPts val="1200"/>
              <a:buNone/>
              <a:defRPr/>
            </a:lvl2pPr>
            <a:lvl3pPr algn="ctr">
              <a:lnSpc>
                <a:spcPct val="100000"/>
              </a:lnSpc>
              <a:spcBef>
                <a:spcPts val="0"/>
              </a:spcBef>
              <a:spcAft>
                <a:spcPts val="0"/>
              </a:spcAft>
              <a:buSzPts val="1200"/>
              <a:buNone/>
              <a:defRPr/>
            </a:lvl3pPr>
            <a:lvl4pPr algn="ctr">
              <a:lnSpc>
                <a:spcPct val="100000"/>
              </a:lnSpc>
              <a:spcBef>
                <a:spcPts val="0"/>
              </a:spcBef>
              <a:spcAft>
                <a:spcPts val="0"/>
              </a:spcAft>
              <a:buSzPts val="1200"/>
              <a:buNone/>
              <a:defRPr/>
            </a:lvl4pPr>
            <a:lvl5pPr algn="ctr">
              <a:lnSpc>
                <a:spcPct val="100000"/>
              </a:lnSpc>
              <a:spcBef>
                <a:spcPts val="0"/>
              </a:spcBef>
              <a:spcAft>
                <a:spcPts val="0"/>
              </a:spcAft>
              <a:buSzPts val="1200"/>
              <a:buNone/>
              <a:defRPr/>
            </a:lvl5pPr>
            <a:lvl6pPr algn="ctr">
              <a:lnSpc>
                <a:spcPct val="100000"/>
              </a:lnSpc>
              <a:spcBef>
                <a:spcPts val="0"/>
              </a:spcBef>
              <a:spcAft>
                <a:spcPts val="0"/>
              </a:spcAft>
              <a:buSzPts val="1200"/>
              <a:buNone/>
              <a:defRPr/>
            </a:lvl6pPr>
            <a:lvl7pPr algn="ctr">
              <a:lnSpc>
                <a:spcPct val="100000"/>
              </a:lnSpc>
              <a:spcBef>
                <a:spcPts val="0"/>
              </a:spcBef>
              <a:spcAft>
                <a:spcPts val="0"/>
              </a:spcAft>
              <a:buSzPts val="1200"/>
              <a:buNone/>
              <a:defRPr/>
            </a:lvl7pPr>
            <a:lvl8pPr algn="ctr">
              <a:lnSpc>
                <a:spcPct val="100000"/>
              </a:lnSpc>
              <a:spcBef>
                <a:spcPts val="0"/>
              </a:spcBef>
              <a:spcAft>
                <a:spcPts val="0"/>
              </a:spcAft>
              <a:buSzPts val="1200"/>
              <a:buNone/>
              <a:defRPr/>
            </a:lvl8pPr>
            <a:lvl9pPr algn="ctr">
              <a:lnSpc>
                <a:spcPct val="100000"/>
              </a:lnSpc>
              <a:spcBef>
                <a:spcPts val="0"/>
              </a:spcBef>
              <a:spcAft>
                <a:spcPts val="0"/>
              </a:spcAft>
              <a:buSzPts val="1200"/>
              <a:buNone/>
              <a:defRPr/>
            </a:lvl9pPr>
          </a:lstStyle>
          <a:p>
            <a:endParaRPr/>
          </a:p>
        </p:txBody>
      </p:sp>
      <p:pic>
        <p:nvPicPr>
          <p:cNvPr id="155" name="Google Shape;155;p17">
            <a:extLst>
              <a:ext uri="{FF2B5EF4-FFF2-40B4-BE49-F238E27FC236}">
                <a16:creationId xmlns:a16="http://schemas.microsoft.com/office/drawing/2014/main" id="{3B7C4946-A388-40E4-BDC1-27A087886C15}"/>
              </a:ext>
            </a:extLst>
          </p:cNvPr>
          <p:cNvPicPr>
            <a:picLocks noChangeAspect="1"/>
          </p:cNvPicPr>
          <p:nvPr/>
        </p:nvPicPr>
        <p:blipFill rotWithShape="1">
          <a:blip r:embed="rId3" cstate="screen">
            <a:alphaModFix/>
            <a:extLst>
              <a:ext uri="{28A0092B-C50C-407E-A947-70E740481C1C}">
                <a14:useLocalDpi xmlns:a14="http://schemas.microsoft.com/office/drawing/2010/main"/>
              </a:ext>
            </a:extLst>
          </a:blip>
          <a:srcRect l="60" r="50"/>
          <a:stretch/>
        </p:blipFill>
        <p:spPr>
          <a:xfrm rot="-33">
            <a:off x="7343042" y="-351579"/>
            <a:ext cx="1635291" cy="743707"/>
          </a:xfrm>
          <a:prstGeom prst="rect">
            <a:avLst/>
          </a:prstGeom>
          <a:ln>
            <a:noFill/>
          </a:ln>
        </p:spPr>
      </p:pic>
      <p:pic>
        <p:nvPicPr>
          <p:cNvPr id="156" name="Google Shape;156;p17">
            <a:extLst>
              <a:ext uri="{FF2B5EF4-FFF2-40B4-BE49-F238E27FC236}">
                <a16:creationId xmlns:a16="http://schemas.microsoft.com/office/drawing/2014/main" id="{B9875A0D-9645-49C0-B934-7154203DE99A}"/>
              </a:ext>
            </a:extLst>
          </p:cNvPr>
          <p:cNvPicPr>
            <a:picLocks noChangeAspect="1"/>
          </p:cNvPicPr>
          <p:nvPr/>
        </p:nvPicPr>
        <p:blipFill>
          <a:blip r:embed="rId4" cstate="screen">
            <a:alphaModFix/>
            <a:extLst>
              <a:ext uri="{28A0092B-C50C-407E-A947-70E740481C1C}">
                <a14:useLocalDpi xmlns:a14="http://schemas.microsoft.com/office/drawing/2010/main"/>
              </a:ext>
            </a:extLst>
          </a:blip>
          <a:stretch>
            <a:fillRect/>
          </a:stretch>
        </p:blipFill>
        <p:spPr>
          <a:xfrm rot="-1320648">
            <a:off x="8531903" y="521450"/>
            <a:ext cx="534968" cy="653726"/>
          </a:xfrm>
          <a:prstGeom prst="rect">
            <a:avLst/>
          </a:prstGeom>
          <a:ln>
            <a:noFill/>
          </a:ln>
        </p:spPr>
      </p:pic>
      <p:sp>
        <p:nvSpPr>
          <p:cNvPr id="157" name="Google Shape;157;p17">
            <a:extLst>
              <a:ext uri="{FF2B5EF4-FFF2-40B4-BE49-F238E27FC236}">
                <a16:creationId xmlns:a16="http://schemas.microsoft.com/office/drawing/2014/main" id="{1AB8E1AD-7536-42D0-A678-7B149C5DAE98}"/>
              </a:ext>
            </a:extLst>
          </p:cNvPr>
          <p:cNvSpPr>
            <a:spLocks noGrp="1"/>
          </p:cNvSpPr>
          <p:nvPr>
            <p:ph type="pic" idx="7"/>
          </p:nvPr>
        </p:nvSpPr>
        <p:spPr>
          <a:xfrm>
            <a:off x="720000" y="2522700"/>
            <a:ext cx="2530800" cy="2620800"/>
          </a:xfrm>
          <a:prstGeom prst="rect">
            <a:avLst/>
          </a:prstGeom>
          <a:noFill/>
          <a:ln>
            <a:noFill/>
          </a:ln>
        </p:spPr>
      </p:sp>
      <p:sp>
        <p:nvSpPr>
          <p:cNvPr id="158" name="Google Shape;158;p17">
            <a:extLst>
              <a:ext uri="{FF2B5EF4-FFF2-40B4-BE49-F238E27FC236}">
                <a16:creationId xmlns:a16="http://schemas.microsoft.com/office/drawing/2014/main" id="{BC3FC081-B3CA-46EE-9FAA-089AFD3418E2}"/>
              </a:ext>
            </a:extLst>
          </p:cNvPr>
          <p:cNvSpPr>
            <a:spLocks noGrp="1"/>
          </p:cNvSpPr>
          <p:nvPr>
            <p:ph type="pic" idx="8"/>
          </p:nvPr>
        </p:nvSpPr>
        <p:spPr>
          <a:xfrm>
            <a:off x="3306600" y="2522700"/>
            <a:ext cx="2530800" cy="2620800"/>
          </a:xfrm>
          <a:prstGeom prst="rect">
            <a:avLst/>
          </a:prstGeom>
          <a:noFill/>
          <a:ln>
            <a:noFill/>
          </a:ln>
        </p:spPr>
      </p:sp>
      <p:sp>
        <p:nvSpPr>
          <p:cNvPr id="159" name="Google Shape;159;p17">
            <a:extLst>
              <a:ext uri="{FF2B5EF4-FFF2-40B4-BE49-F238E27FC236}">
                <a16:creationId xmlns:a16="http://schemas.microsoft.com/office/drawing/2014/main" id="{28DC7602-7E7B-4B21-9D09-D8635DB98537}"/>
              </a:ext>
            </a:extLst>
          </p:cNvPr>
          <p:cNvSpPr>
            <a:spLocks noGrp="1"/>
          </p:cNvSpPr>
          <p:nvPr>
            <p:ph type="pic" idx="9"/>
          </p:nvPr>
        </p:nvSpPr>
        <p:spPr>
          <a:xfrm>
            <a:off x="5893200" y="2522700"/>
            <a:ext cx="2530800" cy="2620800"/>
          </a:xfrm>
          <a:prstGeom prst="rect">
            <a:avLst/>
          </a:prstGeom>
          <a:noFill/>
          <a:ln>
            <a:noFill/>
          </a:ln>
        </p:spPr>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and four columns">
  <p:cSld name="BLANK_1_1_1_1">
    <p:spTree>
      <p:nvGrpSpPr>
        <p:cNvPr id="1" name=""/>
        <p:cNvGrpSpPr/>
        <p:nvPr/>
      </p:nvGrpSpPr>
      <p:grpSpPr>
        <a:xfrm>
          <a:off x="0" y="0"/>
          <a:ext cx="0" cy="0"/>
          <a:chOff x="0" y="0"/>
          <a:chExt cx="0" cy="0"/>
        </a:xfrm>
      </p:grpSpPr>
      <p:pic>
        <p:nvPicPr>
          <p:cNvPr id="161" name="Google Shape;161;p18">
            <a:extLst>
              <a:ext uri="{FF2B5EF4-FFF2-40B4-BE49-F238E27FC236}">
                <a16:creationId xmlns:a16="http://schemas.microsoft.com/office/drawing/2014/main" id="{430A036D-59F1-4A1C-A611-B31E24A57959}"/>
              </a:ext>
            </a:extLst>
          </p:cNvPr>
          <p:cNvPicPr>
            <a:picLocks noChangeAspect="1"/>
          </p:cNvPicPr>
          <p:nvPr/>
        </p:nvPicPr>
        <p:blipFill rotWithShape="1">
          <a:blip r:embed="rId2" cstate="screen">
            <a:alphaModFix/>
            <a:extLst>
              <a:ext uri="{28A0092B-C50C-407E-A947-70E740481C1C}">
                <a14:useLocalDpi xmlns:a14="http://schemas.microsoft.com/office/drawing/2010/main"/>
              </a:ext>
            </a:extLst>
          </a:blip>
          <a:srcRect/>
          <a:stretch/>
        </p:blipFill>
        <p:spPr>
          <a:xfrm>
            <a:off x="0" y="0"/>
            <a:ext cx="9144000" cy="5143500"/>
          </a:xfrm>
          <a:prstGeom prst="rect">
            <a:avLst/>
          </a:prstGeom>
          <a:ln>
            <a:noFill/>
          </a:ln>
        </p:spPr>
      </p:pic>
      <p:sp>
        <p:nvSpPr>
          <p:cNvPr id="162" name="Google Shape;162;p18">
            <a:extLst>
              <a:ext uri="{FF2B5EF4-FFF2-40B4-BE49-F238E27FC236}">
                <a16:creationId xmlns:a16="http://schemas.microsoft.com/office/drawing/2014/main" id="{19AFD449-B6E1-4CFA-BDE6-E78BBD616CAE}"/>
              </a:ext>
            </a:extLst>
          </p:cNvPr>
          <p:cNvSpPr>
            <a:spLocks noGrp="1"/>
          </p:cNvSpPr>
          <p:nvPr>
            <p:ph type="title"/>
          </p:nvPr>
        </p:nvSpPr>
        <p:spPr>
          <a:xfrm>
            <a:off x="720000" y="445025"/>
            <a:ext cx="7704000" cy="572700"/>
          </a:xfrm>
          <a:prstGeom prst="rect">
            <a:avLst/>
          </a:prstGeom>
        </p:spPr>
        <p:txBody>
          <a:bodyPr spcFirstLastPara="1" wrap="square" lIns="91425" tIns="91425" rIns="91425" bIns="91425" anchor="t">
            <a:noAutofit/>
          </a:bodyPr>
          <a:lstStyle>
            <a:lvl1pPr>
              <a:spcBef>
                <a:spcPts val="0"/>
              </a:spcBef>
              <a:spcAft>
                <a:spcPts val="0"/>
              </a:spcAft>
              <a:buSzPts val="3000"/>
              <a:buNone/>
              <a:defRPr/>
            </a:lvl1pPr>
            <a:lvl2pPr>
              <a:spcBef>
                <a:spcPts val="0"/>
              </a:spcBef>
              <a:spcAft>
                <a:spcPts val="0"/>
              </a:spcAft>
              <a:buSzPts val="3000"/>
              <a:buNone/>
              <a:defRPr/>
            </a:lvl2pPr>
            <a:lvl3pPr>
              <a:spcBef>
                <a:spcPts val="0"/>
              </a:spcBef>
              <a:spcAft>
                <a:spcPts val="0"/>
              </a:spcAft>
              <a:buSzPts val="3000"/>
              <a:buNone/>
              <a:defRPr/>
            </a:lvl3pPr>
            <a:lvl4pPr>
              <a:spcBef>
                <a:spcPts val="0"/>
              </a:spcBef>
              <a:spcAft>
                <a:spcPts val="0"/>
              </a:spcAft>
              <a:buSzPts val="3000"/>
              <a:buNone/>
              <a:defRPr/>
            </a:lvl4pPr>
            <a:lvl5pPr>
              <a:spcBef>
                <a:spcPts val="0"/>
              </a:spcBef>
              <a:spcAft>
                <a:spcPts val="0"/>
              </a:spcAft>
              <a:buSzPts val="3000"/>
              <a:buNone/>
              <a:defRPr/>
            </a:lvl5pPr>
            <a:lvl6pPr>
              <a:spcBef>
                <a:spcPts val="0"/>
              </a:spcBef>
              <a:spcAft>
                <a:spcPts val="0"/>
              </a:spcAft>
              <a:buSzPts val="3000"/>
              <a:buNone/>
              <a:defRPr/>
            </a:lvl6pPr>
            <a:lvl7pPr>
              <a:spcBef>
                <a:spcPts val="0"/>
              </a:spcBef>
              <a:spcAft>
                <a:spcPts val="0"/>
              </a:spcAft>
              <a:buSzPts val="3000"/>
              <a:buNone/>
              <a:defRPr/>
            </a:lvl7pPr>
            <a:lvl8pPr>
              <a:spcBef>
                <a:spcPts val="0"/>
              </a:spcBef>
              <a:spcAft>
                <a:spcPts val="0"/>
              </a:spcAft>
              <a:buSzPts val="3000"/>
              <a:buNone/>
              <a:defRPr/>
            </a:lvl8pPr>
            <a:lvl9pPr>
              <a:spcBef>
                <a:spcPts val="0"/>
              </a:spcBef>
              <a:spcAft>
                <a:spcPts val="0"/>
              </a:spcAft>
              <a:buSzPts val="3000"/>
              <a:buNone/>
              <a:defRPr/>
            </a:lvl9pPr>
          </a:lstStyle>
          <a:p>
            <a:endParaRPr/>
          </a:p>
        </p:txBody>
      </p:sp>
      <p:sp>
        <p:nvSpPr>
          <p:cNvPr id="163" name="Google Shape;163;p18">
            <a:extLst>
              <a:ext uri="{FF2B5EF4-FFF2-40B4-BE49-F238E27FC236}">
                <a16:creationId xmlns:a16="http://schemas.microsoft.com/office/drawing/2014/main" id="{FEC3EECC-0740-42CA-8B53-16D82E7A994A}"/>
              </a:ext>
            </a:extLst>
          </p:cNvPr>
          <p:cNvSpPr>
            <a:spLocks noGrp="1"/>
          </p:cNvSpPr>
          <p:nvPr>
            <p:ph type="subTitle" idx="1"/>
          </p:nvPr>
        </p:nvSpPr>
        <p:spPr>
          <a:xfrm>
            <a:off x="1022063" y="2041922"/>
            <a:ext cx="3549900" cy="470100"/>
          </a:xfrm>
          <a:prstGeom prst="rect">
            <a:avLst/>
          </a:prstGeom>
          <a:ln>
            <a:noFill/>
          </a:ln>
        </p:spPr>
        <p:txBody>
          <a:bodyPr spcFirstLastPara="1" wrap="square" lIns="91425" tIns="91425" rIns="91425" bIns="91425" anchor="b">
            <a:noAutofit/>
          </a:bodyPr>
          <a:lstStyle>
            <a:lvl1pPr>
              <a:lnSpc>
                <a:spcPct val="100000"/>
              </a:lnSpc>
              <a:spcBef>
                <a:spcPts val="0"/>
              </a:spcBef>
              <a:spcAft>
                <a:spcPts val="0"/>
              </a:spcAft>
              <a:buClr>
                <a:schemeClr val="dk1"/>
              </a:buClr>
              <a:buSzPts val="2400"/>
              <a:buFont typeface="Prata"/>
              <a:buNone/>
              <a:defRPr sz="1800" b="1">
                <a:solidFill>
                  <a:schemeClr val="dk1"/>
                </a:solidFill>
                <a:latin typeface="Prata"/>
                <a:ea typeface="Prata"/>
                <a:cs typeface="Prata"/>
              </a:defRPr>
            </a:lvl1pPr>
            <a:lvl2pPr algn="ctr">
              <a:lnSpc>
                <a:spcPct val="100000"/>
              </a:lnSpc>
              <a:spcBef>
                <a:spcPts val="0"/>
              </a:spcBef>
              <a:spcAft>
                <a:spcPts val="0"/>
              </a:spcAft>
              <a:buClr>
                <a:schemeClr val="dk1"/>
              </a:buClr>
              <a:buSzPts val="2400"/>
              <a:buFont typeface="Prata"/>
              <a:buNone/>
              <a:defRPr sz="2400">
                <a:solidFill>
                  <a:schemeClr val="dk1"/>
                </a:solidFill>
                <a:latin typeface="Prata"/>
                <a:ea typeface="Prata"/>
                <a:cs typeface="Prata"/>
              </a:defRPr>
            </a:lvl2pPr>
            <a:lvl3pPr algn="ctr">
              <a:lnSpc>
                <a:spcPct val="100000"/>
              </a:lnSpc>
              <a:spcBef>
                <a:spcPts val="0"/>
              </a:spcBef>
              <a:spcAft>
                <a:spcPts val="0"/>
              </a:spcAft>
              <a:buClr>
                <a:schemeClr val="dk1"/>
              </a:buClr>
              <a:buSzPts val="2400"/>
              <a:buFont typeface="Prata"/>
              <a:buNone/>
              <a:defRPr sz="2400">
                <a:solidFill>
                  <a:schemeClr val="dk1"/>
                </a:solidFill>
                <a:latin typeface="Prata"/>
                <a:ea typeface="Prata"/>
                <a:cs typeface="Prata"/>
              </a:defRPr>
            </a:lvl3pPr>
            <a:lvl4pPr algn="ctr">
              <a:lnSpc>
                <a:spcPct val="100000"/>
              </a:lnSpc>
              <a:spcBef>
                <a:spcPts val="0"/>
              </a:spcBef>
              <a:spcAft>
                <a:spcPts val="0"/>
              </a:spcAft>
              <a:buClr>
                <a:schemeClr val="dk1"/>
              </a:buClr>
              <a:buSzPts val="2400"/>
              <a:buFont typeface="Prata"/>
              <a:buNone/>
              <a:defRPr sz="2400">
                <a:solidFill>
                  <a:schemeClr val="dk1"/>
                </a:solidFill>
                <a:latin typeface="Prata"/>
                <a:ea typeface="Prata"/>
                <a:cs typeface="Prata"/>
              </a:defRPr>
            </a:lvl4pPr>
            <a:lvl5pPr algn="ctr">
              <a:lnSpc>
                <a:spcPct val="100000"/>
              </a:lnSpc>
              <a:spcBef>
                <a:spcPts val="0"/>
              </a:spcBef>
              <a:spcAft>
                <a:spcPts val="0"/>
              </a:spcAft>
              <a:buClr>
                <a:schemeClr val="dk1"/>
              </a:buClr>
              <a:buSzPts val="2400"/>
              <a:buFont typeface="Prata"/>
              <a:buNone/>
              <a:defRPr sz="2400">
                <a:solidFill>
                  <a:schemeClr val="dk1"/>
                </a:solidFill>
                <a:latin typeface="Prata"/>
                <a:ea typeface="Prata"/>
                <a:cs typeface="Prata"/>
              </a:defRPr>
            </a:lvl5pPr>
            <a:lvl6pPr algn="ctr">
              <a:lnSpc>
                <a:spcPct val="100000"/>
              </a:lnSpc>
              <a:spcBef>
                <a:spcPts val="0"/>
              </a:spcBef>
              <a:spcAft>
                <a:spcPts val="0"/>
              </a:spcAft>
              <a:buClr>
                <a:schemeClr val="dk1"/>
              </a:buClr>
              <a:buSzPts val="2400"/>
              <a:buFont typeface="Prata"/>
              <a:buNone/>
              <a:defRPr sz="2400">
                <a:solidFill>
                  <a:schemeClr val="dk1"/>
                </a:solidFill>
                <a:latin typeface="Prata"/>
                <a:ea typeface="Prata"/>
                <a:cs typeface="Prata"/>
              </a:defRPr>
            </a:lvl6pPr>
            <a:lvl7pPr algn="ctr">
              <a:lnSpc>
                <a:spcPct val="100000"/>
              </a:lnSpc>
              <a:spcBef>
                <a:spcPts val="0"/>
              </a:spcBef>
              <a:spcAft>
                <a:spcPts val="0"/>
              </a:spcAft>
              <a:buClr>
                <a:schemeClr val="dk1"/>
              </a:buClr>
              <a:buSzPts val="2400"/>
              <a:buFont typeface="Prata"/>
              <a:buNone/>
              <a:defRPr sz="2400">
                <a:solidFill>
                  <a:schemeClr val="dk1"/>
                </a:solidFill>
                <a:latin typeface="Prata"/>
                <a:ea typeface="Prata"/>
                <a:cs typeface="Prata"/>
              </a:defRPr>
            </a:lvl7pPr>
            <a:lvl8pPr algn="ctr">
              <a:lnSpc>
                <a:spcPct val="100000"/>
              </a:lnSpc>
              <a:spcBef>
                <a:spcPts val="0"/>
              </a:spcBef>
              <a:spcAft>
                <a:spcPts val="0"/>
              </a:spcAft>
              <a:buClr>
                <a:schemeClr val="dk1"/>
              </a:buClr>
              <a:buSzPts val="2400"/>
              <a:buFont typeface="Prata"/>
              <a:buNone/>
              <a:defRPr sz="2400">
                <a:solidFill>
                  <a:schemeClr val="dk1"/>
                </a:solidFill>
                <a:latin typeface="Prata"/>
                <a:ea typeface="Prata"/>
                <a:cs typeface="Prata"/>
              </a:defRPr>
            </a:lvl8pPr>
            <a:lvl9pPr algn="ctr">
              <a:lnSpc>
                <a:spcPct val="100000"/>
              </a:lnSpc>
              <a:spcBef>
                <a:spcPts val="0"/>
              </a:spcBef>
              <a:spcAft>
                <a:spcPts val="0"/>
              </a:spcAft>
              <a:buClr>
                <a:schemeClr val="dk1"/>
              </a:buClr>
              <a:buSzPts val="2400"/>
              <a:buFont typeface="Prata"/>
              <a:buNone/>
              <a:defRPr sz="2400">
                <a:solidFill>
                  <a:schemeClr val="dk1"/>
                </a:solidFill>
                <a:latin typeface="Prata"/>
                <a:ea typeface="Prata"/>
                <a:cs typeface="Prata"/>
              </a:defRPr>
            </a:lvl9pPr>
          </a:lstStyle>
          <a:p>
            <a:endParaRPr/>
          </a:p>
        </p:txBody>
      </p:sp>
      <p:sp>
        <p:nvSpPr>
          <p:cNvPr id="164" name="Google Shape;164;p18">
            <a:extLst>
              <a:ext uri="{FF2B5EF4-FFF2-40B4-BE49-F238E27FC236}">
                <a16:creationId xmlns:a16="http://schemas.microsoft.com/office/drawing/2014/main" id="{5DB7412E-64BA-489E-904A-FE13FB7607C2}"/>
              </a:ext>
            </a:extLst>
          </p:cNvPr>
          <p:cNvSpPr>
            <a:spLocks noGrp="1"/>
          </p:cNvSpPr>
          <p:nvPr>
            <p:ph type="subTitle" idx="2"/>
          </p:nvPr>
        </p:nvSpPr>
        <p:spPr>
          <a:xfrm>
            <a:off x="1022063" y="2427800"/>
            <a:ext cx="3549900" cy="845400"/>
          </a:xfrm>
          <a:prstGeom prst="rect">
            <a:avLst/>
          </a:prstGeom>
          <a:ln>
            <a:noFill/>
          </a:ln>
        </p:spPr>
        <p:txBody>
          <a:bodyPr spcFirstLastPara="1" wrap="square" lIns="91425" tIns="91425" rIns="91425" bIns="91425" anchor="t">
            <a:noAutofit/>
          </a:bodyPr>
          <a:lstStyle>
            <a:lvl1pPr>
              <a:lnSpc>
                <a:spcPct val="100000"/>
              </a:lnSpc>
              <a:spcBef>
                <a:spcPts val="0"/>
              </a:spcBef>
              <a:spcAft>
                <a:spcPts val="0"/>
              </a:spcAft>
              <a:buSzPts val="1400"/>
              <a:buNone/>
              <a:defRPr/>
            </a:lvl1pPr>
            <a:lvl2pPr algn="ctr">
              <a:lnSpc>
                <a:spcPct val="100000"/>
              </a:lnSpc>
              <a:spcBef>
                <a:spcPts val="0"/>
              </a:spcBef>
              <a:spcAft>
                <a:spcPts val="0"/>
              </a:spcAft>
              <a:buSzPts val="1200"/>
              <a:buNone/>
              <a:defRPr/>
            </a:lvl2pPr>
            <a:lvl3pPr algn="ctr">
              <a:lnSpc>
                <a:spcPct val="100000"/>
              </a:lnSpc>
              <a:spcBef>
                <a:spcPts val="0"/>
              </a:spcBef>
              <a:spcAft>
                <a:spcPts val="0"/>
              </a:spcAft>
              <a:buSzPts val="1200"/>
              <a:buNone/>
              <a:defRPr/>
            </a:lvl3pPr>
            <a:lvl4pPr algn="ctr">
              <a:lnSpc>
                <a:spcPct val="100000"/>
              </a:lnSpc>
              <a:spcBef>
                <a:spcPts val="0"/>
              </a:spcBef>
              <a:spcAft>
                <a:spcPts val="0"/>
              </a:spcAft>
              <a:buSzPts val="1200"/>
              <a:buNone/>
              <a:defRPr/>
            </a:lvl4pPr>
            <a:lvl5pPr algn="ctr">
              <a:lnSpc>
                <a:spcPct val="100000"/>
              </a:lnSpc>
              <a:spcBef>
                <a:spcPts val="0"/>
              </a:spcBef>
              <a:spcAft>
                <a:spcPts val="0"/>
              </a:spcAft>
              <a:buSzPts val="1200"/>
              <a:buNone/>
              <a:defRPr/>
            </a:lvl5pPr>
            <a:lvl6pPr algn="ctr">
              <a:lnSpc>
                <a:spcPct val="100000"/>
              </a:lnSpc>
              <a:spcBef>
                <a:spcPts val="0"/>
              </a:spcBef>
              <a:spcAft>
                <a:spcPts val="0"/>
              </a:spcAft>
              <a:buSzPts val="1200"/>
              <a:buNone/>
              <a:defRPr/>
            </a:lvl6pPr>
            <a:lvl7pPr algn="ctr">
              <a:lnSpc>
                <a:spcPct val="100000"/>
              </a:lnSpc>
              <a:spcBef>
                <a:spcPts val="0"/>
              </a:spcBef>
              <a:spcAft>
                <a:spcPts val="0"/>
              </a:spcAft>
              <a:buSzPts val="1200"/>
              <a:buNone/>
              <a:defRPr/>
            </a:lvl7pPr>
            <a:lvl8pPr algn="ctr">
              <a:lnSpc>
                <a:spcPct val="100000"/>
              </a:lnSpc>
              <a:spcBef>
                <a:spcPts val="0"/>
              </a:spcBef>
              <a:spcAft>
                <a:spcPts val="0"/>
              </a:spcAft>
              <a:buSzPts val="1200"/>
              <a:buNone/>
              <a:defRPr/>
            </a:lvl8pPr>
            <a:lvl9pPr algn="ctr">
              <a:lnSpc>
                <a:spcPct val="100000"/>
              </a:lnSpc>
              <a:spcBef>
                <a:spcPts val="0"/>
              </a:spcBef>
              <a:spcAft>
                <a:spcPts val="0"/>
              </a:spcAft>
              <a:buSzPts val="1200"/>
              <a:buNone/>
              <a:defRPr/>
            </a:lvl9pPr>
          </a:lstStyle>
          <a:p>
            <a:endParaRPr/>
          </a:p>
        </p:txBody>
      </p:sp>
      <p:sp>
        <p:nvSpPr>
          <p:cNvPr id="165" name="Google Shape;165;p18">
            <a:extLst>
              <a:ext uri="{FF2B5EF4-FFF2-40B4-BE49-F238E27FC236}">
                <a16:creationId xmlns:a16="http://schemas.microsoft.com/office/drawing/2014/main" id="{CDD27574-A38D-4F5B-813B-957AA843902D}"/>
              </a:ext>
            </a:extLst>
          </p:cNvPr>
          <p:cNvSpPr>
            <a:spLocks noGrp="1"/>
          </p:cNvSpPr>
          <p:nvPr>
            <p:ph type="subTitle" idx="3"/>
          </p:nvPr>
        </p:nvSpPr>
        <p:spPr>
          <a:xfrm>
            <a:off x="4572040" y="2427800"/>
            <a:ext cx="3549900" cy="845400"/>
          </a:xfrm>
          <a:prstGeom prst="rect">
            <a:avLst/>
          </a:prstGeom>
          <a:ln>
            <a:noFill/>
          </a:ln>
        </p:spPr>
        <p:txBody>
          <a:bodyPr spcFirstLastPara="1" wrap="square" lIns="91425" tIns="91425" rIns="91425" bIns="91425" anchor="t">
            <a:noAutofit/>
          </a:bodyPr>
          <a:lstStyle>
            <a:lvl1pPr>
              <a:lnSpc>
                <a:spcPct val="100000"/>
              </a:lnSpc>
              <a:spcBef>
                <a:spcPts val="0"/>
              </a:spcBef>
              <a:spcAft>
                <a:spcPts val="0"/>
              </a:spcAft>
              <a:buSzPts val="1400"/>
              <a:buNone/>
              <a:defRPr/>
            </a:lvl1pPr>
            <a:lvl2pPr algn="ctr">
              <a:lnSpc>
                <a:spcPct val="100000"/>
              </a:lnSpc>
              <a:spcBef>
                <a:spcPts val="0"/>
              </a:spcBef>
              <a:spcAft>
                <a:spcPts val="0"/>
              </a:spcAft>
              <a:buSzPts val="1200"/>
              <a:buNone/>
              <a:defRPr/>
            </a:lvl2pPr>
            <a:lvl3pPr algn="ctr">
              <a:lnSpc>
                <a:spcPct val="100000"/>
              </a:lnSpc>
              <a:spcBef>
                <a:spcPts val="0"/>
              </a:spcBef>
              <a:spcAft>
                <a:spcPts val="0"/>
              </a:spcAft>
              <a:buSzPts val="1200"/>
              <a:buNone/>
              <a:defRPr/>
            </a:lvl3pPr>
            <a:lvl4pPr algn="ctr">
              <a:lnSpc>
                <a:spcPct val="100000"/>
              </a:lnSpc>
              <a:spcBef>
                <a:spcPts val="0"/>
              </a:spcBef>
              <a:spcAft>
                <a:spcPts val="0"/>
              </a:spcAft>
              <a:buSzPts val="1200"/>
              <a:buNone/>
              <a:defRPr/>
            </a:lvl4pPr>
            <a:lvl5pPr algn="ctr">
              <a:lnSpc>
                <a:spcPct val="100000"/>
              </a:lnSpc>
              <a:spcBef>
                <a:spcPts val="0"/>
              </a:spcBef>
              <a:spcAft>
                <a:spcPts val="0"/>
              </a:spcAft>
              <a:buSzPts val="1200"/>
              <a:buNone/>
              <a:defRPr/>
            </a:lvl5pPr>
            <a:lvl6pPr algn="ctr">
              <a:lnSpc>
                <a:spcPct val="100000"/>
              </a:lnSpc>
              <a:spcBef>
                <a:spcPts val="0"/>
              </a:spcBef>
              <a:spcAft>
                <a:spcPts val="0"/>
              </a:spcAft>
              <a:buSzPts val="1200"/>
              <a:buNone/>
              <a:defRPr/>
            </a:lvl6pPr>
            <a:lvl7pPr algn="ctr">
              <a:lnSpc>
                <a:spcPct val="100000"/>
              </a:lnSpc>
              <a:spcBef>
                <a:spcPts val="0"/>
              </a:spcBef>
              <a:spcAft>
                <a:spcPts val="0"/>
              </a:spcAft>
              <a:buSzPts val="1200"/>
              <a:buNone/>
              <a:defRPr/>
            </a:lvl7pPr>
            <a:lvl8pPr algn="ctr">
              <a:lnSpc>
                <a:spcPct val="100000"/>
              </a:lnSpc>
              <a:spcBef>
                <a:spcPts val="0"/>
              </a:spcBef>
              <a:spcAft>
                <a:spcPts val="0"/>
              </a:spcAft>
              <a:buSzPts val="1200"/>
              <a:buNone/>
              <a:defRPr/>
            </a:lvl8pPr>
            <a:lvl9pPr algn="ctr">
              <a:lnSpc>
                <a:spcPct val="100000"/>
              </a:lnSpc>
              <a:spcBef>
                <a:spcPts val="0"/>
              </a:spcBef>
              <a:spcAft>
                <a:spcPts val="0"/>
              </a:spcAft>
              <a:buSzPts val="1200"/>
              <a:buNone/>
              <a:defRPr/>
            </a:lvl9pPr>
          </a:lstStyle>
          <a:p>
            <a:endParaRPr/>
          </a:p>
        </p:txBody>
      </p:sp>
      <p:sp>
        <p:nvSpPr>
          <p:cNvPr id="166" name="Google Shape;166;p18">
            <a:extLst>
              <a:ext uri="{FF2B5EF4-FFF2-40B4-BE49-F238E27FC236}">
                <a16:creationId xmlns:a16="http://schemas.microsoft.com/office/drawing/2014/main" id="{316724E5-AA73-4047-94B0-AD95C4FEB241}"/>
              </a:ext>
            </a:extLst>
          </p:cNvPr>
          <p:cNvSpPr>
            <a:spLocks noGrp="1"/>
          </p:cNvSpPr>
          <p:nvPr>
            <p:ph type="subTitle" idx="4"/>
          </p:nvPr>
        </p:nvSpPr>
        <p:spPr>
          <a:xfrm>
            <a:off x="1022063" y="3763112"/>
            <a:ext cx="3549900" cy="845400"/>
          </a:xfrm>
          <a:prstGeom prst="rect">
            <a:avLst/>
          </a:prstGeom>
          <a:ln>
            <a:noFill/>
          </a:ln>
        </p:spPr>
        <p:txBody>
          <a:bodyPr spcFirstLastPara="1" wrap="square" lIns="91425" tIns="91425" rIns="91425" bIns="91425" anchor="t">
            <a:noAutofit/>
          </a:bodyPr>
          <a:lstStyle>
            <a:lvl1pPr>
              <a:lnSpc>
                <a:spcPct val="100000"/>
              </a:lnSpc>
              <a:spcBef>
                <a:spcPts val="0"/>
              </a:spcBef>
              <a:spcAft>
                <a:spcPts val="0"/>
              </a:spcAft>
              <a:buSzPts val="1400"/>
              <a:buNone/>
              <a:defRPr/>
            </a:lvl1pPr>
            <a:lvl2pPr algn="ctr">
              <a:lnSpc>
                <a:spcPct val="100000"/>
              </a:lnSpc>
              <a:spcBef>
                <a:spcPts val="0"/>
              </a:spcBef>
              <a:spcAft>
                <a:spcPts val="0"/>
              </a:spcAft>
              <a:buSzPts val="1200"/>
              <a:buNone/>
              <a:defRPr/>
            </a:lvl2pPr>
            <a:lvl3pPr algn="ctr">
              <a:lnSpc>
                <a:spcPct val="100000"/>
              </a:lnSpc>
              <a:spcBef>
                <a:spcPts val="0"/>
              </a:spcBef>
              <a:spcAft>
                <a:spcPts val="0"/>
              </a:spcAft>
              <a:buSzPts val="1200"/>
              <a:buNone/>
              <a:defRPr/>
            </a:lvl3pPr>
            <a:lvl4pPr algn="ctr">
              <a:lnSpc>
                <a:spcPct val="100000"/>
              </a:lnSpc>
              <a:spcBef>
                <a:spcPts val="0"/>
              </a:spcBef>
              <a:spcAft>
                <a:spcPts val="0"/>
              </a:spcAft>
              <a:buSzPts val="1200"/>
              <a:buNone/>
              <a:defRPr/>
            </a:lvl4pPr>
            <a:lvl5pPr algn="ctr">
              <a:lnSpc>
                <a:spcPct val="100000"/>
              </a:lnSpc>
              <a:spcBef>
                <a:spcPts val="0"/>
              </a:spcBef>
              <a:spcAft>
                <a:spcPts val="0"/>
              </a:spcAft>
              <a:buSzPts val="1200"/>
              <a:buNone/>
              <a:defRPr/>
            </a:lvl5pPr>
            <a:lvl6pPr algn="ctr">
              <a:lnSpc>
                <a:spcPct val="100000"/>
              </a:lnSpc>
              <a:spcBef>
                <a:spcPts val="0"/>
              </a:spcBef>
              <a:spcAft>
                <a:spcPts val="0"/>
              </a:spcAft>
              <a:buSzPts val="1200"/>
              <a:buNone/>
              <a:defRPr/>
            </a:lvl6pPr>
            <a:lvl7pPr algn="ctr">
              <a:lnSpc>
                <a:spcPct val="100000"/>
              </a:lnSpc>
              <a:spcBef>
                <a:spcPts val="0"/>
              </a:spcBef>
              <a:spcAft>
                <a:spcPts val="0"/>
              </a:spcAft>
              <a:buSzPts val="1200"/>
              <a:buNone/>
              <a:defRPr/>
            </a:lvl7pPr>
            <a:lvl8pPr algn="ctr">
              <a:lnSpc>
                <a:spcPct val="100000"/>
              </a:lnSpc>
              <a:spcBef>
                <a:spcPts val="0"/>
              </a:spcBef>
              <a:spcAft>
                <a:spcPts val="0"/>
              </a:spcAft>
              <a:buSzPts val="1200"/>
              <a:buNone/>
              <a:defRPr/>
            </a:lvl8pPr>
            <a:lvl9pPr algn="ctr">
              <a:lnSpc>
                <a:spcPct val="100000"/>
              </a:lnSpc>
              <a:spcBef>
                <a:spcPts val="0"/>
              </a:spcBef>
              <a:spcAft>
                <a:spcPts val="0"/>
              </a:spcAft>
              <a:buSzPts val="1200"/>
              <a:buNone/>
              <a:defRPr/>
            </a:lvl9pPr>
          </a:lstStyle>
          <a:p>
            <a:endParaRPr/>
          </a:p>
        </p:txBody>
      </p:sp>
      <p:sp>
        <p:nvSpPr>
          <p:cNvPr id="167" name="Google Shape;167;p18">
            <a:extLst>
              <a:ext uri="{FF2B5EF4-FFF2-40B4-BE49-F238E27FC236}">
                <a16:creationId xmlns:a16="http://schemas.microsoft.com/office/drawing/2014/main" id="{0F4F442B-518E-4571-9FAB-6F251064CE96}"/>
              </a:ext>
            </a:extLst>
          </p:cNvPr>
          <p:cNvSpPr>
            <a:spLocks noGrp="1"/>
          </p:cNvSpPr>
          <p:nvPr>
            <p:ph type="subTitle" idx="5"/>
          </p:nvPr>
        </p:nvSpPr>
        <p:spPr>
          <a:xfrm>
            <a:off x="4572040" y="3763112"/>
            <a:ext cx="3549900" cy="845400"/>
          </a:xfrm>
          <a:prstGeom prst="rect">
            <a:avLst/>
          </a:prstGeom>
          <a:ln>
            <a:noFill/>
          </a:ln>
        </p:spPr>
        <p:txBody>
          <a:bodyPr spcFirstLastPara="1" wrap="square" lIns="91425" tIns="91425" rIns="91425" bIns="91425" anchor="t">
            <a:noAutofit/>
          </a:bodyPr>
          <a:lstStyle>
            <a:lvl1pPr>
              <a:lnSpc>
                <a:spcPct val="100000"/>
              </a:lnSpc>
              <a:spcBef>
                <a:spcPts val="0"/>
              </a:spcBef>
              <a:spcAft>
                <a:spcPts val="0"/>
              </a:spcAft>
              <a:buSzPts val="1400"/>
              <a:buNone/>
              <a:defRPr/>
            </a:lvl1pPr>
            <a:lvl2pPr algn="ctr">
              <a:lnSpc>
                <a:spcPct val="100000"/>
              </a:lnSpc>
              <a:spcBef>
                <a:spcPts val="0"/>
              </a:spcBef>
              <a:spcAft>
                <a:spcPts val="0"/>
              </a:spcAft>
              <a:buSzPts val="1200"/>
              <a:buNone/>
              <a:defRPr/>
            </a:lvl2pPr>
            <a:lvl3pPr algn="ctr">
              <a:lnSpc>
                <a:spcPct val="100000"/>
              </a:lnSpc>
              <a:spcBef>
                <a:spcPts val="0"/>
              </a:spcBef>
              <a:spcAft>
                <a:spcPts val="0"/>
              </a:spcAft>
              <a:buSzPts val="1200"/>
              <a:buNone/>
              <a:defRPr/>
            </a:lvl3pPr>
            <a:lvl4pPr algn="ctr">
              <a:lnSpc>
                <a:spcPct val="100000"/>
              </a:lnSpc>
              <a:spcBef>
                <a:spcPts val="0"/>
              </a:spcBef>
              <a:spcAft>
                <a:spcPts val="0"/>
              </a:spcAft>
              <a:buSzPts val="1200"/>
              <a:buNone/>
              <a:defRPr/>
            </a:lvl4pPr>
            <a:lvl5pPr algn="ctr">
              <a:lnSpc>
                <a:spcPct val="100000"/>
              </a:lnSpc>
              <a:spcBef>
                <a:spcPts val="0"/>
              </a:spcBef>
              <a:spcAft>
                <a:spcPts val="0"/>
              </a:spcAft>
              <a:buSzPts val="1200"/>
              <a:buNone/>
              <a:defRPr/>
            </a:lvl5pPr>
            <a:lvl6pPr algn="ctr">
              <a:lnSpc>
                <a:spcPct val="100000"/>
              </a:lnSpc>
              <a:spcBef>
                <a:spcPts val="0"/>
              </a:spcBef>
              <a:spcAft>
                <a:spcPts val="0"/>
              </a:spcAft>
              <a:buSzPts val="1200"/>
              <a:buNone/>
              <a:defRPr/>
            </a:lvl6pPr>
            <a:lvl7pPr algn="ctr">
              <a:lnSpc>
                <a:spcPct val="100000"/>
              </a:lnSpc>
              <a:spcBef>
                <a:spcPts val="0"/>
              </a:spcBef>
              <a:spcAft>
                <a:spcPts val="0"/>
              </a:spcAft>
              <a:buSzPts val="1200"/>
              <a:buNone/>
              <a:defRPr/>
            </a:lvl7pPr>
            <a:lvl8pPr algn="ctr">
              <a:lnSpc>
                <a:spcPct val="100000"/>
              </a:lnSpc>
              <a:spcBef>
                <a:spcPts val="0"/>
              </a:spcBef>
              <a:spcAft>
                <a:spcPts val="0"/>
              </a:spcAft>
              <a:buSzPts val="1200"/>
              <a:buNone/>
              <a:defRPr/>
            </a:lvl8pPr>
            <a:lvl9pPr algn="ctr">
              <a:lnSpc>
                <a:spcPct val="100000"/>
              </a:lnSpc>
              <a:spcBef>
                <a:spcPts val="0"/>
              </a:spcBef>
              <a:spcAft>
                <a:spcPts val="0"/>
              </a:spcAft>
              <a:buSzPts val="1200"/>
              <a:buNone/>
              <a:defRPr/>
            </a:lvl9pPr>
          </a:lstStyle>
          <a:p>
            <a:endParaRPr/>
          </a:p>
        </p:txBody>
      </p:sp>
      <p:sp>
        <p:nvSpPr>
          <p:cNvPr id="168" name="Google Shape;168;p18">
            <a:extLst>
              <a:ext uri="{FF2B5EF4-FFF2-40B4-BE49-F238E27FC236}">
                <a16:creationId xmlns:a16="http://schemas.microsoft.com/office/drawing/2014/main" id="{AF7AA032-1BB4-4260-86E5-E474C1C33876}"/>
              </a:ext>
            </a:extLst>
          </p:cNvPr>
          <p:cNvSpPr>
            <a:spLocks noGrp="1"/>
          </p:cNvSpPr>
          <p:nvPr>
            <p:ph type="subTitle" idx="6"/>
          </p:nvPr>
        </p:nvSpPr>
        <p:spPr>
          <a:xfrm>
            <a:off x="1022063" y="3377431"/>
            <a:ext cx="3549900" cy="470100"/>
          </a:xfrm>
          <a:prstGeom prst="rect">
            <a:avLst/>
          </a:prstGeom>
          <a:ln>
            <a:noFill/>
          </a:ln>
        </p:spPr>
        <p:txBody>
          <a:bodyPr spcFirstLastPara="1" wrap="square" lIns="91425" tIns="91425" rIns="91425" bIns="91425" anchor="b">
            <a:noAutofit/>
          </a:bodyPr>
          <a:lstStyle>
            <a:lvl1pPr>
              <a:lnSpc>
                <a:spcPct val="100000"/>
              </a:lnSpc>
              <a:spcBef>
                <a:spcPts val="0"/>
              </a:spcBef>
              <a:spcAft>
                <a:spcPts val="0"/>
              </a:spcAft>
              <a:buClr>
                <a:schemeClr val="dk1"/>
              </a:buClr>
              <a:buSzPts val="2400"/>
              <a:buFont typeface="Prata"/>
              <a:buNone/>
              <a:defRPr sz="1800" b="1">
                <a:solidFill>
                  <a:schemeClr val="dk1"/>
                </a:solidFill>
                <a:latin typeface="Prata"/>
                <a:ea typeface="Prata"/>
                <a:cs typeface="Prata"/>
              </a:defRPr>
            </a:lvl1pPr>
            <a:lvl2pPr algn="ctr">
              <a:lnSpc>
                <a:spcPct val="100000"/>
              </a:lnSpc>
              <a:spcBef>
                <a:spcPts val="0"/>
              </a:spcBef>
              <a:spcAft>
                <a:spcPts val="0"/>
              </a:spcAft>
              <a:buClr>
                <a:schemeClr val="dk1"/>
              </a:buClr>
              <a:buSzPts val="2400"/>
              <a:buFont typeface="Prata"/>
              <a:buNone/>
              <a:defRPr sz="2400">
                <a:solidFill>
                  <a:schemeClr val="dk1"/>
                </a:solidFill>
                <a:latin typeface="Prata"/>
                <a:ea typeface="Prata"/>
                <a:cs typeface="Prata"/>
              </a:defRPr>
            </a:lvl2pPr>
            <a:lvl3pPr algn="ctr">
              <a:lnSpc>
                <a:spcPct val="100000"/>
              </a:lnSpc>
              <a:spcBef>
                <a:spcPts val="0"/>
              </a:spcBef>
              <a:spcAft>
                <a:spcPts val="0"/>
              </a:spcAft>
              <a:buClr>
                <a:schemeClr val="dk1"/>
              </a:buClr>
              <a:buSzPts val="2400"/>
              <a:buFont typeface="Prata"/>
              <a:buNone/>
              <a:defRPr sz="2400">
                <a:solidFill>
                  <a:schemeClr val="dk1"/>
                </a:solidFill>
                <a:latin typeface="Prata"/>
                <a:ea typeface="Prata"/>
                <a:cs typeface="Prata"/>
              </a:defRPr>
            </a:lvl3pPr>
            <a:lvl4pPr algn="ctr">
              <a:lnSpc>
                <a:spcPct val="100000"/>
              </a:lnSpc>
              <a:spcBef>
                <a:spcPts val="0"/>
              </a:spcBef>
              <a:spcAft>
                <a:spcPts val="0"/>
              </a:spcAft>
              <a:buClr>
                <a:schemeClr val="dk1"/>
              </a:buClr>
              <a:buSzPts val="2400"/>
              <a:buFont typeface="Prata"/>
              <a:buNone/>
              <a:defRPr sz="2400">
                <a:solidFill>
                  <a:schemeClr val="dk1"/>
                </a:solidFill>
                <a:latin typeface="Prata"/>
                <a:ea typeface="Prata"/>
                <a:cs typeface="Prata"/>
              </a:defRPr>
            </a:lvl4pPr>
            <a:lvl5pPr algn="ctr">
              <a:lnSpc>
                <a:spcPct val="100000"/>
              </a:lnSpc>
              <a:spcBef>
                <a:spcPts val="0"/>
              </a:spcBef>
              <a:spcAft>
                <a:spcPts val="0"/>
              </a:spcAft>
              <a:buClr>
                <a:schemeClr val="dk1"/>
              </a:buClr>
              <a:buSzPts val="2400"/>
              <a:buFont typeface="Prata"/>
              <a:buNone/>
              <a:defRPr sz="2400">
                <a:solidFill>
                  <a:schemeClr val="dk1"/>
                </a:solidFill>
                <a:latin typeface="Prata"/>
                <a:ea typeface="Prata"/>
                <a:cs typeface="Prata"/>
              </a:defRPr>
            </a:lvl5pPr>
            <a:lvl6pPr algn="ctr">
              <a:lnSpc>
                <a:spcPct val="100000"/>
              </a:lnSpc>
              <a:spcBef>
                <a:spcPts val="0"/>
              </a:spcBef>
              <a:spcAft>
                <a:spcPts val="0"/>
              </a:spcAft>
              <a:buClr>
                <a:schemeClr val="dk1"/>
              </a:buClr>
              <a:buSzPts val="2400"/>
              <a:buFont typeface="Prata"/>
              <a:buNone/>
              <a:defRPr sz="2400">
                <a:solidFill>
                  <a:schemeClr val="dk1"/>
                </a:solidFill>
                <a:latin typeface="Prata"/>
                <a:ea typeface="Prata"/>
                <a:cs typeface="Prata"/>
              </a:defRPr>
            </a:lvl6pPr>
            <a:lvl7pPr algn="ctr">
              <a:lnSpc>
                <a:spcPct val="100000"/>
              </a:lnSpc>
              <a:spcBef>
                <a:spcPts val="0"/>
              </a:spcBef>
              <a:spcAft>
                <a:spcPts val="0"/>
              </a:spcAft>
              <a:buClr>
                <a:schemeClr val="dk1"/>
              </a:buClr>
              <a:buSzPts val="2400"/>
              <a:buFont typeface="Prata"/>
              <a:buNone/>
              <a:defRPr sz="2400">
                <a:solidFill>
                  <a:schemeClr val="dk1"/>
                </a:solidFill>
                <a:latin typeface="Prata"/>
                <a:ea typeface="Prata"/>
                <a:cs typeface="Prata"/>
              </a:defRPr>
            </a:lvl7pPr>
            <a:lvl8pPr algn="ctr">
              <a:lnSpc>
                <a:spcPct val="100000"/>
              </a:lnSpc>
              <a:spcBef>
                <a:spcPts val="0"/>
              </a:spcBef>
              <a:spcAft>
                <a:spcPts val="0"/>
              </a:spcAft>
              <a:buClr>
                <a:schemeClr val="dk1"/>
              </a:buClr>
              <a:buSzPts val="2400"/>
              <a:buFont typeface="Prata"/>
              <a:buNone/>
              <a:defRPr sz="2400">
                <a:solidFill>
                  <a:schemeClr val="dk1"/>
                </a:solidFill>
                <a:latin typeface="Prata"/>
                <a:ea typeface="Prata"/>
                <a:cs typeface="Prata"/>
              </a:defRPr>
            </a:lvl8pPr>
            <a:lvl9pPr algn="ctr">
              <a:lnSpc>
                <a:spcPct val="100000"/>
              </a:lnSpc>
              <a:spcBef>
                <a:spcPts val="0"/>
              </a:spcBef>
              <a:spcAft>
                <a:spcPts val="0"/>
              </a:spcAft>
              <a:buClr>
                <a:schemeClr val="dk1"/>
              </a:buClr>
              <a:buSzPts val="2400"/>
              <a:buFont typeface="Prata"/>
              <a:buNone/>
              <a:defRPr sz="2400">
                <a:solidFill>
                  <a:schemeClr val="dk1"/>
                </a:solidFill>
                <a:latin typeface="Prata"/>
                <a:ea typeface="Prata"/>
                <a:cs typeface="Prata"/>
              </a:defRPr>
            </a:lvl9pPr>
          </a:lstStyle>
          <a:p>
            <a:endParaRPr/>
          </a:p>
        </p:txBody>
      </p:sp>
      <p:sp>
        <p:nvSpPr>
          <p:cNvPr id="169" name="Google Shape;169;p18">
            <a:extLst>
              <a:ext uri="{FF2B5EF4-FFF2-40B4-BE49-F238E27FC236}">
                <a16:creationId xmlns:a16="http://schemas.microsoft.com/office/drawing/2014/main" id="{B1FD4A75-88CE-4EFE-9D2C-21FFB0EFB984}"/>
              </a:ext>
            </a:extLst>
          </p:cNvPr>
          <p:cNvSpPr>
            <a:spLocks noGrp="1"/>
          </p:cNvSpPr>
          <p:nvPr>
            <p:ph type="subTitle" idx="7"/>
          </p:nvPr>
        </p:nvSpPr>
        <p:spPr>
          <a:xfrm>
            <a:off x="4572033" y="2041922"/>
            <a:ext cx="3549900" cy="470100"/>
          </a:xfrm>
          <a:prstGeom prst="rect">
            <a:avLst/>
          </a:prstGeom>
          <a:ln>
            <a:noFill/>
          </a:ln>
        </p:spPr>
        <p:txBody>
          <a:bodyPr spcFirstLastPara="1" wrap="square" lIns="91425" tIns="91425" rIns="91425" bIns="91425" anchor="b">
            <a:noAutofit/>
          </a:bodyPr>
          <a:lstStyle>
            <a:lvl1pPr>
              <a:lnSpc>
                <a:spcPct val="100000"/>
              </a:lnSpc>
              <a:spcBef>
                <a:spcPts val="0"/>
              </a:spcBef>
              <a:spcAft>
                <a:spcPts val="0"/>
              </a:spcAft>
              <a:buClr>
                <a:schemeClr val="dk1"/>
              </a:buClr>
              <a:buSzPts val="2400"/>
              <a:buFont typeface="Prata"/>
              <a:buNone/>
              <a:defRPr sz="1800" b="1">
                <a:solidFill>
                  <a:schemeClr val="dk1"/>
                </a:solidFill>
                <a:latin typeface="Prata"/>
                <a:ea typeface="Prata"/>
                <a:cs typeface="Prata"/>
              </a:defRPr>
            </a:lvl1pPr>
            <a:lvl2pPr algn="ctr">
              <a:lnSpc>
                <a:spcPct val="100000"/>
              </a:lnSpc>
              <a:spcBef>
                <a:spcPts val="0"/>
              </a:spcBef>
              <a:spcAft>
                <a:spcPts val="0"/>
              </a:spcAft>
              <a:buClr>
                <a:schemeClr val="dk1"/>
              </a:buClr>
              <a:buSzPts val="2400"/>
              <a:buFont typeface="Prata"/>
              <a:buNone/>
              <a:defRPr sz="2400">
                <a:solidFill>
                  <a:schemeClr val="dk1"/>
                </a:solidFill>
                <a:latin typeface="Prata"/>
                <a:ea typeface="Prata"/>
                <a:cs typeface="Prata"/>
              </a:defRPr>
            </a:lvl2pPr>
            <a:lvl3pPr algn="ctr">
              <a:lnSpc>
                <a:spcPct val="100000"/>
              </a:lnSpc>
              <a:spcBef>
                <a:spcPts val="0"/>
              </a:spcBef>
              <a:spcAft>
                <a:spcPts val="0"/>
              </a:spcAft>
              <a:buClr>
                <a:schemeClr val="dk1"/>
              </a:buClr>
              <a:buSzPts val="2400"/>
              <a:buFont typeface="Prata"/>
              <a:buNone/>
              <a:defRPr sz="2400">
                <a:solidFill>
                  <a:schemeClr val="dk1"/>
                </a:solidFill>
                <a:latin typeface="Prata"/>
                <a:ea typeface="Prata"/>
                <a:cs typeface="Prata"/>
              </a:defRPr>
            </a:lvl3pPr>
            <a:lvl4pPr algn="ctr">
              <a:lnSpc>
                <a:spcPct val="100000"/>
              </a:lnSpc>
              <a:spcBef>
                <a:spcPts val="0"/>
              </a:spcBef>
              <a:spcAft>
                <a:spcPts val="0"/>
              </a:spcAft>
              <a:buClr>
                <a:schemeClr val="dk1"/>
              </a:buClr>
              <a:buSzPts val="2400"/>
              <a:buFont typeface="Prata"/>
              <a:buNone/>
              <a:defRPr sz="2400">
                <a:solidFill>
                  <a:schemeClr val="dk1"/>
                </a:solidFill>
                <a:latin typeface="Prata"/>
                <a:ea typeface="Prata"/>
                <a:cs typeface="Prata"/>
              </a:defRPr>
            </a:lvl4pPr>
            <a:lvl5pPr algn="ctr">
              <a:lnSpc>
                <a:spcPct val="100000"/>
              </a:lnSpc>
              <a:spcBef>
                <a:spcPts val="0"/>
              </a:spcBef>
              <a:spcAft>
                <a:spcPts val="0"/>
              </a:spcAft>
              <a:buClr>
                <a:schemeClr val="dk1"/>
              </a:buClr>
              <a:buSzPts val="2400"/>
              <a:buFont typeface="Prata"/>
              <a:buNone/>
              <a:defRPr sz="2400">
                <a:solidFill>
                  <a:schemeClr val="dk1"/>
                </a:solidFill>
                <a:latin typeface="Prata"/>
                <a:ea typeface="Prata"/>
                <a:cs typeface="Prata"/>
              </a:defRPr>
            </a:lvl5pPr>
            <a:lvl6pPr algn="ctr">
              <a:lnSpc>
                <a:spcPct val="100000"/>
              </a:lnSpc>
              <a:spcBef>
                <a:spcPts val="0"/>
              </a:spcBef>
              <a:spcAft>
                <a:spcPts val="0"/>
              </a:spcAft>
              <a:buClr>
                <a:schemeClr val="dk1"/>
              </a:buClr>
              <a:buSzPts val="2400"/>
              <a:buFont typeface="Prata"/>
              <a:buNone/>
              <a:defRPr sz="2400">
                <a:solidFill>
                  <a:schemeClr val="dk1"/>
                </a:solidFill>
                <a:latin typeface="Prata"/>
                <a:ea typeface="Prata"/>
                <a:cs typeface="Prata"/>
              </a:defRPr>
            </a:lvl6pPr>
            <a:lvl7pPr algn="ctr">
              <a:lnSpc>
                <a:spcPct val="100000"/>
              </a:lnSpc>
              <a:spcBef>
                <a:spcPts val="0"/>
              </a:spcBef>
              <a:spcAft>
                <a:spcPts val="0"/>
              </a:spcAft>
              <a:buClr>
                <a:schemeClr val="dk1"/>
              </a:buClr>
              <a:buSzPts val="2400"/>
              <a:buFont typeface="Prata"/>
              <a:buNone/>
              <a:defRPr sz="2400">
                <a:solidFill>
                  <a:schemeClr val="dk1"/>
                </a:solidFill>
                <a:latin typeface="Prata"/>
                <a:ea typeface="Prata"/>
                <a:cs typeface="Prata"/>
              </a:defRPr>
            </a:lvl7pPr>
            <a:lvl8pPr algn="ctr">
              <a:lnSpc>
                <a:spcPct val="100000"/>
              </a:lnSpc>
              <a:spcBef>
                <a:spcPts val="0"/>
              </a:spcBef>
              <a:spcAft>
                <a:spcPts val="0"/>
              </a:spcAft>
              <a:buClr>
                <a:schemeClr val="dk1"/>
              </a:buClr>
              <a:buSzPts val="2400"/>
              <a:buFont typeface="Prata"/>
              <a:buNone/>
              <a:defRPr sz="2400">
                <a:solidFill>
                  <a:schemeClr val="dk1"/>
                </a:solidFill>
                <a:latin typeface="Prata"/>
                <a:ea typeface="Prata"/>
                <a:cs typeface="Prata"/>
              </a:defRPr>
            </a:lvl8pPr>
            <a:lvl9pPr algn="ctr">
              <a:lnSpc>
                <a:spcPct val="100000"/>
              </a:lnSpc>
              <a:spcBef>
                <a:spcPts val="0"/>
              </a:spcBef>
              <a:spcAft>
                <a:spcPts val="0"/>
              </a:spcAft>
              <a:buClr>
                <a:schemeClr val="dk1"/>
              </a:buClr>
              <a:buSzPts val="2400"/>
              <a:buFont typeface="Prata"/>
              <a:buNone/>
              <a:defRPr sz="2400">
                <a:solidFill>
                  <a:schemeClr val="dk1"/>
                </a:solidFill>
                <a:latin typeface="Prata"/>
                <a:ea typeface="Prata"/>
                <a:cs typeface="Prata"/>
              </a:defRPr>
            </a:lvl9pPr>
          </a:lstStyle>
          <a:p>
            <a:endParaRPr/>
          </a:p>
        </p:txBody>
      </p:sp>
      <p:sp>
        <p:nvSpPr>
          <p:cNvPr id="170" name="Google Shape;170;p18">
            <a:extLst>
              <a:ext uri="{FF2B5EF4-FFF2-40B4-BE49-F238E27FC236}">
                <a16:creationId xmlns:a16="http://schemas.microsoft.com/office/drawing/2014/main" id="{99BE2E9B-5AA0-44A0-B41D-837751E46A14}"/>
              </a:ext>
            </a:extLst>
          </p:cNvPr>
          <p:cNvSpPr>
            <a:spLocks noGrp="1"/>
          </p:cNvSpPr>
          <p:nvPr>
            <p:ph type="subTitle" idx="8"/>
          </p:nvPr>
        </p:nvSpPr>
        <p:spPr>
          <a:xfrm>
            <a:off x="4572033" y="3377431"/>
            <a:ext cx="3549900" cy="470100"/>
          </a:xfrm>
          <a:prstGeom prst="rect">
            <a:avLst/>
          </a:prstGeom>
          <a:ln>
            <a:noFill/>
          </a:ln>
        </p:spPr>
        <p:txBody>
          <a:bodyPr spcFirstLastPara="1" wrap="square" lIns="91425" tIns="91425" rIns="91425" bIns="91425" anchor="b">
            <a:noAutofit/>
          </a:bodyPr>
          <a:lstStyle>
            <a:lvl1pPr>
              <a:lnSpc>
                <a:spcPct val="100000"/>
              </a:lnSpc>
              <a:spcBef>
                <a:spcPts val="0"/>
              </a:spcBef>
              <a:spcAft>
                <a:spcPts val="0"/>
              </a:spcAft>
              <a:buClr>
                <a:schemeClr val="dk1"/>
              </a:buClr>
              <a:buSzPts val="2400"/>
              <a:buFont typeface="Prata"/>
              <a:buNone/>
              <a:defRPr sz="1800" b="1">
                <a:solidFill>
                  <a:schemeClr val="dk1"/>
                </a:solidFill>
                <a:latin typeface="Prata"/>
                <a:ea typeface="Prata"/>
                <a:cs typeface="Prata"/>
              </a:defRPr>
            </a:lvl1pPr>
            <a:lvl2pPr algn="ctr">
              <a:lnSpc>
                <a:spcPct val="100000"/>
              </a:lnSpc>
              <a:spcBef>
                <a:spcPts val="0"/>
              </a:spcBef>
              <a:spcAft>
                <a:spcPts val="0"/>
              </a:spcAft>
              <a:buClr>
                <a:schemeClr val="dk1"/>
              </a:buClr>
              <a:buSzPts val="2400"/>
              <a:buFont typeface="Prata"/>
              <a:buNone/>
              <a:defRPr sz="2400">
                <a:solidFill>
                  <a:schemeClr val="dk1"/>
                </a:solidFill>
                <a:latin typeface="Prata"/>
                <a:ea typeface="Prata"/>
                <a:cs typeface="Prata"/>
              </a:defRPr>
            </a:lvl2pPr>
            <a:lvl3pPr algn="ctr">
              <a:lnSpc>
                <a:spcPct val="100000"/>
              </a:lnSpc>
              <a:spcBef>
                <a:spcPts val="0"/>
              </a:spcBef>
              <a:spcAft>
                <a:spcPts val="0"/>
              </a:spcAft>
              <a:buClr>
                <a:schemeClr val="dk1"/>
              </a:buClr>
              <a:buSzPts val="2400"/>
              <a:buFont typeface="Prata"/>
              <a:buNone/>
              <a:defRPr sz="2400">
                <a:solidFill>
                  <a:schemeClr val="dk1"/>
                </a:solidFill>
                <a:latin typeface="Prata"/>
                <a:ea typeface="Prata"/>
                <a:cs typeface="Prata"/>
              </a:defRPr>
            </a:lvl3pPr>
            <a:lvl4pPr algn="ctr">
              <a:lnSpc>
                <a:spcPct val="100000"/>
              </a:lnSpc>
              <a:spcBef>
                <a:spcPts val="0"/>
              </a:spcBef>
              <a:spcAft>
                <a:spcPts val="0"/>
              </a:spcAft>
              <a:buClr>
                <a:schemeClr val="dk1"/>
              </a:buClr>
              <a:buSzPts val="2400"/>
              <a:buFont typeface="Prata"/>
              <a:buNone/>
              <a:defRPr sz="2400">
                <a:solidFill>
                  <a:schemeClr val="dk1"/>
                </a:solidFill>
                <a:latin typeface="Prata"/>
                <a:ea typeface="Prata"/>
                <a:cs typeface="Prata"/>
              </a:defRPr>
            </a:lvl4pPr>
            <a:lvl5pPr algn="ctr">
              <a:lnSpc>
                <a:spcPct val="100000"/>
              </a:lnSpc>
              <a:spcBef>
                <a:spcPts val="0"/>
              </a:spcBef>
              <a:spcAft>
                <a:spcPts val="0"/>
              </a:spcAft>
              <a:buClr>
                <a:schemeClr val="dk1"/>
              </a:buClr>
              <a:buSzPts val="2400"/>
              <a:buFont typeface="Prata"/>
              <a:buNone/>
              <a:defRPr sz="2400">
                <a:solidFill>
                  <a:schemeClr val="dk1"/>
                </a:solidFill>
                <a:latin typeface="Prata"/>
                <a:ea typeface="Prata"/>
                <a:cs typeface="Prata"/>
              </a:defRPr>
            </a:lvl5pPr>
            <a:lvl6pPr algn="ctr">
              <a:lnSpc>
                <a:spcPct val="100000"/>
              </a:lnSpc>
              <a:spcBef>
                <a:spcPts val="0"/>
              </a:spcBef>
              <a:spcAft>
                <a:spcPts val="0"/>
              </a:spcAft>
              <a:buClr>
                <a:schemeClr val="dk1"/>
              </a:buClr>
              <a:buSzPts val="2400"/>
              <a:buFont typeface="Prata"/>
              <a:buNone/>
              <a:defRPr sz="2400">
                <a:solidFill>
                  <a:schemeClr val="dk1"/>
                </a:solidFill>
                <a:latin typeface="Prata"/>
                <a:ea typeface="Prata"/>
                <a:cs typeface="Prata"/>
              </a:defRPr>
            </a:lvl6pPr>
            <a:lvl7pPr algn="ctr">
              <a:lnSpc>
                <a:spcPct val="100000"/>
              </a:lnSpc>
              <a:spcBef>
                <a:spcPts val="0"/>
              </a:spcBef>
              <a:spcAft>
                <a:spcPts val="0"/>
              </a:spcAft>
              <a:buClr>
                <a:schemeClr val="dk1"/>
              </a:buClr>
              <a:buSzPts val="2400"/>
              <a:buFont typeface="Prata"/>
              <a:buNone/>
              <a:defRPr sz="2400">
                <a:solidFill>
                  <a:schemeClr val="dk1"/>
                </a:solidFill>
                <a:latin typeface="Prata"/>
                <a:ea typeface="Prata"/>
                <a:cs typeface="Prata"/>
              </a:defRPr>
            </a:lvl7pPr>
            <a:lvl8pPr algn="ctr">
              <a:lnSpc>
                <a:spcPct val="100000"/>
              </a:lnSpc>
              <a:spcBef>
                <a:spcPts val="0"/>
              </a:spcBef>
              <a:spcAft>
                <a:spcPts val="0"/>
              </a:spcAft>
              <a:buClr>
                <a:schemeClr val="dk1"/>
              </a:buClr>
              <a:buSzPts val="2400"/>
              <a:buFont typeface="Prata"/>
              <a:buNone/>
              <a:defRPr sz="2400">
                <a:solidFill>
                  <a:schemeClr val="dk1"/>
                </a:solidFill>
                <a:latin typeface="Prata"/>
                <a:ea typeface="Prata"/>
                <a:cs typeface="Prata"/>
              </a:defRPr>
            </a:lvl8pPr>
            <a:lvl9pPr algn="ctr">
              <a:lnSpc>
                <a:spcPct val="100000"/>
              </a:lnSpc>
              <a:spcBef>
                <a:spcPts val="0"/>
              </a:spcBef>
              <a:spcAft>
                <a:spcPts val="0"/>
              </a:spcAft>
              <a:buClr>
                <a:schemeClr val="dk1"/>
              </a:buClr>
              <a:buSzPts val="2400"/>
              <a:buFont typeface="Prata"/>
              <a:buNone/>
              <a:defRPr sz="2400">
                <a:solidFill>
                  <a:schemeClr val="dk1"/>
                </a:solidFill>
                <a:latin typeface="Prata"/>
                <a:ea typeface="Prata"/>
                <a:cs typeface="Prata"/>
              </a:defRPr>
            </a:lvl9pPr>
          </a:lstStyle>
          <a:p>
            <a:endParaRPr/>
          </a:p>
        </p:txBody>
      </p:sp>
      <p:pic>
        <p:nvPicPr>
          <p:cNvPr id="172" name="Google Shape;172;p18">
            <a:extLst>
              <a:ext uri="{FF2B5EF4-FFF2-40B4-BE49-F238E27FC236}">
                <a16:creationId xmlns:a16="http://schemas.microsoft.com/office/drawing/2014/main" id="{E205062C-40EC-4129-A388-C65195CD5F34}"/>
              </a:ext>
            </a:extLst>
          </p:cNvPr>
          <p:cNvPicPr>
            <a:picLocks noChangeAspect="1"/>
          </p:cNvPicPr>
          <p:nvPr/>
        </p:nvPicPr>
        <p:blipFill rotWithShape="1">
          <a:blip r:embed="rId3" cstate="screen">
            <a:alphaModFix/>
            <a:extLst>
              <a:ext uri="{28A0092B-C50C-407E-A947-70E740481C1C}">
                <a14:useLocalDpi xmlns:a14="http://schemas.microsoft.com/office/drawing/2010/main"/>
              </a:ext>
            </a:extLst>
          </a:blip>
          <a:srcRect/>
          <a:stretch/>
        </p:blipFill>
        <p:spPr>
          <a:xfrm rot="-599363">
            <a:off x="6336042" y="4744697"/>
            <a:ext cx="1635290" cy="743707"/>
          </a:xfrm>
          <a:prstGeom prst="rect">
            <a:avLst/>
          </a:prstGeom>
          <a:ln>
            <a:noFill/>
          </a:ln>
        </p:spPr>
      </p:pic>
      <p:pic>
        <p:nvPicPr>
          <p:cNvPr id="173" name="Google Shape;173;p18">
            <a:extLst>
              <a:ext uri="{FF2B5EF4-FFF2-40B4-BE49-F238E27FC236}">
                <a16:creationId xmlns:a16="http://schemas.microsoft.com/office/drawing/2014/main" id="{7292D010-7BBE-4E30-A996-8D773ECABB09}"/>
              </a:ext>
            </a:extLst>
          </p:cNvPr>
          <p:cNvPicPr>
            <a:picLocks noChangeAspect="1"/>
          </p:cNvPicPr>
          <p:nvPr/>
        </p:nvPicPr>
        <p:blipFill>
          <a:blip r:embed="rId4" cstate="screen">
            <a:alphaModFix/>
            <a:extLst>
              <a:ext uri="{28A0092B-C50C-407E-A947-70E740481C1C}">
                <a14:useLocalDpi xmlns:a14="http://schemas.microsoft.com/office/drawing/2010/main"/>
              </a:ext>
            </a:extLst>
          </a:blip>
          <a:stretch>
            <a:fillRect/>
          </a:stretch>
        </p:blipFill>
        <p:spPr>
          <a:xfrm rot="-8452186">
            <a:off x="8517849" y="3508811"/>
            <a:ext cx="1042352" cy="1704974"/>
          </a:xfrm>
          <a:prstGeom prst="rect">
            <a:avLst/>
          </a:prstGeom>
          <a:ln>
            <a:noFill/>
          </a:ln>
        </p:spPr>
      </p:pic>
      <p:sp>
        <p:nvSpPr>
          <p:cNvPr id="174" name="Google Shape;174;p18">
            <a:extLst>
              <a:ext uri="{FF2B5EF4-FFF2-40B4-BE49-F238E27FC236}">
                <a16:creationId xmlns:a16="http://schemas.microsoft.com/office/drawing/2014/main" id="{3F59544E-399E-4D41-B24B-256F5C9B4D1A}"/>
              </a:ext>
            </a:extLst>
          </p:cNvPr>
          <p:cNvSpPr>
            <a:spLocks noGrp="1"/>
          </p:cNvSpPr>
          <p:nvPr>
            <p:ph type="pic" idx="9"/>
          </p:nvPr>
        </p:nvSpPr>
        <p:spPr>
          <a:xfrm>
            <a:off x="1022075" y="1057275"/>
            <a:ext cx="7099800" cy="908400"/>
          </a:xfrm>
          <a:prstGeom prst="rect">
            <a:avLst/>
          </a:prstGeom>
          <a:noFill/>
          <a:ln>
            <a:noFill/>
          </a:ln>
        </p:spPr>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itle and six columns">
  <p:cSld name="BLANK_1_1_1_1_1">
    <p:spTree>
      <p:nvGrpSpPr>
        <p:cNvPr id="1" name=""/>
        <p:cNvGrpSpPr/>
        <p:nvPr/>
      </p:nvGrpSpPr>
      <p:grpSpPr>
        <a:xfrm>
          <a:off x="0" y="0"/>
          <a:ext cx="0" cy="0"/>
          <a:chOff x="0" y="0"/>
          <a:chExt cx="0" cy="0"/>
        </a:xfrm>
      </p:grpSpPr>
      <p:pic>
        <p:nvPicPr>
          <p:cNvPr id="176" name="Google Shape;176;p19">
            <a:extLst>
              <a:ext uri="{FF2B5EF4-FFF2-40B4-BE49-F238E27FC236}">
                <a16:creationId xmlns:a16="http://schemas.microsoft.com/office/drawing/2014/main" id="{4B8C2CE8-E715-44FF-AF13-21D07153448C}"/>
              </a:ext>
            </a:extLst>
          </p:cNvPr>
          <p:cNvPicPr>
            <a:picLocks noChangeAspect="1"/>
          </p:cNvPicPr>
          <p:nvPr/>
        </p:nvPicPr>
        <p:blipFill rotWithShape="1">
          <a:blip r:embed="rId2" cstate="screen">
            <a:alphaModFix/>
            <a:extLst>
              <a:ext uri="{28A0092B-C50C-407E-A947-70E740481C1C}">
                <a14:useLocalDpi xmlns:a14="http://schemas.microsoft.com/office/drawing/2010/main"/>
              </a:ext>
            </a:extLst>
          </a:blip>
          <a:srcRect/>
          <a:stretch/>
        </p:blipFill>
        <p:spPr>
          <a:xfrm>
            <a:off x="0" y="0"/>
            <a:ext cx="9144000" cy="5143500"/>
          </a:xfrm>
          <a:prstGeom prst="rect">
            <a:avLst/>
          </a:prstGeom>
          <a:ln>
            <a:noFill/>
          </a:ln>
        </p:spPr>
      </p:pic>
      <p:sp>
        <p:nvSpPr>
          <p:cNvPr id="177" name="Google Shape;177;p19">
            <a:extLst>
              <a:ext uri="{FF2B5EF4-FFF2-40B4-BE49-F238E27FC236}">
                <a16:creationId xmlns:a16="http://schemas.microsoft.com/office/drawing/2014/main" id="{FEC24EAB-B9AC-4744-84E1-21AEAA3B5186}"/>
              </a:ext>
            </a:extLst>
          </p:cNvPr>
          <p:cNvSpPr>
            <a:spLocks noGrp="1"/>
          </p:cNvSpPr>
          <p:nvPr>
            <p:ph type="title"/>
          </p:nvPr>
        </p:nvSpPr>
        <p:spPr>
          <a:xfrm>
            <a:off x="720000" y="445025"/>
            <a:ext cx="7704000" cy="572700"/>
          </a:xfrm>
          <a:prstGeom prst="rect">
            <a:avLst/>
          </a:prstGeom>
        </p:spPr>
        <p:txBody>
          <a:bodyPr spcFirstLastPara="1" wrap="square" lIns="91425" tIns="91425" rIns="91425" bIns="91425" anchor="t">
            <a:noAutofit/>
          </a:bodyPr>
          <a:lstStyle>
            <a:lvl1pPr>
              <a:spcBef>
                <a:spcPts val="0"/>
              </a:spcBef>
              <a:spcAft>
                <a:spcPts val="0"/>
              </a:spcAft>
              <a:buSzPts val="3000"/>
              <a:buNone/>
              <a:defRPr/>
            </a:lvl1pPr>
            <a:lvl2pPr>
              <a:spcBef>
                <a:spcPts val="0"/>
              </a:spcBef>
              <a:spcAft>
                <a:spcPts val="0"/>
              </a:spcAft>
              <a:buSzPts val="3000"/>
              <a:buNone/>
              <a:defRPr/>
            </a:lvl2pPr>
            <a:lvl3pPr>
              <a:spcBef>
                <a:spcPts val="0"/>
              </a:spcBef>
              <a:spcAft>
                <a:spcPts val="0"/>
              </a:spcAft>
              <a:buSzPts val="3000"/>
              <a:buNone/>
              <a:defRPr/>
            </a:lvl3pPr>
            <a:lvl4pPr>
              <a:spcBef>
                <a:spcPts val="0"/>
              </a:spcBef>
              <a:spcAft>
                <a:spcPts val="0"/>
              </a:spcAft>
              <a:buSzPts val="3000"/>
              <a:buNone/>
              <a:defRPr/>
            </a:lvl4pPr>
            <a:lvl5pPr>
              <a:spcBef>
                <a:spcPts val="0"/>
              </a:spcBef>
              <a:spcAft>
                <a:spcPts val="0"/>
              </a:spcAft>
              <a:buSzPts val="3000"/>
              <a:buNone/>
              <a:defRPr/>
            </a:lvl5pPr>
            <a:lvl6pPr>
              <a:spcBef>
                <a:spcPts val="0"/>
              </a:spcBef>
              <a:spcAft>
                <a:spcPts val="0"/>
              </a:spcAft>
              <a:buSzPts val="3000"/>
              <a:buNone/>
              <a:defRPr/>
            </a:lvl6pPr>
            <a:lvl7pPr>
              <a:spcBef>
                <a:spcPts val="0"/>
              </a:spcBef>
              <a:spcAft>
                <a:spcPts val="0"/>
              </a:spcAft>
              <a:buSzPts val="3000"/>
              <a:buNone/>
              <a:defRPr/>
            </a:lvl7pPr>
            <a:lvl8pPr>
              <a:spcBef>
                <a:spcPts val="0"/>
              </a:spcBef>
              <a:spcAft>
                <a:spcPts val="0"/>
              </a:spcAft>
              <a:buSzPts val="3000"/>
              <a:buNone/>
              <a:defRPr/>
            </a:lvl8pPr>
            <a:lvl9pPr>
              <a:spcBef>
                <a:spcPts val="0"/>
              </a:spcBef>
              <a:spcAft>
                <a:spcPts val="0"/>
              </a:spcAft>
              <a:buSzPts val="3000"/>
              <a:buNone/>
              <a:defRPr/>
            </a:lvl9pPr>
          </a:lstStyle>
          <a:p>
            <a:endParaRPr/>
          </a:p>
        </p:txBody>
      </p:sp>
      <p:sp>
        <p:nvSpPr>
          <p:cNvPr id="178" name="Google Shape;178;p19">
            <a:extLst>
              <a:ext uri="{FF2B5EF4-FFF2-40B4-BE49-F238E27FC236}">
                <a16:creationId xmlns:a16="http://schemas.microsoft.com/office/drawing/2014/main" id="{D85D17D6-5AE6-428C-8D53-4AB53952BD01}"/>
              </a:ext>
            </a:extLst>
          </p:cNvPr>
          <p:cNvSpPr>
            <a:spLocks noGrp="1"/>
          </p:cNvSpPr>
          <p:nvPr>
            <p:ph type="subTitle" idx="1"/>
          </p:nvPr>
        </p:nvSpPr>
        <p:spPr>
          <a:xfrm>
            <a:off x="873197" y="1737255"/>
            <a:ext cx="2459100" cy="1055700"/>
          </a:xfrm>
          <a:prstGeom prst="rect">
            <a:avLst/>
          </a:prstGeom>
          <a:ln>
            <a:noFill/>
          </a:ln>
        </p:spPr>
        <p:txBody>
          <a:bodyPr spcFirstLastPara="1" wrap="square" lIns="91425" tIns="91425" rIns="91425" bIns="91425" anchor="t">
            <a:noAutofit/>
          </a:bodyPr>
          <a:lstStyle>
            <a:lvl1pPr>
              <a:lnSpc>
                <a:spcPct val="100000"/>
              </a:lnSpc>
              <a:spcBef>
                <a:spcPts val="0"/>
              </a:spcBef>
              <a:spcAft>
                <a:spcPts val="0"/>
              </a:spcAft>
              <a:buSzPts val="1400"/>
              <a:buNone/>
              <a:defRPr/>
            </a:lvl1pPr>
            <a:lvl2pPr algn="ctr">
              <a:lnSpc>
                <a:spcPct val="100000"/>
              </a:lnSpc>
              <a:spcBef>
                <a:spcPts val="0"/>
              </a:spcBef>
              <a:spcAft>
                <a:spcPts val="0"/>
              </a:spcAft>
              <a:buSzPts val="1200"/>
              <a:buNone/>
              <a:defRPr/>
            </a:lvl2pPr>
            <a:lvl3pPr algn="ctr">
              <a:lnSpc>
                <a:spcPct val="100000"/>
              </a:lnSpc>
              <a:spcBef>
                <a:spcPts val="0"/>
              </a:spcBef>
              <a:spcAft>
                <a:spcPts val="0"/>
              </a:spcAft>
              <a:buSzPts val="1200"/>
              <a:buNone/>
              <a:defRPr/>
            </a:lvl3pPr>
            <a:lvl4pPr algn="ctr">
              <a:lnSpc>
                <a:spcPct val="100000"/>
              </a:lnSpc>
              <a:spcBef>
                <a:spcPts val="0"/>
              </a:spcBef>
              <a:spcAft>
                <a:spcPts val="0"/>
              </a:spcAft>
              <a:buSzPts val="1200"/>
              <a:buNone/>
              <a:defRPr/>
            </a:lvl4pPr>
            <a:lvl5pPr algn="ctr">
              <a:lnSpc>
                <a:spcPct val="100000"/>
              </a:lnSpc>
              <a:spcBef>
                <a:spcPts val="0"/>
              </a:spcBef>
              <a:spcAft>
                <a:spcPts val="0"/>
              </a:spcAft>
              <a:buSzPts val="1200"/>
              <a:buNone/>
              <a:defRPr/>
            </a:lvl5pPr>
            <a:lvl6pPr algn="ctr">
              <a:lnSpc>
                <a:spcPct val="100000"/>
              </a:lnSpc>
              <a:spcBef>
                <a:spcPts val="0"/>
              </a:spcBef>
              <a:spcAft>
                <a:spcPts val="0"/>
              </a:spcAft>
              <a:buSzPts val="1200"/>
              <a:buNone/>
              <a:defRPr/>
            </a:lvl6pPr>
            <a:lvl7pPr algn="ctr">
              <a:lnSpc>
                <a:spcPct val="100000"/>
              </a:lnSpc>
              <a:spcBef>
                <a:spcPts val="0"/>
              </a:spcBef>
              <a:spcAft>
                <a:spcPts val="0"/>
              </a:spcAft>
              <a:buSzPts val="1200"/>
              <a:buNone/>
              <a:defRPr/>
            </a:lvl7pPr>
            <a:lvl8pPr algn="ctr">
              <a:lnSpc>
                <a:spcPct val="100000"/>
              </a:lnSpc>
              <a:spcBef>
                <a:spcPts val="0"/>
              </a:spcBef>
              <a:spcAft>
                <a:spcPts val="0"/>
              </a:spcAft>
              <a:buSzPts val="1200"/>
              <a:buNone/>
              <a:defRPr/>
            </a:lvl8pPr>
            <a:lvl9pPr algn="ctr">
              <a:lnSpc>
                <a:spcPct val="100000"/>
              </a:lnSpc>
              <a:spcBef>
                <a:spcPts val="0"/>
              </a:spcBef>
              <a:spcAft>
                <a:spcPts val="0"/>
              </a:spcAft>
              <a:buSzPts val="1200"/>
              <a:buNone/>
              <a:defRPr/>
            </a:lvl9pPr>
          </a:lstStyle>
          <a:p>
            <a:endParaRPr/>
          </a:p>
        </p:txBody>
      </p:sp>
      <p:sp>
        <p:nvSpPr>
          <p:cNvPr id="179" name="Google Shape;179;p19">
            <a:extLst>
              <a:ext uri="{FF2B5EF4-FFF2-40B4-BE49-F238E27FC236}">
                <a16:creationId xmlns:a16="http://schemas.microsoft.com/office/drawing/2014/main" id="{A8A16287-40D5-4D67-831D-25DA9E3E65CC}"/>
              </a:ext>
            </a:extLst>
          </p:cNvPr>
          <p:cNvSpPr>
            <a:spLocks noGrp="1"/>
          </p:cNvSpPr>
          <p:nvPr>
            <p:ph type="subTitle" idx="2"/>
          </p:nvPr>
        </p:nvSpPr>
        <p:spPr>
          <a:xfrm>
            <a:off x="3342450" y="1737255"/>
            <a:ext cx="2459100" cy="1055700"/>
          </a:xfrm>
          <a:prstGeom prst="rect">
            <a:avLst/>
          </a:prstGeom>
          <a:ln>
            <a:noFill/>
          </a:ln>
        </p:spPr>
        <p:txBody>
          <a:bodyPr spcFirstLastPara="1" wrap="square" lIns="91425" tIns="91425" rIns="91425" bIns="91425" anchor="t">
            <a:noAutofit/>
          </a:bodyPr>
          <a:lstStyle>
            <a:lvl1pPr>
              <a:lnSpc>
                <a:spcPct val="100000"/>
              </a:lnSpc>
              <a:spcBef>
                <a:spcPts val="0"/>
              </a:spcBef>
              <a:spcAft>
                <a:spcPts val="0"/>
              </a:spcAft>
              <a:buSzPts val="1400"/>
              <a:buNone/>
              <a:defRPr/>
            </a:lvl1pPr>
            <a:lvl2pPr algn="ctr">
              <a:lnSpc>
                <a:spcPct val="100000"/>
              </a:lnSpc>
              <a:spcBef>
                <a:spcPts val="0"/>
              </a:spcBef>
              <a:spcAft>
                <a:spcPts val="0"/>
              </a:spcAft>
              <a:buSzPts val="1200"/>
              <a:buNone/>
              <a:defRPr/>
            </a:lvl2pPr>
            <a:lvl3pPr algn="ctr">
              <a:lnSpc>
                <a:spcPct val="100000"/>
              </a:lnSpc>
              <a:spcBef>
                <a:spcPts val="0"/>
              </a:spcBef>
              <a:spcAft>
                <a:spcPts val="0"/>
              </a:spcAft>
              <a:buSzPts val="1200"/>
              <a:buNone/>
              <a:defRPr/>
            </a:lvl3pPr>
            <a:lvl4pPr algn="ctr">
              <a:lnSpc>
                <a:spcPct val="100000"/>
              </a:lnSpc>
              <a:spcBef>
                <a:spcPts val="0"/>
              </a:spcBef>
              <a:spcAft>
                <a:spcPts val="0"/>
              </a:spcAft>
              <a:buSzPts val="1200"/>
              <a:buNone/>
              <a:defRPr/>
            </a:lvl4pPr>
            <a:lvl5pPr algn="ctr">
              <a:lnSpc>
                <a:spcPct val="100000"/>
              </a:lnSpc>
              <a:spcBef>
                <a:spcPts val="0"/>
              </a:spcBef>
              <a:spcAft>
                <a:spcPts val="0"/>
              </a:spcAft>
              <a:buSzPts val="1200"/>
              <a:buNone/>
              <a:defRPr/>
            </a:lvl5pPr>
            <a:lvl6pPr algn="ctr">
              <a:lnSpc>
                <a:spcPct val="100000"/>
              </a:lnSpc>
              <a:spcBef>
                <a:spcPts val="0"/>
              </a:spcBef>
              <a:spcAft>
                <a:spcPts val="0"/>
              </a:spcAft>
              <a:buSzPts val="1200"/>
              <a:buNone/>
              <a:defRPr/>
            </a:lvl6pPr>
            <a:lvl7pPr algn="ctr">
              <a:lnSpc>
                <a:spcPct val="100000"/>
              </a:lnSpc>
              <a:spcBef>
                <a:spcPts val="0"/>
              </a:spcBef>
              <a:spcAft>
                <a:spcPts val="0"/>
              </a:spcAft>
              <a:buSzPts val="1200"/>
              <a:buNone/>
              <a:defRPr/>
            </a:lvl7pPr>
            <a:lvl8pPr algn="ctr">
              <a:lnSpc>
                <a:spcPct val="100000"/>
              </a:lnSpc>
              <a:spcBef>
                <a:spcPts val="0"/>
              </a:spcBef>
              <a:spcAft>
                <a:spcPts val="0"/>
              </a:spcAft>
              <a:buSzPts val="1200"/>
              <a:buNone/>
              <a:defRPr/>
            </a:lvl8pPr>
            <a:lvl9pPr algn="ctr">
              <a:lnSpc>
                <a:spcPct val="100000"/>
              </a:lnSpc>
              <a:spcBef>
                <a:spcPts val="0"/>
              </a:spcBef>
              <a:spcAft>
                <a:spcPts val="0"/>
              </a:spcAft>
              <a:buSzPts val="1200"/>
              <a:buNone/>
              <a:defRPr/>
            </a:lvl9pPr>
          </a:lstStyle>
          <a:p>
            <a:endParaRPr/>
          </a:p>
        </p:txBody>
      </p:sp>
      <p:sp>
        <p:nvSpPr>
          <p:cNvPr id="180" name="Google Shape;180;p19">
            <a:extLst>
              <a:ext uri="{FF2B5EF4-FFF2-40B4-BE49-F238E27FC236}">
                <a16:creationId xmlns:a16="http://schemas.microsoft.com/office/drawing/2014/main" id="{978A0DFA-C7F7-47CD-9932-C4B8AE5AC50C}"/>
              </a:ext>
            </a:extLst>
          </p:cNvPr>
          <p:cNvSpPr>
            <a:spLocks noGrp="1"/>
          </p:cNvSpPr>
          <p:nvPr>
            <p:ph type="subTitle" idx="3"/>
          </p:nvPr>
        </p:nvSpPr>
        <p:spPr>
          <a:xfrm>
            <a:off x="5811703" y="1737267"/>
            <a:ext cx="2459100" cy="1055700"/>
          </a:xfrm>
          <a:prstGeom prst="rect">
            <a:avLst/>
          </a:prstGeom>
          <a:ln>
            <a:noFill/>
          </a:ln>
        </p:spPr>
        <p:txBody>
          <a:bodyPr spcFirstLastPara="1" wrap="square" lIns="91425" tIns="91425" rIns="91425" bIns="91425" anchor="t">
            <a:noAutofit/>
          </a:bodyPr>
          <a:lstStyle>
            <a:lvl1pPr>
              <a:lnSpc>
                <a:spcPct val="100000"/>
              </a:lnSpc>
              <a:spcBef>
                <a:spcPts val="0"/>
              </a:spcBef>
              <a:spcAft>
                <a:spcPts val="0"/>
              </a:spcAft>
              <a:buSzPts val="1400"/>
              <a:buNone/>
              <a:defRPr/>
            </a:lvl1pPr>
            <a:lvl2pPr algn="ctr">
              <a:lnSpc>
                <a:spcPct val="100000"/>
              </a:lnSpc>
              <a:spcBef>
                <a:spcPts val="0"/>
              </a:spcBef>
              <a:spcAft>
                <a:spcPts val="0"/>
              </a:spcAft>
              <a:buSzPts val="1200"/>
              <a:buNone/>
              <a:defRPr/>
            </a:lvl2pPr>
            <a:lvl3pPr algn="ctr">
              <a:lnSpc>
                <a:spcPct val="100000"/>
              </a:lnSpc>
              <a:spcBef>
                <a:spcPts val="0"/>
              </a:spcBef>
              <a:spcAft>
                <a:spcPts val="0"/>
              </a:spcAft>
              <a:buSzPts val="1200"/>
              <a:buNone/>
              <a:defRPr/>
            </a:lvl3pPr>
            <a:lvl4pPr algn="ctr">
              <a:lnSpc>
                <a:spcPct val="100000"/>
              </a:lnSpc>
              <a:spcBef>
                <a:spcPts val="0"/>
              </a:spcBef>
              <a:spcAft>
                <a:spcPts val="0"/>
              </a:spcAft>
              <a:buSzPts val="1200"/>
              <a:buNone/>
              <a:defRPr/>
            </a:lvl4pPr>
            <a:lvl5pPr algn="ctr">
              <a:lnSpc>
                <a:spcPct val="100000"/>
              </a:lnSpc>
              <a:spcBef>
                <a:spcPts val="0"/>
              </a:spcBef>
              <a:spcAft>
                <a:spcPts val="0"/>
              </a:spcAft>
              <a:buSzPts val="1200"/>
              <a:buNone/>
              <a:defRPr/>
            </a:lvl5pPr>
            <a:lvl6pPr algn="ctr">
              <a:lnSpc>
                <a:spcPct val="100000"/>
              </a:lnSpc>
              <a:spcBef>
                <a:spcPts val="0"/>
              </a:spcBef>
              <a:spcAft>
                <a:spcPts val="0"/>
              </a:spcAft>
              <a:buSzPts val="1200"/>
              <a:buNone/>
              <a:defRPr/>
            </a:lvl6pPr>
            <a:lvl7pPr algn="ctr">
              <a:lnSpc>
                <a:spcPct val="100000"/>
              </a:lnSpc>
              <a:spcBef>
                <a:spcPts val="0"/>
              </a:spcBef>
              <a:spcAft>
                <a:spcPts val="0"/>
              </a:spcAft>
              <a:buSzPts val="1200"/>
              <a:buNone/>
              <a:defRPr/>
            </a:lvl7pPr>
            <a:lvl8pPr algn="ctr">
              <a:lnSpc>
                <a:spcPct val="100000"/>
              </a:lnSpc>
              <a:spcBef>
                <a:spcPts val="0"/>
              </a:spcBef>
              <a:spcAft>
                <a:spcPts val="0"/>
              </a:spcAft>
              <a:buSzPts val="1200"/>
              <a:buNone/>
              <a:defRPr/>
            </a:lvl8pPr>
            <a:lvl9pPr algn="ctr">
              <a:lnSpc>
                <a:spcPct val="100000"/>
              </a:lnSpc>
              <a:spcBef>
                <a:spcPts val="0"/>
              </a:spcBef>
              <a:spcAft>
                <a:spcPts val="0"/>
              </a:spcAft>
              <a:buSzPts val="1200"/>
              <a:buNone/>
              <a:defRPr/>
            </a:lvl9pPr>
          </a:lstStyle>
          <a:p>
            <a:endParaRPr/>
          </a:p>
        </p:txBody>
      </p:sp>
      <p:sp>
        <p:nvSpPr>
          <p:cNvPr id="181" name="Google Shape;181;p19">
            <a:extLst>
              <a:ext uri="{FF2B5EF4-FFF2-40B4-BE49-F238E27FC236}">
                <a16:creationId xmlns:a16="http://schemas.microsoft.com/office/drawing/2014/main" id="{0C346BAD-C9FD-4214-89F0-2A23FE70E1AB}"/>
              </a:ext>
            </a:extLst>
          </p:cNvPr>
          <p:cNvSpPr>
            <a:spLocks noGrp="1"/>
          </p:cNvSpPr>
          <p:nvPr>
            <p:ph type="subTitle" idx="4"/>
          </p:nvPr>
        </p:nvSpPr>
        <p:spPr>
          <a:xfrm>
            <a:off x="873197" y="3552792"/>
            <a:ext cx="2459100" cy="1055700"/>
          </a:xfrm>
          <a:prstGeom prst="rect">
            <a:avLst/>
          </a:prstGeom>
          <a:ln>
            <a:noFill/>
          </a:ln>
        </p:spPr>
        <p:txBody>
          <a:bodyPr spcFirstLastPara="1" wrap="square" lIns="91425" tIns="91425" rIns="91425" bIns="91425" anchor="t">
            <a:noAutofit/>
          </a:bodyPr>
          <a:lstStyle>
            <a:lvl1pPr>
              <a:lnSpc>
                <a:spcPct val="100000"/>
              </a:lnSpc>
              <a:spcBef>
                <a:spcPts val="0"/>
              </a:spcBef>
              <a:spcAft>
                <a:spcPts val="0"/>
              </a:spcAft>
              <a:buSzPts val="1400"/>
              <a:buNone/>
              <a:defRPr/>
            </a:lvl1pPr>
            <a:lvl2pPr algn="ctr">
              <a:lnSpc>
                <a:spcPct val="100000"/>
              </a:lnSpc>
              <a:spcBef>
                <a:spcPts val="0"/>
              </a:spcBef>
              <a:spcAft>
                <a:spcPts val="0"/>
              </a:spcAft>
              <a:buSzPts val="1200"/>
              <a:buNone/>
              <a:defRPr/>
            </a:lvl2pPr>
            <a:lvl3pPr algn="ctr">
              <a:lnSpc>
                <a:spcPct val="100000"/>
              </a:lnSpc>
              <a:spcBef>
                <a:spcPts val="0"/>
              </a:spcBef>
              <a:spcAft>
                <a:spcPts val="0"/>
              </a:spcAft>
              <a:buSzPts val="1200"/>
              <a:buNone/>
              <a:defRPr/>
            </a:lvl3pPr>
            <a:lvl4pPr algn="ctr">
              <a:lnSpc>
                <a:spcPct val="100000"/>
              </a:lnSpc>
              <a:spcBef>
                <a:spcPts val="0"/>
              </a:spcBef>
              <a:spcAft>
                <a:spcPts val="0"/>
              </a:spcAft>
              <a:buSzPts val="1200"/>
              <a:buNone/>
              <a:defRPr/>
            </a:lvl4pPr>
            <a:lvl5pPr algn="ctr">
              <a:lnSpc>
                <a:spcPct val="100000"/>
              </a:lnSpc>
              <a:spcBef>
                <a:spcPts val="0"/>
              </a:spcBef>
              <a:spcAft>
                <a:spcPts val="0"/>
              </a:spcAft>
              <a:buSzPts val="1200"/>
              <a:buNone/>
              <a:defRPr/>
            </a:lvl5pPr>
            <a:lvl6pPr algn="ctr">
              <a:lnSpc>
                <a:spcPct val="100000"/>
              </a:lnSpc>
              <a:spcBef>
                <a:spcPts val="0"/>
              </a:spcBef>
              <a:spcAft>
                <a:spcPts val="0"/>
              </a:spcAft>
              <a:buSzPts val="1200"/>
              <a:buNone/>
              <a:defRPr/>
            </a:lvl6pPr>
            <a:lvl7pPr algn="ctr">
              <a:lnSpc>
                <a:spcPct val="100000"/>
              </a:lnSpc>
              <a:spcBef>
                <a:spcPts val="0"/>
              </a:spcBef>
              <a:spcAft>
                <a:spcPts val="0"/>
              </a:spcAft>
              <a:buSzPts val="1200"/>
              <a:buNone/>
              <a:defRPr/>
            </a:lvl7pPr>
            <a:lvl8pPr algn="ctr">
              <a:lnSpc>
                <a:spcPct val="100000"/>
              </a:lnSpc>
              <a:spcBef>
                <a:spcPts val="0"/>
              </a:spcBef>
              <a:spcAft>
                <a:spcPts val="0"/>
              </a:spcAft>
              <a:buSzPts val="1200"/>
              <a:buNone/>
              <a:defRPr/>
            </a:lvl8pPr>
            <a:lvl9pPr algn="ctr">
              <a:lnSpc>
                <a:spcPct val="100000"/>
              </a:lnSpc>
              <a:spcBef>
                <a:spcPts val="0"/>
              </a:spcBef>
              <a:spcAft>
                <a:spcPts val="0"/>
              </a:spcAft>
              <a:buSzPts val="1200"/>
              <a:buNone/>
              <a:defRPr/>
            </a:lvl9pPr>
          </a:lstStyle>
          <a:p>
            <a:endParaRPr/>
          </a:p>
        </p:txBody>
      </p:sp>
      <p:sp>
        <p:nvSpPr>
          <p:cNvPr id="182" name="Google Shape;182;p19">
            <a:extLst>
              <a:ext uri="{FF2B5EF4-FFF2-40B4-BE49-F238E27FC236}">
                <a16:creationId xmlns:a16="http://schemas.microsoft.com/office/drawing/2014/main" id="{E87322B0-DBEA-44C6-B09A-EA929315E633}"/>
              </a:ext>
            </a:extLst>
          </p:cNvPr>
          <p:cNvSpPr>
            <a:spLocks noGrp="1"/>
          </p:cNvSpPr>
          <p:nvPr>
            <p:ph type="subTitle" idx="5"/>
          </p:nvPr>
        </p:nvSpPr>
        <p:spPr>
          <a:xfrm>
            <a:off x="3342450" y="3552792"/>
            <a:ext cx="2459100" cy="1055700"/>
          </a:xfrm>
          <a:prstGeom prst="rect">
            <a:avLst/>
          </a:prstGeom>
          <a:ln>
            <a:noFill/>
          </a:ln>
        </p:spPr>
        <p:txBody>
          <a:bodyPr spcFirstLastPara="1" wrap="square" lIns="91425" tIns="91425" rIns="91425" bIns="91425" anchor="t">
            <a:noAutofit/>
          </a:bodyPr>
          <a:lstStyle>
            <a:lvl1pPr>
              <a:lnSpc>
                <a:spcPct val="100000"/>
              </a:lnSpc>
              <a:spcBef>
                <a:spcPts val="0"/>
              </a:spcBef>
              <a:spcAft>
                <a:spcPts val="0"/>
              </a:spcAft>
              <a:buSzPts val="1400"/>
              <a:buNone/>
              <a:defRPr/>
            </a:lvl1pPr>
            <a:lvl2pPr algn="ctr">
              <a:lnSpc>
                <a:spcPct val="100000"/>
              </a:lnSpc>
              <a:spcBef>
                <a:spcPts val="0"/>
              </a:spcBef>
              <a:spcAft>
                <a:spcPts val="0"/>
              </a:spcAft>
              <a:buSzPts val="1200"/>
              <a:buNone/>
              <a:defRPr/>
            </a:lvl2pPr>
            <a:lvl3pPr algn="ctr">
              <a:lnSpc>
                <a:spcPct val="100000"/>
              </a:lnSpc>
              <a:spcBef>
                <a:spcPts val="0"/>
              </a:spcBef>
              <a:spcAft>
                <a:spcPts val="0"/>
              </a:spcAft>
              <a:buSzPts val="1200"/>
              <a:buNone/>
              <a:defRPr/>
            </a:lvl3pPr>
            <a:lvl4pPr algn="ctr">
              <a:lnSpc>
                <a:spcPct val="100000"/>
              </a:lnSpc>
              <a:spcBef>
                <a:spcPts val="0"/>
              </a:spcBef>
              <a:spcAft>
                <a:spcPts val="0"/>
              </a:spcAft>
              <a:buSzPts val="1200"/>
              <a:buNone/>
              <a:defRPr/>
            </a:lvl4pPr>
            <a:lvl5pPr algn="ctr">
              <a:lnSpc>
                <a:spcPct val="100000"/>
              </a:lnSpc>
              <a:spcBef>
                <a:spcPts val="0"/>
              </a:spcBef>
              <a:spcAft>
                <a:spcPts val="0"/>
              </a:spcAft>
              <a:buSzPts val="1200"/>
              <a:buNone/>
              <a:defRPr/>
            </a:lvl5pPr>
            <a:lvl6pPr algn="ctr">
              <a:lnSpc>
                <a:spcPct val="100000"/>
              </a:lnSpc>
              <a:spcBef>
                <a:spcPts val="0"/>
              </a:spcBef>
              <a:spcAft>
                <a:spcPts val="0"/>
              </a:spcAft>
              <a:buSzPts val="1200"/>
              <a:buNone/>
              <a:defRPr/>
            </a:lvl6pPr>
            <a:lvl7pPr algn="ctr">
              <a:lnSpc>
                <a:spcPct val="100000"/>
              </a:lnSpc>
              <a:spcBef>
                <a:spcPts val="0"/>
              </a:spcBef>
              <a:spcAft>
                <a:spcPts val="0"/>
              </a:spcAft>
              <a:buSzPts val="1200"/>
              <a:buNone/>
              <a:defRPr/>
            </a:lvl7pPr>
            <a:lvl8pPr algn="ctr">
              <a:lnSpc>
                <a:spcPct val="100000"/>
              </a:lnSpc>
              <a:spcBef>
                <a:spcPts val="0"/>
              </a:spcBef>
              <a:spcAft>
                <a:spcPts val="0"/>
              </a:spcAft>
              <a:buSzPts val="1200"/>
              <a:buNone/>
              <a:defRPr/>
            </a:lvl8pPr>
            <a:lvl9pPr algn="ctr">
              <a:lnSpc>
                <a:spcPct val="100000"/>
              </a:lnSpc>
              <a:spcBef>
                <a:spcPts val="0"/>
              </a:spcBef>
              <a:spcAft>
                <a:spcPts val="0"/>
              </a:spcAft>
              <a:buSzPts val="1200"/>
              <a:buNone/>
              <a:defRPr/>
            </a:lvl9pPr>
          </a:lstStyle>
          <a:p>
            <a:endParaRPr/>
          </a:p>
        </p:txBody>
      </p:sp>
      <p:sp>
        <p:nvSpPr>
          <p:cNvPr id="183" name="Google Shape;183;p19">
            <a:extLst>
              <a:ext uri="{FF2B5EF4-FFF2-40B4-BE49-F238E27FC236}">
                <a16:creationId xmlns:a16="http://schemas.microsoft.com/office/drawing/2014/main" id="{8A6C19CC-8B13-47D5-B507-155F611CB4C6}"/>
              </a:ext>
            </a:extLst>
          </p:cNvPr>
          <p:cNvSpPr>
            <a:spLocks noGrp="1"/>
          </p:cNvSpPr>
          <p:nvPr>
            <p:ph type="subTitle" idx="6"/>
          </p:nvPr>
        </p:nvSpPr>
        <p:spPr>
          <a:xfrm>
            <a:off x="5811703" y="3552792"/>
            <a:ext cx="2459100" cy="1055700"/>
          </a:xfrm>
          <a:prstGeom prst="rect">
            <a:avLst/>
          </a:prstGeom>
          <a:ln>
            <a:noFill/>
          </a:ln>
        </p:spPr>
        <p:txBody>
          <a:bodyPr spcFirstLastPara="1" wrap="square" lIns="91425" tIns="91425" rIns="91425" bIns="91425" anchor="t">
            <a:noAutofit/>
          </a:bodyPr>
          <a:lstStyle>
            <a:lvl1pPr>
              <a:lnSpc>
                <a:spcPct val="100000"/>
              </a:lnSpc>
              <a:spcBef>
                <a:spcPts val="0"/>
              </a:spcBef>
              <a:spcAft>
                <a:spcPts val="0"/>
              </a:spcAft>
              <a:buSzPts val="1400"/>
              <a:buNone/>
              <a:defRPr/>
            </a:lvl1pPr>
            <a:lvl2pPr algn="ctr">
              <a:lnSpc>
                <a:spcPct val="100000"/>
              </a:lnSpc>
              <a:spcBef>
                <a:spcPts val="0"/>
              </a:spcBef>
              <a:spcAft>
                <a:spcPts val="0"/>
              </a:spcAft>
              <a:buSzPts val="1200"/>
              <a:buNone/>
              <a:defRPr/>
            </a:lvl2pPr>
            <a:lvl3pPr algn="ctr">
              <a:lnSpc>
                <a:spcPct val="100000"/>
              </a:lnSpc>
              <a:spcBef>
                <a:spcPts val="0"/>
              </a:spcBef>
              <a:spcAft>
                <a:spcPts val="0"/>
              </a:spcAft>
              <a:buSzPts val="1200"/>
              <a:buNone/>
              <a:defRPr/>
            </a:lvl3pPr>
            <a:lvl4pPr algn="ctr">
              <a:lnSpc>
                <a:spcPct val="100000"/>
              </a:lnSpc>
              <a:spcBef>
                <a:spcPts val="0"/>
              </a:spcBef>
              <a:spcAft>
                <a:spcPts val="0"/>
              </a:spcAft>
              <a:buSzPts val="1200"/>
              <a:buNone/>
              <a:defRPr/>
            </a:lvl4pPr>
            <a:lvl5pPr algn="ctr">
              <a:lnSpc>
                <a:spcPct val="100000"/>
              </a:lnSpc>
              <a:spcBef>
                <a:spcPts val="0"/>
              </a:spcBef>
              <a:spcAft>
                <a:spcPts val="0"/>
              </a:spcAft>
              <a:buSzPts val="1200"/>
              <a:buNone/>
              <a:defRPr/>
            </a:lvl5pPr>
            <a:lvl6pPr algn="ctr">
              <a:lnSpc>
                <a:spcPct val="100000"/>
              </a:lnSpc>
              <a:spcBef>
                <a:spcPts val="0"/>
              </a:spcBef>
              <a:spcAft>
                <a:spcPts val="0"/>
              </a:spcAft>
              <a:buSzPts val="1200"/>
              <a:buNone/>
              <a:defRPr/>
            </a:lvl6pPr>
            <a:lvl7pPr algn="ctr">
              <a:lnSpc>
                <a:spcPct val="100000"/>
              </a:lnSpc>
              <a:spcBef>
                <a:spcPts val="0"/>
              </a:spcBef>
              <a:spcAft>
                <a:spcPts val="0"/>
              </a:spcAft>
              <a:buSzPts val="1200"/>
              <a:buNone/>
              <a:defRPr/>
            </a:lvl7pPr>
            <a:lvl8pPr algn="ctr">
              <a:lnSpc>
                <a:spcPct val="100000"/>
              </a:lnSpc>
              <a:spcBef>
                <a:spcPts val="0"/>
              </a:spcBef>
              <a:spcAft>
                <a:spcPts val="0"/>
              </a:spcAft>
              <a:buSzPts val="1200"/>
              <a:buNone/>
              <a:defRPr/>
            </a:lvl8pPr>
            <a:lvl9pPr algn="ctr">
              <a:lnSpc>
                <a:spcPct val="100000"/>
              </a:lnSpc>
              <a:spcBef>
                <a:spcPts val="0"/>
              </a:spcBef>
              <a:spcAft>
                <a:spcPts val="0"/>
              </a:spcAft>
              <a:buSzPts val="1200"/>
              <a:buNone/>
              <a:defRPr/>
            </a:lvl9pPr>
          </a:lstStyle>
          <a:p>
            <a:endParaRPr/>
          </a:p>
        </p:txBody>
      </p:sp>
      <p:sp>
        <p:nvSpPr>
          <p:cNvPr id="184" name="Google Shape;184;p19">
            <a:extLst>
              <a:ext uri="{FF2B5EF4-FFF2-40B4-BE49-F238E27FC236}">
                <a16:creationId xmlns:a16="http://schemas.microsoft.com/office/drawing/2014/main" id="{F7C23A73-6C09-40E5-AEAC-814D4F8D39D5}"/>
              </a:ext>
            </a:extLst>
          </p:cNvPr>
          <p:cNvSpPr>
            <a:spLocks noGrp="1"/>
          </p:cNvSpPr>
          <p:nvPr>
            <p:ph type="subTitle" idx="7"/>
          </p:nvPr>
        </p:nvSpPr>
        <p:spPr>
          <a:xfrm>
            <a:off x="873197" y="1093925"/>
            <a:ext cx="2459100" cy="728100"/>
          </a:xfrm>
          <a:prstGeom prst="rect">
            <a:avLst/>
          </a:prstGeom>
          <a:ln>
            <a:noFill/>
          </a:ln>
        </p:spPr>
        <p:txBody>
          <a:bodyPr spcFirstLastPara="1" wrap="square" lIns="91425" tIns="91425" rIns="91425" bIns="91425" anchor="b">
            <a:noAutofit/>
          </a:bodyPr>
          <a:lstStyle>
            <a:lvl1pPr>
              <a:lnSpc>
                <a:spcPct val="100000"/>
              </a:lnSpc>
              <a:spcBef>
                <a:spcPts val="0"/>
              </a:spcBef>
              <a:spcAft>
                <a:spcPts val="0"/>
              </a:spcAft>
              <a:buClr>
                <a:schemeClr val="dk1"/>
              </a:buClr>
              <a:buSzPts val="2400"/>
              <a:buFont typeface="Prata"/>
              <a:buNone/>
              <a:defRPr sz="1800" b="1">
                <a:solidFill>
                  <a:schemeClr val="dk1"/>
                </a:solidFill>
                <a:latin typeface="Prata"/>
                <a:ea typeface="Prata"/>
                <a:cs typeface="Prata"/>
              </a:defRPr>
            </a:lvl1pPr>
            <a:lvl2pPr algn="ctr">
              <a:lnSpc>
                <a:spcPct val="100000"/>
              </a:lnSpc>
              <a:spcBef>
                <a:spcPts val="0"/>
              </a:spcBef>
              <a:spcAft>
                <a:spcPts val="0"/>
              </a:spcAft>
              <a:buClr>
                <a:schemeClr val="dk1"/>
              </a:buClr>
              <a:buSzPts val="2400"/>
              <a:buFont typeface="Prata"/>
              <a:buNone/>
              <a:defRPr sz="2400">
                <a:solidFill>
                  <a:schemeClr val="dk1"/>
                </a:solidFill>
                <a:latin typeface="Prata"/>
                <a:ea typeface="Prata"/>
                <a:cs typeface="Prata"/>
              </a:defRPr>
            </a:lvl2pPr>
            <a:lvl3pPr algn="ctr">
              <a:lnSpc>
                <a:spcPct val="100000"/>
              </a:lnSpc>
              <a:spcBef>
                <a:spcPts val="0"/>
              </a:spcBef>
              <a:spcAft>
                <a:spcPts val="0"/>
              </a:spcAft>
              <a:buClr>
                <a:schemeClr val="dk1"/>
              </a:buClr>
              <a:buSzPts val="2400"/>
              <a:buFont typeface="Prata"/>
              <a:buNone/>
              <a:defRPr sz="2400">
                <a:solidFill>
                  <a:schemeClr val="dk1"/>
                </a:solidFill>
                <a:latin typeface="Prata"/>
                <a:ea typeface="Prata"/>
                <a:cs typeface="Prata"/>
              </a:defRPr>
            </a:lvl3pPr>
            <a:lvl4pPr algn="ctr">
              <a:lnSpc>
                <a:spcPct val="100000"/>
              </a:lnSpc>
              <a:spcBef>
                <a:spcPts val="0"/>
              </a:spcBef>
              <a:spcAft>
                <a:spcPts val="0"/>
              </a:spcAft>
              <a:buClr>
                <a:schemeClr val="dk1"/>
              </a:buClr>
              <a:buSzPts val="2400"/>
              <a:buFont typeface="Prata"/>
              <a:buNone/>
              <a:defRPr sz="2400">
                <a:solidFill>
                  <a:schemeClr val="dk1"/>
                </a:solidFill>
                <a:latin typeface="Prata"/>
                <a:ea typeface="Prata"/>
                <a:cs typeface="Prata"/>
              </a:defRPr>
            </a:lvl4pPr>
            <a:lvl5pPr algn="ctr">
              <a:lnSpc>
                <a:spcPct val="100000"/>
              </a:lnSpc>
              <a:spcBef>
                <a:spcPts val="0"/>
              </a:spcBef>
              <a:spcAft>
                <a:spcPts val="0"/>
              </a:spcAft>
              <a:buClr>
                <a:schemeClr val="dk1"/>
              </a:buClr>
              <a:buSzPts val="2400"/>
              <a:buFont typeface="Prata"/>
              <a:buNone/>
              <a:defRPr sz="2400">
                <a:solidFill>
                  <a:schemeClr val="dk1"/>
                </a:solidFill>
                <a:latin typeface="Prata"/>
                <a:ea typeface="Prata"/>
                <a:cs typeface="Prata"/>
              </a:defRPr>
            </a:lvl5pPr>
            <a:lvl6pPr algn="ctr">
              <a:lnSpc>
                <a:spcPct val="100000"/>
              </a:lnSpc>
              <a:spcBef>
                <a:spcPts val="0"/>
              </a:spcBef>
              <a:spcAft>
                <a:spcPts val="0"/>
              </a:spcAft>
              <a:buClr>
                <a:schemeClr val="dk1"/>
              </a:buClr>
              <a:buSzPts val="2400"/>
              <a:buFont typeface="Prata"/>
              <a:buNone/>
              <a:defRPr sz="2400">
                <a:solidFill>
                  <a:schemeClr val="dk1"/>
                </a:solidFill>
                <a:latin typeface="Prata"/>
                <a:ea typeface="Prata"/>
                <a:cs typeface="Prata"/>
              </a:defRPr>
            </a:lvl6pPr>
            <a:lvl7pPr algn="ctr">
              <a:lnSpc>
                <a:spcPct val="100000"/>
              </a:lnSpc>
              <a:spcBef>
                <a:spcPts val="0"/>
              </a:spcBef>
              <a:spcAft>
                <a:spcPts val="0"/>
              </a:spcAft>
              <a:buClr>
                <a:schemeClr val="dk1"/>
              </a:buClr>
              <a:buSzPts val="2400"/>
              <a:buFont typeface="Prata"/>
              <a:buNone/>
              <a:defRPr sz="2400">
                <a:solidFill>
                  <a:schemeClr val="dk1"/>
                </a:solidFill>
                <a:latin typeface="Prata"/>
                <a:ea typeface="Prata"/>
                <a:cs typeface="Prata"/>
              </a:defRPr>
            </a:lvl7pPr>
            <a:lvl8pPr algn="ctr">
              <a:lnSpc>
                <a:spcPct val="100000"/>
              </a:lnSpc>
              <a:spcBef>
                <a:spcPts val="0"/>
              </a:spcBef>
              <a:spcAft>
                <a:spcPts val="0"/>
              </a:spcAft>
              <a:buClr>
                <a:schemeClr val="dk1"/>
              </a:buClr>
              <a:buSzPts val="2400"/>
              <a:buFont typeface="Prata"/>
              <a:buNone/>
              <a:defRPr sz="2400">
                <a:solidFill>
                  <a:schemeClr val="dk1"/>
                </a:solidFill>
                <a:latin typeface="Prata"/>
                <a:ea typeface="Prata"/>
                <a:cs typeface="Prata"/>
              </a:defRPr>
            </a:lvl8pPr>
            <a:lvl9pPr algn="ctr">
              <a:lnSpc>
                <a:spcPct val="100000"/>
              </a:lnSpc>
              <a:spcBef>
                <a:spcPts val="0"/>
              </a:spcBef>
              <a:spcAft>
                <a:spcPts val="0"/>
              </a:spcAft>
              <a:buClr>
                <a:schemeClr val="dk1"/>
              </a:buClr>
              <a:buSzPts val="2400"/>
              <a:buFont typeface="Prata"/>
              <a:buNone/>
              <a:defRPr sz="2400">
                <a:solidFill>
                  <a:schemeClr val="dk1"/>
                </a:solidFill>
                <a:latin typeface="Prata"/>
                <a:ea typeface="Prata"/>
                <a:cs typeface="Prata"/>
              </a:defRPr>
            </a:lvl9pPr>
          </a:lstStyle>
          <a:p>
            <a:endParaRPr/>
          </a:p>
        </p:txBody>
      </p:sp>
      <p:sp>
        <p:nvSpPr>
          <p:cNvPr id="185" name="Google Shape;185;p19">
            <a:extLst>
              <a:ext uri="{FF2B5EF4-FFF2-40B4-BE49-F238E27FC236}">
                <a16:creationId xmlns:a16="http://schemas.microsoft.com/office/drawing/2014/main" id="{630FC971-A3B3-4EE2-8C40-F2278C8A44AC}"/>
              </a:ext>
            </a:extLst>
          </p:cNvPr>
          <p:cNvSpPr>
            <a:spLocks noGrp="1"/>
          </p:cNvSpPr>
          <p:nvPr>
            <p:ph type="subTitle" idx="8"/>
          </p:nvPr>
        </p:nvSpPr>
        <p:spPr>
          <a:xfrm>
            <a:off x="3342450" y="1093925"/>
            <a:ext cx="2459100" cy="728100"/>
          </a:xfrm>
          <a:prstGeom prst="rect">
            <a:avLst/>
          </a:prstGeom>
          <a:ln>
            <a:noFill/>
          </a:ln>
        </p:spPr>
        <p:txBody>
          <a:bodyPr spcFirstLastPara="1" wrap="square" lIns="91425" tIns="91425" rIns="91425" bIns="91425" anchor="b">
            <a:noAutofit/>
          </a:bodyPr>
          <a:lstStyle>
            <a:lvl1pPr>
              <a:lnSpc>
                <a:spcPct val="100000"/>
              </a:lnSpc>
              <a:spcBef>
                <a:spcPts val="0"/>
              </a:spcBef>
              <a:spcAft>
                <a:spcPts val="0"/>
              </a:spcAft>
              <a:buClr>
                <a:schemeClr val="dk1"/>
              </a:buClr>
              <a:buSzPts val="2400"/>
              <a:buFont typeface="Prata"/>
              <a:buNone/>
              <a:defRPr sz="1800" b="1">
                <a:solidFill>
                  <a:schemeClr val="dk1"/>
                </a:solidFill>
                <a:latin typeface="Prata"/>
                <a:ea typeface="Prata"/>
                <a:cs typeface="Prata"/>
              </a:defRPr>
            </a:lvl1pPr>
            <a:lvl2pPr algn="ctr">
              <a:lnSpc>
                <a:spcPct val="100000"/>
              </a:lnSpc>
              <a:spcBef>
                <a:spcPts val="0"/>
              </a:spcBef>
              <a:spcAft>
                <a:spcPts val="0"/>
              </a:spcAft>
              <a:buClr>
                <a:schemeClr val="dk1"/>
              </a:buClr>
              <a:buSzPts val="2400"/>
              <a:buFont typeface="Prata"/>
              <a:buNone/>
              <a:defRPr sz="2400">
                <a:solidFill>
                  <a:schemeClr val="dk1"/>
                </a:solidFill>
                <a:latin typeface="Prata"/>
                <a:ea typeface="Prata"/>
                <a:cs typeface="Prata"/>
              </a:defRPr>
            </a:lvl2pPr>
            <a:lvl3pPr algn="ctr">
              <a:lnSpc>
                <a:spcPct val="100000"/>
              </a:lnSpc>
              <a:spcBef>
                <a:spcPts val="0"/>
              </a:spcBef>
              <a:spcAft>
                <a:spcPts val="0"/>
              </a:spcAft>
              <a:buClr>
                <a:schemeClr val="dk1"/>
              </a:buClr>
              <a:buSzPts val="2400"/>
              <a:buFont typeface="Prata"/>
              <a:buNone/>
              <a:defRPr sz="2400">
                <a:solidFill>
                  <a:schemeClr val="dk1"/>
                </a:solidFill>
                <a:latin typeface="Prata"/>
                <a:ea typeface="Prata"/>
                <a:cs typeface="Prata"/>
              </a:defRPr>
            </a:lvl3pPr>
            <a:lvl4pPr algn="ctr">
              <a:lnSpc>
                <a:spcPct val="100000"/>
              </a:lnSpc>
              <a:spcBef>
                <a:spcPts val="0"/>
              </a:spcBef>
              <a:spcAft>
                <a:spcPts val="0"/>
              </a:spcAft>
              <a:buClr>
                <a:schemeClr val="dk1"/>
              </a:buClr>
              <a:buSzPts val="2400"/>
              <a:buFont typeface="Prata"/>
              <a:buNone/>
              <a:defRPr sz="2400">
                <a:solidFill>
                  <a:schemeClr val="dk1"/>
                </a:solidFill>
                <a:latin typeface="Prata"/>
                <a:ea typeface="Prata"/>
                <a:cs typeface="Prata"/>
              </a:defRPr>
            </a:lvl4pPr>
            <a:lvl5pPr algn="ctr">
              <a:lnSpc>
                <a:spcPct val="100000"/>
              </a:lnSpc>
              <a:spcBef>
                <a:spcPts val="0"/>
              </a:spcBef>
              <a:spcAft>
                <a:spcPts val="0"/>
              </a:spcAft>
              <a:buClr>
                <a:schemeClr val="dk1"/>
              </a:buClr>
              <a:buSzPts val="2400"/>
              <a:buFont typeface="Prata"/>
              <a:buNone/>
              <a:defRPr sz="2400">
                <a:solidFill>
                  <a:schemeClr val="dk1"/>
                </a:solidFill>
                <a:latin typeface="Prata"/>
                <a:ea typeface="Prata"/>
                <a:cs typeface="Prata"/>
              </a:defRPr>
            </a:lvl5pPr>
            <a:lvl6pPr algn="ctr">
              <a:lnSpc>
                <a:spcPct val="100000"/>
              </a:lnSpc>
              <a:spcBef>
                <a:spcPts val="0"/>
              </a:spcBef>
              <a:spcAft>
                <a:spcPts val="0"/>
              </a:spcAft>
              <a:buClr>
                <a:schemeClr val="dk1"/>
              </a:buClr>
              <a:buSzPts val="2400"/>
              <a:buFont typeface="Prata"/>
              <a:buNone/>
              <a:defRPr sz="2400">
                <a:solidFill>
                  <a:schemeClr val="dk1"/>
                </a:solidFill>
                <a:latin typeface="Prata"/>
                <a:ea typeface="Prata"/>
                <a:cs typeface="Prata"/>
              </a:defRPr>
            </a:lvl6pPr>
            <a:lvl7pPr algn="ctr">
              <a:lnSpc>
                <a:spcPct val="100000"/>
              </a:lnSpc>
              <a:spcBef>
                <a:spcPts val="0"/>
              </a:spcBef>
              <a:spcAft>
                <a:spcPts val="0"/>
              </a:spcAft>
              <a:buClr>
                <a:schemeClr val="dk1"/>
              </a:buClr>
              <a:buSzPts val="2400"/>
              <a:buFont typeface="Prata"/>
              <a:buNone/>
              <a:defRPr sz="2400">
                <a:solidFill>
                  <a:schemeClr val="dk1"/>
                </a:solidFill>
                <a:latin typeface="Prata"/>
                <a:ea typeface="Prata"/>
                <a:cs typeface="Prata"/>
              </a:defRPr>
            </a:lvl7pPr>
            <a:lvl8pPr algn="ctr">
              <a:lnSpc>
                <a:spcPct val="100000"/>
              </a:lnSpc>
              <a:spcBef>
                <a:spcPts val="0"/>
              </a:spcBef>
              <a:spcAft>
                <a:spcPts val="0"/>
              </a:spcAft>
              <a:buClr>
                <a:schemeClr val="dk1"/>
              </a:buClr>
              <a:buSzPts val="2400"/>
              <a:buFont typeface="Prata"/>
              <a:buNone/>
              <a:defRPr sz="2400">
                <a:solidFill>
                  <a:schemeClr val="dk1"/>
                </a:solidFill>
                <a:latin typeface="Prata"/>
                <a:ea typeface="Prata"/>
                <a:cs typeface="Prata"/>
              </a:defRPr>
            </a:lvl8pPr>
            <a:lvl9pPr algn="ctr">
              <a:lnSpc>
                <a:spcPct val="100000"/>
              </a:lnSpc>
              <a:spcBef>
                <a:spcPts val="0"/>
              </a:spcBef>
              <a:spcAft>
                <a:spcPts val="0"/>
              </a:spcAft>
              <a:buClr>
                <a:schemeClr val="dk1"/>
              </a:buClr>
              <a:buSzPts val="2400"/>
              <a:buFont typeface="Prata"/>
              <a:buNone/>
              <a:defRPr sz="2400">
                <a:solidFill>
                  <a:schemeClr val="dk1"/>
                </a:solidFill>
                <a:latin typeface="Prata"/>
                <a:ea typeface="Prata"/>
                <a:cs typeface="Prata"/>
              </a:defRPr>
            </a:lvl9pPr>
          </a:lstStyle>
          <a:p>
            <a:endParaRPr/>
          </a:p>
        </p:txBody>
      </p:sp>
      <p:sp>
        <p:nvSpPr>
          <p:cNvPr id="186" name="Google Shape;186;p19">
            <a:extLst>
              <a:ext uri="{FF2B5EF4-FFF2-40B4-BE49-F238E27FC236}">
                <a16:creationId xmlns:a16="http://schemas.microsoft.com/office/drawing/2014/main" id="{F8223778-6C08-46A6-9805-BCDEE78AF347}"/>
              </a:ext>
            </a:extLst>
          </p:cNvPr>
          <p:cNvSpPr>
            <a:spLocks noGrp="1"/>
          </p:cNvSpPr>
          <p:nvPr>
            <p:ph type="subTitle" idx="9"/>
          </p:nvPr>
        </p:nvSpPr>
        <p:spPr>
          <a:xfrm>
            <a:off x="5811703" y="1093925"/>
            <a:ext cx="2459100" cy="728100"/>
          </a:xfrm>
          <a:prstGeom prst="rect">
            <a:avLst/>
          </a:prstGeom>
          <a:ln>
            <a:noFill/>
          </a:ln>
        </p:spPr>
        <p:txBody>
          <a:bodyPr spcFirstLastPara="1" wrap="square" lIns="91425" tIns="91425" rIns="91425" bIns="91425" anchor="b">
            <a:noAutofit/>
          </a:bodyPr>
          <a:lstStyle>
            <a:lvl1pPr>
              <a:lnSpc>
                <a:spcPct val="100000"/>
              </a:lnSpc>
              <a:spcBef>
                <a:spcPts val="0"/>
              </a:spcBef>
              <a:spcAft>
                <a:spcPts val="0"/>
              </a:spcAft>
              <a:buClr>
                <a:schemeClr val="dk1"/>
              </a:buClr>
              <a:buSzPts val="2400"/>
              <a:buFont typeface="Prata"/>
              <a:buNone/>
              <a:defRPr sz="1800" b="1">
                <a:solidFill>
                  <a:schemeClr val="dk1"/>
                </a:solidFill>
                <a:latin typeface="Prata"/>
                <a:ea typeface="Prata"/>
                <a:cs typeface="Prata"/>
              </a:defRPr>
            </a:lvl1pPr>
            <a:lvl2pPr algn="ctr">
              <a:lnSpc>
                <a:spcPct val="100000"/>
              </a:lnSpc>
              <a:spcBef>
                <a:spcPts val="0"/>
              </a:spcBef>
              <a:spcAft>
                <a:spcPts val="0"/>
              </a:spcAft>
              <a:buClr>
                <a:schemeClr val="dk1"/>
              </a:buClr>
              <a:buSzPts val="2400"/>
              <a:buFont typeface="Prata"/>
              <a:buNone/>
              <a:defRPr sz="2400">
                <a:solidFill>
                  <a:schemeClr val="dk1"/>
                </a:solidFill>
                <a:latin typeface="Prata"/>
                <a:ea typeface="Prata"/>
                <a:cs typeface="Prata"/>
              </a:defRPr>
            </a:lvl2pPr>
            <a:lvl3pPr algn="ctr">
              <a:lnSpc>
                <a:spcPct val="100000"/>
              </a:lnSpc>
              <a:spcBef>
                <a:spcPts val="0"/>
              </a:spcBef>
              <a:spcAft>
                <a:spcPts val="0"/>
              </a:spcAft>
              <a:buClr>
                <a:schemeClr val="dk1"/>
              </a:buClr>
              <a:buSzPts val="2400"/>
              <a:buFont typeface="Prata"/>
              <a:buNone/>
              <a:defRPr sz="2400">
                <a:solidFill>
                  <a:schemeClr val="dk1"/>
                </a:solidFill>
                <a:latin typeface="Prata"/>
                <a:ea typeface="Prata"/>
                <a:cs typeface="Prata"/>
              </a:defRPr>
            </a:lvl3pPr>
            <a:lvl4pPr algn="ctr">
              <a:lnSpc>
                <a:spcPct val="100000"/>
              </a:lnSpc>
              <a:spcBef>
                <a:spcPts val="0"/>
              </a:spcBef>
              <a:spcAft>
                <a:spcPts val="0"/>
              </a:spcAft>
              <a:buClr>
                <a:schemeClr val="dk1"/>
              </a:buClr>
              <a:buSzPts val="2400"/>
              <a:buFont typeface="Prata"/>
              <a:buNone/>
              <a:defRPr sz="2400">
                <a:solidFill>
                  <a:schemeClr val="dk1"/>
                </a:solidFill>
                <a:latin typeface="Prata"/>
                <a:ea typeface="Prata"/>
                <a:cs typeface="Prata"/>
              </a:defRPr>
            </a:lvl4pPr>
            <a:lvl5pPr algn="ctr">
              <a:lnSpc>
                <a:spcPct val="100000"/>
              </a:lnSpc>
              <a:spcBef>
                <a:spcPts val="0"/>
              </a:spcBef>
              <a:spcAft>
                <a:spcPts val="0"/>
              </a:spcAft>
              <a:buClr>
                <a:schemeClr val="dk1"/>
              </a:buClr>
              <a:buSzPts val="2400"/>
              <a:buFont typeface="Prata"/>
              <a:buNone/>
              <a:defRPr sz="2400">
                <a:solidFill>
                  <a:schemeClr val="dk1"/>
                </a:solidFill>
                <a:latin typeface="Prata"/>
                <a:ea typeface="Prata"/>
                <a:cs typeface="Prata"/>
              </a:defRPr>
            </a:lvl5pPr>
            <a:lvl6pPr algn="ctr">
              <a:lnSpc>
                <a:spcPct val="100000"/>
              </a:lnSpc>
              <a:spcBef>
                <a:spcPts val="0"/>
              </a:spcBef>
              <a:spcAft>
                <a:spcPts val="0"/>
              </a:spcAft>
              <a:buClr>
                <a:schemeClr val="dk1"/>
              </a:buClr>
              <a:buSzPts val="2400"/>
              <a:buFont typeface="Prata"/>
              <a:buNone/>
              <a:defRPr sz="2400">
                <a:solidFill>
                  <a:schemeClr val="dk1"/>
                </a:solidFill>
                <a:latin typeface="Prata"/>
                <a:ea typeface="Prata"/>
                <a:cs typeface="Prata"/>
              </a:defRPr>
            </a:lvl6pPr>
            <a:lvl7pPr algn="ctr">
              <a:lnSpc>
                <a:spcPct val="100000"/>
              </a:lnSpc>
              <a:spcBef>
                <a:spcPts val="0"/>
              </a:spcBef>
              <a:spcAft>
                <a:spcPts val="0"/>
              </a:spcAft>
              <a:buClr>
                <a:schemeClr val="dk1"/>
              </a:buClr>
              <a:buSzPts val="2400"/>
              <a:buFont typeface="Prata"/>
              <a:buNone/>
              <a:defRPr sz="2400">
                <a:solidFill>
                  <a:schemeClr val="dk1"/>
                </a:solidFill>
                <a:latin typeface="Prata"/>
                <a:ea typeface="Prata"/>
                <a:cs typeface="Prata"/>
              </a:defRPr>
            </a:lvl7pPr>
            <a:lvl8pPr algn="ctr">
              <a:lnSpc>
                <a:spcPct val="100000"/>
              </a:lnSpc>
              <a:spcBef>
                <a:spcPts val="0"/>
              </a:spcBef>
              <a:spcAft>
                <a:spcPts val="0"/>
              </a:spcAft>
              <a:buClr>
                <a:schemeClr val="dk1"/>
              </a:buClr>
              <a:buSzPts val="2400"/>
              <a:buFont typeface="Prata"/>
              <a:buNone/>
              <a:defRPr sz="2400">
                <a:solidFill>
                  <a:schemeClr val="dk1"/>
                </a:solidFill>
                <a:latin typeface="Prata"/>
                <a:ea typeface="Prata"/>
                <a:cs typeface="Prata"/>
              </a:defRPr>
            </a:lvl8pPr>
            <a:lvl9pPr algn="ctr">
              <a:lnSpc>
                <a:spcPct val="100000"/>
              </a:lnSpc>
              <a:spcBef>
                <a:spcPts val="0"/>
              </a:spcBef>
              <a:spcAft>
                <a:spcPts val="0"/>
              </a:spcAft>
              <a:buClr>
                <a:schemeClr val="dk1"/>
              </a:buClr>
              <a:buSzPts val="2400"/>
              <a:buFont typeface="Prata"/>
              <a:buNone/>
              <a:defRPr sz="2400">
                <a:solidFill>
                  <a:schemeClr val="dk1"/>
                </a:solidFill>
                <a:latin typeface="Prata"/>
                <a:ea typeface="Prata"/>
                <a:cs typeface="Prata"/>
              </a:defRPr>
            </a:lvl9pPr>
          </a:lstStyle>
          <a:p>
            <a:endParaRPr/>
          </a:p>
        </p:txBody>
      </p:sp>
      <p:sp>
        <p:nvSpPr>
          <p:cNvPr id="187" name="Google Shape;187;p19">
            <a:extLst>
              <a:ext uri="{FF2B5EF4-FFF2-40B4-BE49-F238E27FC236}">
                <a16:creationId xmlns:a16="http://schemas.microsoft.com/office/drawing/2014/main" id="{1ADEA7DB-38FA-4EEC-89FB-04A62F51A4D5}"/>
              </a:ext>
            </a:extLst>
          </p:cNvPr>
          <p:cNvSpPr>
            <a:spLocks noGrp="1"/>
          </p:cNvSpPr>
          <p:nvPr>
            <p:ph type="subTitle" idx="13"/>
          </p:nvPr>
        </p:nvSpPr>
        <p:spPr>
          <a:xfrm>
            <a:off x="873197" y="2904975"/>
            <a:ext cx="2459100" cy="728100"/>
          </a:xfrm>
          <a:prstGeom prst="rect">
            <a:avLst/>
          </a:prstGeom>
          <a:ln>
            <a:noFill/>
          </a:ln>
        </p:spPr>
        <p:txBody>
          <a:bodyPr spcFirstLastPara="1" wrap="square" lIns="91425" tIns="91425" rIns="91425" bIns="91425" anchor="b">
            <a:noAutofit/>
          </a:bodyPr>
          <a:lstStyle>
            <a:lvl1pPr>
              <a:lnSpc>
                <a:spcPct val="100000"/>
              </a:lnSpc>
              <a:spcBef>
                <a:spcPts val="0"/>
              </a:spcBef>
              <a:spcAft>
                <a:spcPts val="0"/>
              </a:spcAft>
              <a:buClr>
                <a:schemeClr val="dk1"/>
              </a:buClr>
              <a:buSzPts val="2400"/>
              <a:buFont typeface="Prata"/>
              <a:buNone/>
              <a:defRPr sz="1800" b="1">
                <a:solidFill>
                  <a:schemeClr val="dk1"/>
                </a:solidFill>
                <a:latin typeface="Prata"/>
                <a:ea typeface="Prata"/>
                <a:cs typeface="Prata"/>
              </a:defRPr>
            </a:lvl1pPr>
            <a:lvl2pPr algn="ctr">
              <a:lnSpc>
                <a:spcPct val="100000"/>
              </a:lnSpc>
              <a:spcBef>
                <a:spcPts val="0"/>
              </a:spcBef>
              <a:spcAft>
                <a:spcPts val="0"/>
              </a:spcAft>
              <a:buClr>
                <a:schemeClr val="dk1"/>
              </a:buClr>
              <a:buSzPts val="2400"/>
              <a:buFont typeface="Prata"/>
              <a:buNone/>
              <a:defRPr sz="2400">
                <a:solidFill>
                  <a:schemeClr val="dk1"/>
                </a:solidFill>
                <a:latin typeface="Prata"/>
                <a:ea typeface="Prata"/>
                <a:cs typeface="Prata"/>
              </a:defRPr>
            </a:lvl2pPr>
            <a:lvl3pPr algn="ctr">
              <a:lnSpc>
                <a:spcPct val="100000"/>
              </a:lnSpc>
              <a:spcBef>
                <a:spcPts val="0"/>
              </a:spcBef>
              <a:spcAft>
                <a:spcPts val="0"/>
              </a:spcAft>
              <a:buClr>
                <a:schemeClr val="dk1"/>
              </a:buClr>
              <a:buSzPts val="2400"/>
              <a:buFont typeface="Prata"/>
              <a:buNone/>
              <a:defRPr sz="2400">
                <a:solidFill>
                  <a:schemeClr val="dk1"/>
                </a:solidFill>
                <a:latin typeface="Prata"/>
                <a:ea typeface="Prata"/>
                <a:cs typeface="Prata"/>
              </a:defRPr>
            </a:lvl3pPr>
            <a:lvl4pPr algn="ctr">
              <a:lnSpc>
                <a:spcPct val="100000"/>
              </a:lnSpc>
              <a:spcBef>
                <a:spcPts val="0"/>
              </a:spcBef>
              <a:spcAft>
                <a:spcPts val="0"/>
              </a:spcAft>
              <a:buClr>
                <a:schemeClr val="dk1"/>
              </a:buClr>
              <a:buSzPts val="2400"/>
              <a:buFont typeface="Prata"/>
              <a:buNone/>
              <a:defRPr sz="2400">
                <a:solidFill>
                  <a:schemeClr val="dk1"/>
                </a:solidFill>
                <a:latin typeface="Prata"/>
                <a:ea typeface="Prata"/>
                <a:cs typeface="Prata"/>
              </a:defRPr>
            </a:lvl4pPr>
            <a:lvl5pPr algn="ctr">
              <a:lnSpc>
                <a:spcPct val="100000"/>
              </a:lnSpc>
              <a:spcBef>
                <a:spcPts val="0"/>
              </a:spcBef>
              <a:spcAft>
                <a:spcPts val="0"/>
              </a:spcAft>
              <a:buClr>
                <a:schemeClr val="dk1"/>
              </a:buClr>
              <a:buSzPts val="2400"/>
              <a:buFont typeface="Prata"/>
              <a:buNone/>
              <a:defRPr sz="2400">
                <a:solidFill>
                  <a:schemeClr val="dk1"/>
                </a:solidFill>
                <a:latin typeface="Prata"/>
                <a:ea typeface="Prata"/>
                <a:cs typeface="Prata"/>
              </a:defRPr>
            </a:lvl5pPr>
            <a:lvl6pPr algn="ctr">
              <a:lnSpc>
                <a:spcPct val="100000"/>
              </a:lnSpc>
              <a:spcBef>
                <a:spcPts val="0"/>
              </a:spcBef>
              <a:spcAft>
                <a:spcPts val="0"/>
              </a:spcAft>
              <a:buClr>
                <a:schemeClr val="dk1"/>
              </a:buClr>
              <a:buSzPts val="2400"/>
              <a:buFont typeface="Prata"/>
              <a:buNone/>
              <a:defRPr sz="2400">
                <a:solidFill>
                  <a:schemeClr val="dk1"/>
                </a:solidFill>
                <a:latin typeface="Prata"/>
                <a:ea typeface="Prata"/>
                <a:cs typeface="Prata"/>
              </a:defRPr>
            </a:lvl6pPr>
            <a:lvl7pPr algn="ctr">
              <a:lnSpc>
                <a:spcPct val="100000"/>
              </a:lnSpc>
              <a:spcBef>
                <a:spcPts val="0"/>
              </a:spcBef>
              <a:spcAft>
                <a:spcPts val="0"/>
              </a:spcAft>
              <a:buClr>
                <a:schemeClr val="dk1"/>
              </a:buClr>
              <a:buSzPts val="2400"/>
              <a:buFont typeface="Prata"/>
              <a:buNone/>
              <a:defRPr sz="2400">
                <a:solidFill>
                  <a:schemeClr val="dk1"/>
                </a:solidFill>
                <a:latin typeface="Prata"/>
                <a:ea typeface="Prata"/>
                <a:cs typeface="Prata"/>
              </a:defRPr>
            </a:lvl7pPr>
            <a:lvl8pPr algn="ctr">
              <a:lnSpc>
                <a:spcPct val="100000"/>
              </a:lnSpc>
              <a:spcBef>
                <a:spcPts val="0"/>
              </a:spcBef>
              <a:spcAft>
                <a:spcPts val="0"/>
              </a:spcAft>
              <a:buClr>
                <a:schemeClr val="dk1"/>
              </a:buClr>
              <a:buSzPts val="2400"/>
              <a:buFont typeface="Prata"/>
              <a:buNone/>
              <a:defRPr sz="2400">
                <a:solidFill>
                  <a:schemeClr val="dk1"/>
                </a:solidFill>
                <a:latin typeface="Prata"/>
                <a:ea typeface="Prata"/>
                <a:cs typeface="Prata"/>
              </a:defRPr>
            </a:lvl8pPr>
            <a:lvl9pPr algn="ctr">
              <a:lnSpc>
                <a:spcPct val="100000"/>
              </a:lnSpc>
              <a:spcBef>
                <a:spcPts val="0"/>
              </a:spcBef>
              <a:spcAft>
                <a:spcPts val="0"/>
              </a:spcAft>
              <a:buClr>
                <a:schemeClr val="dk1"/>
              </a:buClr>
              <a:buSzPts val="2400"/>
              <a:buFont typeface="Prata"/>
              <a:buNone/>
              <a:defRPr sz="2400">
                <a:solidFill>
                  <a:schemeClr val="dk1"/>
                </a:solidFill>
                <a:latin typeface="Prata"/>
                <a:ea typeface="Prata"/>
                <a:cs typeface="Prata"/>
              </a:defRPr>
            </a:lvl9pPr>
          </a:lstStyle>
          <a:p>
            <a:endParaRPr/>
          </a:p>
        </p:txBody>
      </p:sp>
      <p:sp>
        <p:nvSpPr>
          <p:cNvPr id="188" name="Google Shape;188;p19">
            <a:extLst>
              <a:ext uri="{FF2B5EF4-FFF2-40B4-BE49-F238E27FC236}">
                <a16:creationId xmlns:a16="http://schemas.microsoft.com/office/drawing/2014/main" id="{8FA278F4-D0E2-4F46-BE78-8F6C3CBE5BBC}"/>
              </a:ext>
            </a:extLst>
          </p:cNvPr>
          <p:cNvSpPr>
            <a:spLocks noGrp="1"/>
          </p:cNvSpPr>
          <p:nvPr>
            <p:ph type="subTitle" idx="14"/>
          </p:nvPr>
        </p:nvSpPr>
        <p:spPr>
          <a:xfrm>
            <a:off x="3342450" y="2904975"/>
            <a:ext cx="2459100" cy="728100"/>
          </a:xfrm>
          <a:prstGeom prst="rect">
            <a:avLst/>
          </a:prstGeom>
          <a:ln>
            <a:noFill/>
          </a:ln>
        </p:spPr>
        <p:txBody>
          <a:bodyPr spcFirstLastPara="1" wrap="square" lIns="91425" tIns="91425" rIns="91425" bIns="91425" anchor="b">
            <a:noAutofit/>
          </a:bodyPr>
          <a:lstStyle>
            <a:lvl1pPr>
              <a:lnSpc>
                <a:spcPct val="100000"/>
              </a:lnSpc>
              <a:spcBef>
                <a:spcPts val="0"/>
              </a:spcBef>
              <a:spcAft>
                <a:spcPts val="0"/>
              </a:spcAft>
              <a:buClr>
                <a:schemeClr val="dk1"/>
              </a:buClr>
              <a:buSzPts val="2400"/>
              <a:buFont typeface="Prata"/>
              <a:buNone/>
              <a:defRPr sz="1800" b="1">
                <a:solidFill>
                  <a:schemeClr val="dk1"/>
                </a:solidFill>
                <a:latin typeface="Prata"/>
                <a:ea typeface="Prata"/>
                <a:cs typeface="Prata"/>
              </a:defRPr>
            </a:lvl1pPr>
            <a:lvl2pPr algn="ctr">
              <a:lnSpc>
                <a:spcPct val="100000"/>
              </a:lnSpc>
              <a:spcBef>
                <a:spcPts val="0"/>
              </a:spcBef>
              <a:spcAft>
                <a:spcPts val="0"/>
              </a:spcAft>
              <a:buClr>
                <a:schemeClr val="dk1"/>
              </a:buClr>
              <a:buSzPts val="2400"/>
              <a:buFont typeface="Prata"/>
              <a:buNone/>
              <a:defRPr sz="2400">
                <a:solidFill>
                  <a:schemeClr val="dk1"/>
                </a:solidFill>
                <a:latin typeface="Prata"/>
                <a:ea typeface="Prata"/>
                <a:cs typeface="Prata"/>
              </a:defRPr>
            </a:lvl2pPr>
            <a:lvl3pPr algn="ctr">
              <a:lnSpc>
                <a:spcPct val="100000"/>
              </a:lnSpc>
              <a:spcBef>
                <a:spcPts val="0"/>
              </a:spcBef>
              <a:spcAft>
                <a:spcPts val="0"/>
              </a:spcAft>
              <a:buClr>
                <a:schemeClr val="dk1"/>
              </a:buClr>
              <a:buSzPts val="2400"/>
              <a:buFont typeface="Prata"/>
              <a:buNone/>
              <a:defRPr sz="2400">
                <a:solidFill>
                  <a:schemeClr val="dk1"/>
                </a:solidFill>
                <a:latin typeface="Prata"/>
                <a:ea typeface="Prata"/>
                <a:cs typeface="Prata"/>
              </a:defRPr>
            </a:lvl3pPr>
            <a:lvl4pPr algn="ctr">
              <a:lnSpc>
                <a:spcPct val="100000"/>
              </a:lnSpc>
              <a:spcBef>
                <a:spcPts val="0"/>
              </a:spcBef>
              <a:spcAft>
                <a:spcPts val="0"/>
              </a:spcAft>
              <a:buClr>
                <a:schemeClr val="dk1"/>
              </a:buClr>
              <a:buSzPts val="2400"/>
              <a:buFont typeface="Prata"/>
              <a:buNone/>
              <a:defRPr sz="2400">
                <a:solidFill>
                  <a:schemeClr val="dk1"/>
                </a:solidFill>
                <a:latin typeface="Prata"/>
                <a:ea typeface="Prata"/>
                <a:cs typeface="Prata"/>
              </a:defRPr>
            </a:lvl4pPr>
            <a:lvl5pPr algn="ctr">
              <a:lnSpc>
                <a:spcPct val="100000"/>
              </a:lnSpc>
              <a:spcBef>
                <a:spcPts val="0"/>
              </a:spcBef>
              <a:spcAft>
                <a:spcPts val="0"/>
              </a:spcAft>
              <a:buClr>
                <a:schemeClr val="dk1"/>
              </a:buClr>
              <a:buSzPts val="2400"/>
              <a:buFont typeface="Prata"/>
              <a:buNone/>
              <a:defRPr sz="2400">
                <a:solidFill>
                  <a:schemeClr val="dk1"/>
                </a:solidFill>
                <a:latin typeface="Prata"/>
                <a:ea typeface="Prata"/>
                <a:cs typeface="Prata"/>
              </a:defRPr>
            </a:lvl5pPr>
            <a:lvl6pPr algn="ctr">
              <a:lnSpc>
                <a:spcPct val="100000"/>
              </a:lnSpc>
              <a:spcBef>
                <a:spcPts val="0"/>
              </a:spcBef>
              <a:spcAft>
                <a:spcPts val="0"/>
              </a:spcAft>
              <a:buClr>
                <a:schemeClr val="dk1"/>
              </a:buClr>
              <a:buSzPts val="2400"/>
              <a:buFont typeface="Prata"/>
              <a:buNone/>
              <a:defRPr sz="2400">
                <a:solidFill>
                  <a:schemeClr val="dk1"/>
                </a:solidFill>
                <a:latin typeface="Prata"/>
                <a:ea typeface="Prata"/>
                <a:cs typeface="Prata"/>
              </a:defRPr>
            </a:lvl6pPr>
            <a:lvl7pPr algn="ctr">
              <a:lnSpc>
                <a:spcPct val="100000"/>
              </a:lnSpc>
              <a:spcBef>
                <a:spcPts val="0"/>
              </a:spcBef>
              <a:spcAft>
                <a:spcPts val="0"/>
              </a:spcAft>
              <a:buClr>
                <a:schemeClr val="dk1"/>
              </a:buClr>
              <a:buSzPts val="2400"/>
              <a:buFont typeface="Prata"/>
              <a:buNone/>
              <a:defRPr sz="2400">
                <a:solidFill>
                  <a:schemeClr val="dk1"/>
                </a:solidFill>
                <a:latin typeface="Prata"/>
                <a:ea typeface="Prata"/>
                <a:cs typeface="Prata"/>
              </a:defRPr>
            </a:lvl7pPr>
            <a:lvl8pPr algn="ctr">
              <a:lnSpc>
                <a:spcPct val="100000"/>
              </a:lnSpc>
              <a:spcBef>
                <a:spcPts val="0"/>
              </a:spcBef>
              <a:spcAft>
                <a:spcPts val="0"/>
              </a:spcAft>
              <a:buClr>
                <a:schemeClr val="dk1"/>
              </a:buClr>
              <a:buSzPts val="2400"/>
              <a:buFont typeface="Prata"/>
              <a:buNone/>
              <a:defRPr sz="2400">
                <a:solidFill>
                  <a:schemeClr val="dk1"/>
                </a:solidFill>
                <a:latin typeface="Prata"/>
                <a:ea typeface="Prata"/>
                <a:cs typeface="Prata"/>
              </a:defRPr>
            </a:lvl8pPr>
            <a:lvl9pPr algn="ctr">
              <a:lnSpc>
                <a:spcPct val="100000"/>
              </a:lnSpc>
              <a:spcBef>
                <a:spcPts val="0"/>
              </a:spcBef>
              <a:spcAft>
                <a:spcPts val="0"/>
              </a:spcAft>
              <a:buClr>
                <a:schemeClr val="dk1"/>
              </a:buClr>
              <a:buSzPts val="2400"/>
              <a:buFont typeface="Prata"/>
              <a:buNone/>
              <a:defRPr sz="2400">
                <a:solidFill>
                  <a:schemeClr val="dk1"/>
                </a:solidFill>
                <a:latin typeface="Prata"/>
                <a:ea typeface="Prata"/>
                <a:cs typeface="Prata"/>
              </a:defRPr>
            </a:lvl9pPr>
          </a:lstStyle>
          <a:p>
            <a:endParaRPr/>
          </a:p>
        </p:txBody>
      </p:sp>
      <p:sp>
        <p:nvSpPr>
          <p:cNvPr id="189" name="Google Shape;189;p19">
            <a:extLst>
              <a:ext uri="{FF2B5EF4-FFF2-40B4-BE49-F238E27FC236}">
                <a16:creationId xmlns:a16="http://schemas.microsoft.com/office/drawing/2014/main" id="{EA644090-75BB-4112-A432-4BA062582E57}"/>
              </a:ext>
            </a:extLst>
          </p:cNvPr>
          <p:cNvSpPr>
            <a:spLocks noGrp="1"/>
          </p:cNvSpPr>
          <p:nvPr>
            <p:ph type="subTitle" idx="15"/>
          </p:nvPr>
        </p:nvSpPr>
        <p:spPr>
          <a:xfrm>
            <a:off x="5811703" y="2904975"/>
            <a:ext cx="2459100" cy="728100"/>
          </a:xfrm>
          <a:prstGeom prst="rect">
            <a:avLst/>
          </a:prstGeom>
          <a:ln>
            <a:noFill/>
          </a:ln>
        </p:spPr>
        <p:txBody>
          <a:bodyPr spcFirstLastPara="1" wrap="square" lIns="91425" tIns="91425" rIns="91425" bIns="91425" anchor="b">
            <a:noAutofit/>
          </a:bodyPr>
          <a:lstStyle>
            <a:lvl1pPr>
              <a:lnSpc>
                <a:spcPct val="100000"/>
              </a:lnSpc>
              <a:spcBef>
                <a:spcPts val="0"/>
              </a:spcBef>
              <a:spcAft>
                <a:spcPts val="0"/>
              </a:spcAft>
              <a:buClr>
                <a:schemeClr val="dk1"/>
              </a:buClr>
              <a:buSzPts val="2400"/>
              <a:buFont typeface="Prata"/>
              <a:buNone/>
              <a:defRPr sz="1800" b="1">
                <a:solidFill>
                  <a:schemeClr val="dk1"/>
                </a:solidFill>
                <a:latin typeface="Prata"/>
                <a:ea typeface="Prata"/>
                <a:cs typeface="Prata"/>
              </a:defRPr>
            </a:lvl1pPr>
            <a:lvl2pPr algn="ctr">
              <a:lnSpc>
                <a:spcPct val="100000"/>
              </a:lnSpc>
              <a:spcBef>
                <a:spcPts val="0"/>
              </a:spcBef>
              <a:spcAft>
                <a:spcPts val="0"/>
              </a:spcAft>
              <a:buClr>
                <a:schemeClr val="dk1"/>
              </a:buClr>
              <a:buSzPts val="2400"/>
              <a:buFont typeface="Prata"/>
              <a:buNone/>
              <a:defRPr sz="2400">
                <a:solidFill>
                  <a:schemeClr val="dk1"/>
                </a:solidFill>
                <a:latin typeface="Prata"/>
                <a:ea typeface="Prata"/>
                <a:cs typeface="Prata"/>
              </a:defRPr>
            </a:lvl2pPr>
            <a:lvl3pPr algn="ctr">
              <a:lnSpc>
                <a:spcPct val="100000"/>
              </a:lnSpc>
              <a:spcBef>
                <a:spcPts val="0"/>
              </a:spcBef>
              <a:spcAft>
                <a:spcPts val="0"/>
              </a:spcAft>
              <a:buClr>
                <a:schemeClr val="dk1"/>
              </a:buClr>
              <a:buSzPts val="2400"/>
              <a:buFont typeface="Prata"/>
              <a:buNone/>
              <a:defRPr sz="2400">
                <a:solidFill>
                  <a:schemeClr val="dk1"/>
                </a:solidFill>
                <a:latin typeface="Prata"/>
                <a:ea typeface="Prata"/>
                <a:cs typeface="Prata"/>
              </a:defRPr>
            </a:lvl3pPr>
            <a:lvl4pPr algn="ctr">
              <a:lnSpc>
                <a:spcPct val="100000"/>
              </a:lnSpc>
              <a:spcBef>
                <a:spcPts val="0"/>
              </a:spcBef>
              <a:spcAft>
                <a:spcPts val="0"/>
              </a:spcAft>
              <a:buClr>
                <a:schemeClr val="dk1"/>
              </a:buClr>
              <a:buSzPts val="2400"/>
              <a:buFont typeface="Prata"/>
              <a:buNone/>
              <a:defRPr sz="2400">
                <a:solidFill>
                  <a:schemeClr val="dk1"/>
                </a:solidFill>
                <a:latin typeface="Prata"/>
                <a:ea typeface="Prata"/>
                <a:cs typeface="Prata"/>
              </a:defRPr>
            </a:lvl4pPr>
            <a:lvl5pPr algn="ctr">
              <a:lnSpc>
                <a:spcPct val="100000"/>
              </a:lnSpc>
              <a:spcBef>
                <a:spcPts val="0"/>
              </a:spcBef>
              <a:spcAft>
                <a:spcPts val="0"/>
              </a:spcAft>
              <a:buClr>
                <a:schemeClr val="dk1"/>
              </a:buClr>
              <a:buSzPts val="2400"/>
              <a:buFont typeface="Prata"/>
              <a:buNone/>
              <a:defRPr sz="2400">
                <a:solidFill>
                  <a:schemeClr val="dk1"/>
                </a:solidFill>
                <a:latin typeface="Prata"/>
                <a:ea typeface="Prata"/>
                <a:cs typeface="Prata"/>
              </a:defRPr>
            </a:lvl5pPr>
            <a:lvl6pPr algn="ctr">
              <a:lnSpc>
                <a:spcPct val="100000"/>
              </a:lnSpc>
              <a:spcBef>
                <a:spcPts val="0"/>
              </a:spcBef>
              <a:spcAft>
                <a:spcPts val="0"/>
              </a:spcAft>
              <a:buClr>
                <a:schemeClr val="dk1"/>
              </a:buClr>
              <a:buSzPts val="2400"/>
              <a:buFont typeface="Prata"/>
              <a:buNone/>
              <a:defRPr sz="2400">
                <a:solidFill>
                  <a:schemeClr val="dk1"/>
                </a:solidFill>
                <a:latin typeface="Prata"/>
                <a:ea typeface="Prata"/>
                <a:cs typeface="Prata"/>
              </a:defRPr>
            </a:lvl6pPr>
            <a:lvl7pPr algn="ctr">
              <a:lnSpc>
                <a:spcPct val="100000"/>
              </a:lnSpc>
              <a:spcBef>
                <a:spcPts val="0"/>
              </a:spcBef>
              <a:spcAft>
                <a:spcPts val="0"/>
              </a:spcAft>
              <a:buClr>
                <a:schemeClr val="dk1"/>
              </a:buClr>
              <a:buSzPts val="2400"/>
              <a:buFont typeface="Prata"/>
              <a:buNone/>
              <a:defRPr sz="2400">
                <a:solidFill>
                  <a:schemeClr val="dk1"/>
                </a:solidFill>
                <a:latin typeface="Prata"/>
                <a:ea typeface="Prata"/>
                <a:cs typeface="Prata"/>
              </a:defRPr>
            </a:lvl7pPr>
            <a:lvl8pPr algn="ctr">
              <a:lnSpc>
                <a:spcPct val="100000"/>
              </a:lnSpc>
              <a:spcBef>
                <a:spcPts val="0"/>
              </a:spcBef>
              <a:spcAft>
                <a:spcPts val="0"/>
              </a:spcAft>
              <a:buClr>
                <a:schemeClr val="dk1"/>
              </a:buClr>
              <a:buSzPts val="2400"/>
              <a:buFont typeface="Prata"/>
              <a:buNone/>
              <a:defRPr sz="2400">
                <a:solidFill>
                  <a:schemeClr val="dk1"/>
                </a:solidFill>
                <a:latin typeface="Prata"/>
                <a:ea typeface="Prata"/>
                <a:cs typeface="Prata"/>
              </a:defRPr>
            </a:lvl8pPr>
            <a:lvl9pPr algn="ctr">
              <a:lnSpc>
                <a:spcPct val="100000"/>
              </a:lnSpc>
              <a:spcBef>
                <a:spcPts val="0"/>
              </a:spcBef>
              <a:spcAft>
                <a:spcPts val="0"/>
              </a:spcAft>
              <a:buClr>
                <a:schemeClr val="dk1"/>
              </a:buClr>
              <a:buSzPts val="2400"/>
              <a:buFont typeface="Prata"/>
              <a:buNone/>
              <a:defRPr sz="2400">
                <a:solidFill>
                  <a:schemeClr val="dk1"/>
                </a:solidFill>
                <a:latin typeface="Prata"/>
                <a:ea typeface="Prata"/>
                <a:cs typeface="Prata"/>
              </a:defRPr>
            </a:lvl9pPr>
          </a:lstStyle>
          <a:p>
            <a:endParaRPr/>
          </a:p>
        </p:txBody>
      </p:sp>
      <p:pic>
        <p:nvPicPr>
          <p:cNvPr id="192" name="Google Shape;192;p19">
            <a:extLst>
              <a:ext uri="{FF2B5EF4-FFF2-40B4-BE49-F238E27FC236}">
                <a16:creationId xmlns:a16="http://schemas.microsoft.com/office/drawing/2014/main" id="{CCC7E269-8C35-4898-85A5-5EA891C32797}"/>
              </a:ext>
            </a:extLst>
          </p:cNvPr>
          <p:cNvPicPr>
            <a:picLocks noChangeAspect="1"/>
          </p:cNvPicPr>
          <p:nvPr/>
        </p:nvPicPr>
        <p:blipFill>
          <a:blip r:embed="rId3" cstate="screen">
            <a:alphaModFix/>
            <a:extLst>
              <a:ext uri="{28A0092B-C50C-407E-A947-70E740481C1C}">
                <a14:useLocalDpi xmlns:a14="http://schemas.microsoft.com/office/drawing/2010/main"/>
              </a:ext>
            </a:extLst>
          </a:blip>
          <a:stretch>
            <a:fillRect/>
          </a:stretch>
        </p:blipFill>
        <p:spPr>
          <a:xfrm rot="-1320648">
            <a:off x="1398428" y="4684925"/>
            <a:ext cx="534968" cy="653726"/>
          </a:xfrm>
          <a:prstGeom prst="rect">
            <a:avLst/>
          </a:prstGeom>
          <a:ln>
            <a:noFill/>
          </a:ln>
        </p:spPr>
      </p:pic>
      <p:pic>
        <p:nvPicPr>
          <p:cNvPr id="193" name="Google Shape;193;p19">
            <a:extLst>
              <a:ext uri="{FF2B5EF4-FFF2-40B4-BE49-F238E27FC236}">
                <a16:creationId xmlns:a16="http://schemas.microsoft.com/office/drawing/2014/main" id="{8EDED41A-453D-48EF-A563-A9DB35E20501}"/>
              </a:ext>
            </a:extLst>
          </p:cNvPr>
          <p:cNvPicPr>
            <a:picLocks noChangeAspect="1"/>
          </p:cNvPicPr>
          <p:nvPr/>
        </p:nvPicPr>
        <p:blipFill>
          <a:blip r:embed="rId4" cstate="screen">
            <a:alphaModFix/>
            <a:extLst>
              <a:ext uri="{28A0092B-C50C-407E-A947-70E740481C1C}">
                <a14:useLocalDpi xmlns:a14="http://schemas.microsoft.com/office/drawing/2010/main"/>
              </a:ext>
            </a:extLst>
          </a:blip>
          <a:stretch>
            <a:fillRect/>
          </a:stretch>
        </p:blipFill>
        <p:spPr>
          <a:xfrm>
            <a:off x="-827338" y="3858400"/>
            <a:ext cx="1666875" cy="1423976"/>
          </a:xfrm>
          <a:prstGeom prst="rect">
            <a:avLst/>
          </a:prstGeom>
          <a:ln>
            <a:noFill/>
          </a:ln>
        </p:spPr>
      </p:pic>
      <p:pic>
        <p:nvPicPr>
          <p:cNvPr id="194" name="Google Shape;194;p19">
            <a:extLst>
              <a:ext uri="{FF2B5EF4-FFF2-40B4-BE49-F238E27FC236}">
                <a16:creationId xmlns:a16="http://schemas.microsoft.com/office/drawing/2014/main" id="{4F7CEA11-D1C0-435F-B7EB-D44CDDB2CD29}"/>
              </a:ext>
            </a:extLst>
          </p:cNvPr>
          <p:cNvPicPr>
            <a:picLocks noChangeAspect="1"/>
          </p:cNvPicPr>
          <p:nvPr/>
        </p:nvPicPr>
        <p:blipFill>
          <a:blip r:embed="rId5" cstate="screen">
            <a:alphaModFix/>
            <a:extLst>
              <a:ext uri="{28A0092B-C50C-407E-A947-70E740481C1C}">
                <a14:useLocalDpi xmlns:a14="http://schemas.microsoft.com/office/drawing/2010/main"/>
              </a:ext>
            </a:extLst>
          </a:blip>
          <a:stretch>
            <a:fillRect/>
          </a:stretch>
        </p:blipFill>
        <p:spPr>
          <a:xfrm rot="994335">
            <a:off x="-202532" y="2086978"/>
            <a:ext cx="569668" cy="1435595"/>
          </a:xfrm>
          <a:prstGeom prst="rect">
            <a:avLst/>
          </a:prstGeom>
          <a:ln>
            <a:noFill/>
          </a:ln>
        </p:spPr>
      </p:pic>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Numbers and text">
  <p:cSld name="BLANK_1_1_1_1_1_1">
    <p:spTree>
      <p:nvGrpSpPr>
        <p:cNvPr id="1" name=""/>
        <p:cNvGrpSpPr/>
        <p:nvPr/>
      </p:nvGrpSpPr>
      <p:grpSpPr>
        <a:xfrm>
          <a:off x="0" y="0"/>
          <a:ext cx="0" cy="0"/>
          <a:chOff x="0" y="0"/>
          <a:chExt cx="0" cy="0"/>
        </a:xfrm>
      </p:grpSpPr>
      <p:pic>
        <p:nvPicPr>
          <p:cNvPr id="196" name="Google Shape;196;p20">
            <a:extLst>
              <a:ext uri="{FF2B5EF4-FFF2-40B4-BE49-F238E27FC236}">
                <a16:creationId xmlns:a16="http://schemas.microsoft.com/office/drawing/2014/main" id="{43E425DC-5498-4A18-A052-A9DAF79F8CA4}"/>
              </a:ext>
            </a:extLst>
          </p:cNvPr>
          <p:cNvPicPr>
            <a:picLocks noChangeAspect="1"/>
          </p:cNvPicPr>
          <p:nvPr/>
        </p:nvPicPr>
        <p:blipFill rotWithShape="1">
          <a:blip r:embed="rId2" cstate="screen">
            <a:alphaModFix/>
            <a:extLst>
              <a:ext uri="{28A0092B-C50C-407E-A947-70E740481C1C}">
                <a14:useLocalDpi xmlns:a14="http://schemas.microsoft.com/office/drawing/2010/main"/>
              </a:ext>
            </a:extLst>
          </a:blip>
          <a:srcRect/>
          <a:stretch/>
        </p:blipFill>
        <p:spPr>
          <a:xfrm>
            <a:off x="0" y="0"/>
            <a:ext cx="9144000" cy="5143500"/>
          </a:xfrm>
          <a:prstGeom prst="rect">
            <a:avLst/>
          </a:prstGeom>
          <a:ln>
            <a:noFill/>
          </a:ln>
        </p:spPr>
      </p:pic>
      <p:sp>
        <p:nvSpPr>
          <p:cNvPr id="197" name="Google Shape;197;p20">
            <a:extLst>
              <a:ext uri="{FF2B5EF4-FFF2-40B4-BE49-F238E27FC236}">
                <a16:creationId xmlns:a16="http://schemas.microsoft.com/office/drawing/2014/main" id="{D61BBBF6-F767-463C-B06F-E132CB2AF9A0}"/>
              </a:ext>
            </a:extLst>
          </p:cNvPr>
          <p:cNvSpPr>
            <a:spLocks noGrp="1"/>
          </p:cNvSpPr>
          <p:nvPr>
            <p:ph type="title" hasCustomPrompt="1"/>
          </p:nvPr>
        </p:nvSpPr>
        <p:spPr>
          <a:xfrm>
            <a:off x="796525" y="1921751"/>
            <a:ext cx="2415300" cy="708600"/>
          </a:xfrm>
          <a:prstGeom prst="rect">
            <a:avLst/>
          </a:prstGeom>
        </p:spPr>
        <p:txBody>
          <a:bodyPr spcFirstLastPara="1" wrap="square" lIns="91425" tIns="91425" rIns="91425" bIns="91425" anchor="b">
            <a:noAutofit/>
          </a:bodyPr>
          <a:lstStyle>
            <a:lvl1pPr algn="ctr">
              <a:spcBef>
                <a:spcPts val="0"/>
              </a:spcBef>
              <a:spcAft>
                <a:spcPts val="0"/>
              </a:spcAft>
              <a:buSzPts val="4800"/>
              <a:buNone/>
              <a:defRPr/>
            </a:lvl1pPr>
            <a:lvl2pPr algn="ctr">
              <a:spcBef>
                <a:spcPts val="0"/>
              </a:spcBef>
              <a:spcAft>
                <a:spcPts val="0"/>
              </a:spcAft>
              <a:buSzPts val="4800"/>
              <a:buNone/>
              <a:defRPr sz="4800"/>
            </a:lvl2pPr>
            <a:lvl3pPr algn="ctr">
              <a:spcBef>
                <a:spcPts val="0"/>
              </a:spcBef>
              <a:spcAft>
                <a:spcPts val="0"/>
              </a:spcAft>
              <a:buSzPts val="4800"/>
              <a:buNone/>
              <a:defRPr sz="4800"/>
            </a:lvl3pPr>
            <a:lvl4pPr algn="ctr">
              <a:spcBef>
                <a:spcPts val="0"/>
              </a:spcBef>
              <a:spcAft>
                <a:spcPts val="0"/>
              </a:spcAft>
              <a:buSzPts val="4800"/>
              <a:buNone/>
              <a:defRPr sz="4800"/>
            </a:lvl4pPr>
            <a:lvl5pPr algn="ctr">
              <a:spcBef>
                <a:spcPts val="0"/>
              </a:spcBef>
              <a:spcAft>
                <a:spcPts val="0"/>
              </a:spcAft>
              <a:buSzPts val="4800"/>
              <a:buNone/>
              <a:defRPr sz="4800"/>
            </a:lvl5pPr>
            <a:lvl6pPr algn="ctr">
              <a:spcBef>
                <a:spcPts val="0"/>
              </a:spcBef>
              <a:spcAft>
                <a:spcPts val="0"/>
              </a:spcAft>
              <a:buSzPts val="4800"/>
              <a:buNone/>
              <a:defRPr sz="4800"/>
            </a:lvl6pPr>
            <a:lvl7pPr algn="ctr">
              <a:spcBef>
                <a:spcPts val="0"/>
              </a:spcBef>
              <a:spcAft>
                <a:spcPts val="0"/>
              </a:spcAft>
              <a:buSzPts val="4800"/>
              <a:buNone/>
              <a:defRPr sz="4800"/>
            </a:lvl7pPr>
            <a:lvl8pPr algn="ctr">
              <a:spcBef>
                <a:spcPts val="0"/>
              </a:spcBef>
              <a:spcAft>
                <a:spcPts val="0"/>
              </a:spcAft>
              <a:buSzPts val="4800"/>
              <a:buNone/>
              <a:defRPr sz="4800"/>
            </a:lvl8pPr>
            <a:lvl9pPr algn="ctr">
              <a:spcBef>
                <a:spcPts val="0"/>
              </a:spcBef>
              <a:spcAft>
                <a:spcPts val="0"/>
              </a:spcAft>
              <a:buSzPts val="4800"/>
              <a:buNone/>
              <a:defRPr sz="4800"/>
            </a:lvl9pPr>
          </a:lstStyle>
          <a:p>
            <a:r>
              <a:t>xx%</a:t>
            </a:r>
          </a:p>
        </p:txBody>
      </p:sp>
      <p:sp>
        <p:nvSpPr>
          <p:cNvPr id="198" name="Google Shape;198;p20">
            <a:extLst>
              <a:ext uri="{FF2B5EF4-FFF2-40B4-BE49-F238E27FC236}">
                <a16:creationId xmlns:a16="http://schemas.microsoft.com/office/drawing/2014/main" id="{12D5A183-0999-481A-9B6F-8A85928831D1}"/>
              </a:ext>
            </a:extLst>
          </p:cNvPr>
          <p:cNvSpPr>
            <a:spLocks noGrp="1"/>
          </p:cNvSpPr>
          <p:nvPr>
            <p:ph type="subTitle" idx="1"/>
          </p:nvPr>
        </p:nvSpPr>
        <p:spPr>
          <a:xfrm>
            <a:off x="796525" y="2630351"/>
            <a:ext cx="2415300" cy="8238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SzPts val="1400"/>
              <a:buNone/>
              <a:defRPr sz="1400"/>
            </a:lvl1pPr>
            <a:lvl2pPr algn="ctr">
              <a:lnSpc>
                <a:spcPct val="100000"/>
              </a:lnSpc>
              <a:spcBef>
                <a:spcPts val="0"/>
              </a:spcBef>
              <a:spcAft>
                <a:spcPts val="0"/>
              </a:spcAft>
              <a:buSzPts val="1200"/>
              <a:buNone/>
              <a:defRPr/>
            </a:lvl2pPr>
            <a:lvl3pPr algn="ctr">
              <a:lnSpc>
                <a:spcPct val="100000"/>
              </a:lnSpc>
              <a:spcBef>
                <a:spcPts val="0"/>
              </a:spcBef>
              <a:spcAft>
                <a:spcPts val="0"/>
              </a:spcAft>
              <a:buSzPts val="1200"/>
              <a:buNone/>
              <a:defRPr/>
            </a:lvl3pPr>
            <a:lvl4pPr algn="ctr">
              <a:lnSpc>
                <a:spcPct val="100000"/>
              </a:lnSpc>
              <a:spcBef>
                <a:spcPts val="0"/>
              </a:spcBef>
              <a:spcAft>
                <a:spcPts val="0"/>
              </a:spcAft>
              <a:buSzPts val="1200"/>
              <a:buNone/>
              <a:defRPr/>
            </a:lvl4pPr>
            <a:lvl5pPr algn="ctr">
              <a:lnSpc>
                <a:spcPct val="100000"/>
              </a:lnSpc>
              <a:spcBef>
                <a:spcPts val="0"/>
              </a:spcBef>
              <a:spcAft>
                <a:spcPts val="0"/>
              </a:spcAft>
              <a:buSzPts val="1200"/>
              <a:buNone/>
              <a:defRPr/>
            </a:lvl5pPr>
            <a:lvl6pPr algn="ctr">
              <a:lnSpc>
                <a:spcPct val="100000"/>
              </a:lnSpc>
              <a:spcBef>
                <a:spcPts val="0"/>
              </a:spcBef>
              <a:spcAft>
                <a:spcPts val="0"/>
              </a:spcAft>
              <a:buSzPts val="1200"/>
              <a:buNone/>
              <a:defRPr/>
            </a:lvl6pPr>
            <a:lvl7pPr algn="ctr">
              <a:lnSpc>
                <a:spcPct val="100000"/>
              </a:lnSpc>
              <a:spcBef>
                <a:spcPts val="0"/>
              </a:spcBef>
              <a:spcAft>
                <a:spcPts val="0"/>
              </a:spcAft>
              <a:buSzPts val="1200"/>
              <a:buNone/>
              <a:defRPr/>
            </a:lvl7pPr>
            <a:lvl8pPr algn="ctr">
              <a:lnSpc>
                <a:spcPct val="100000"/>
              </a:lnSpc>
              <a:spcBef>
                <a:spcPts val="0"/>
              </a:spcBef>
              <a:spcAft>
                <a:spcPts val="0"/>
              </a:spcAft>
              <a:buSzPts val="1200"/>
              <a:buNone/>
              <a:defRPr/>
            </a:lvl8pPr>
            <a:lvl9pPr algn="ctr">
              <a:lnSpc>
                <a:spcPct val="100000"/>
              </a:lnSpc>
              <a:spcBef>
                <a:spcPts val="0"/>
              </a:spcBef>
              <a:spcAft>
                <a:spcPts val="0"/>
              </a:spcAft>
              <a:buSzPts val="1200"/>
              <a:buNone/>
              <a:defRPr/>
            </a:lvl9pPr>
          </a:lstStyle>
          <a:p>
            <a:endParaRPr/>
          </a:p>
        </p:txBody>
      </p:sp>
      <p:sp>
        <p:nvSpPr>
          <p:cNvPr id="199" name="Google Shape;199;p20">
            <a:extLst>
              <a:ext uri="{FF2B5EF4-FFF2-40B4-BE49-F238E27FC236}">
                <a16:creationId xmlns:a16="http://schemas.microsoft.com/office/drawing/2014/main" id="{FFA77557-7240-4D39-AB3C-3DF4EC7BA504}"/>
              </a:ext>
            </a:extLst>
          </p:cNvPr>
          <p:cNvSpPr>
            <a:spLocks noGrp="1"/>
          </p:cNvSpPr>
          <p:nvPr>
            <p:ph type="title" idx="2" hasCustomPrompt="1"/>
          </p:nvPr>
        </p:nvSpPr>
        <p:spPr>
          <a:xfrm>
            <a:off x="3364311" y="3076100"/>
            <a:ext cx="2415300" cy="708600"/>
          </a:xfrm>
          <a:prstGeom prst="rect">
            <a:avLst/>
          </a:prstGeom>
        </p:spPr>
        <p:txBody>
          <a:bodyPr spcFirstLastPara="1" wrap="square" lIns="91425" tIns="91425" rIns="91425" bIns="91425" anchor="b">
            <a:noAutofit/>
          </a:bodyPr>
          <a:lstStyle>
            <a:lvl1pPr algn="ctr">
              <a:spcBef>
                <a:spcPts val="0"/>
              </a:spcBef>
              <a:spcAft>
                <a:spcPts val="0"/>
              </a:spcAft>
              <a:buSzPts val="4800"/>
              <a:buNone/>
              <a:defRPr/>
            </a:lvl1pPr>
            <a:lvl2pPr algn="ctr">
              <a:spcBef>
                <a:spcPts val="0"/>
              </a:spcBef>
              <a:spcAft>
                <a:spcPts val="0"/>
              </a:spcAft>
              <a:buSzPts val="4800"/>
              <a:buNone/>
              <a:defRPr sz="4800"/>
            </a:lvl2pPr>
            <a:lvl3pPr algn="ctr">
              <a:spcBef>
                <a:spcPts val="0"/>
              </a:spcBef>
              <a:spcAft>
                <a:spcPts val="0"/>
              </a:spcAft>
              <a:buSzPts val="4800"/>
              <a:buNone/>
              <a:defRPr sz="4800"/>
            </a:lvl3pPr>
            <a:lvl4pPr algn="ctr">
              <a:spcBef>
                <a:spcPts val="0"/>
              </a:spcBef>
              <a:spcAft>
                <a:spcPts val="0"/>
              </a:spcAft>
              <a:buSzPts val="4800"/>
              <a:buNone/>
              <a:defRPr sz="4800"/>
            </a:lvl4pPr>
            <a:lvl5pPr algn="ctr">
              <a:spcBef>
                <a:spcPts val="0"/>
              </a:spcBef>
              <a:spcAft>
                <a:spcPts val="0"/>
              </a:spcAft>
              <a:buSzPts val="4800"/>
              <a:buNone/>
              <a:defRPr sz="4800"/>
            </a:lvl5pPr>
            <a:lvl6pPr algn="ctr">
              <a:spcBef>
                <a:spcPts val="0"/>
              </a:spcBef>
              <a:spcAft>
                <a:spcPts val="0"/>
              </a:spcAft>
              <a:buSzPts val="4800"/>
              <a:buNone/>
              <a:defRPr sz="4800"/>
            </a:lvl6pPr>
            <a:lvl7pPr algn="ctr">
              <a:spcBef>
                <a:spcPts val="0"/>
              </a:spcBef>
              <a:spcAft>
                <a:spcPts val="0"/>
              </a:spcAft>
              <a:buSzPts val="4800"/>
              <a:buNone/>
              <a:defRPr sz="4800"/>
            </a:lvl7pPr>
            <a:lvl8pPr algn="ctr">
              <a:spcBef>
                <a:spcPts val="0"/>
              </a:spcBef>
              <a:spcAft>
                <a:spcPts val="0"/>
              </a:spcAft>
              <a:buSzPts val="4800"/>
              <a:buNone/>
              <a:defRPr sz="4800"/>
            </a:lvl8pPr>
            <a:lvl9pPr algn="ctr">
              <a:spcBef>
                <a:spcPts val="0"/>
              </a:spcBef>
              <a:spcAft>
                <a:spcPts val="0"/>
              </a:spcAft>
              <a:buSzPts val="4800"/>
              <a:buNone/>
              <a:defRPr sz="4800"/>
            </a:lvl9pPr>
          </a:lstStyle>
          <a:p>
            <a:r>
              <a:t>xx%</a:t>
            </a:r>
          </a:p>
        </p:txBody>
      </p:sp>
      <p:sp>
        <p:nvSpPr>
          <p:cNvPr id="200" name="Google Shape;200;p20">
            <a:extLst>
              <a:ext uri="{FF2B5EF4-FFF2-40B4-BE49-F238E27FC236}">
                <a16:creationId xmlns:a16="http://schemas.microsoft.com/office/drawing/2014/main" id="{03DEAC22-D007-4051-9621-7A3699B6930A}"/>
              </a:ext>
            </a:extLst>
          </p:cNvPr>
          <p:cNvSpPr>
            <a:spLocks noGrp="1"/>
          </p:cNvSpPr>
          <p:nvPr>
            <p:ph type="subTitle" idx="3"/>
          </p:nvPr>
        </p:nvSpPr>
        <p:spPr>
          <a:xfrm>
            <a:off x="3364311" y="3784701"/>
            <a:ext cx="2415300" cy="8238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SzPts val="1400"/>
              <a:buNone/>
              <a:defRPr sz="1400"/>
            </a:lvl1pPr>
            <a:lvl2pPr algn="ctr">
              <a:lnSpc>
                <a:spcPct val="100000"/>
              </a:lnSpc>
              <a:spcBef>
                <a:spcPts val="0"/>
              </a:spcBef>
              <a:spcAft>
                <a:spcPts val="0"/>
              </a:spcAft>
              <a:buSzPts val="1200"/>
              <a:buNone/>
              <a:defRPr/>
            </a:lvl2pPr>
            <a:lvl3pPr algn="ctr">
              <a:lnSpc>
                <a:spcPct val="100000"/>
              </a:lnSpc>
              <a:spcBef>
                <a:spcPts val="0"/>
              </a:spcBef>
              <a:spcAft>
                <a:spcPts val="0"/>
              </a:spcAft>
              <a:buSzPts val="1200"/>
              <a:buNone/>
              <a:defRPr/>
            </a:lvl3pPr>
            <a:lvl4pPr algn="ctr">
              <a:lnSpc>
                <a:spcPct val="100000"/>
              </a:lnSpc>
              <a:spcBef>
                <a:spcPts val="0"/>
              </a:spcBef>
              <a:spcAft>
                <a:spcPts val="0"/>
              </a:spcAft>
              <a:buSzPts val="1200"/>
              <a:buNone/>
              <a:defRPr/>
            </a:lvl4pPr>
            <a:lvl5pPr algn="ctr">
              <a:lnSpc>
                <a:spcPct val="100000"/>
              </a:lnSpc>
              <a:spcBef>
                <a:spcPts val="0"/>
              </a:spcBef>
              <a:spcAft>
                <a:spcPts val="0"/>
              </a:spcAft>
              <a:buSzPts val="1200"/>
              <a:buNone/>
              <a:defRPr/>
            </a:lvl5pPr>
            <a:lvl6pPr algn="ctr">
              <a:lnSpc>
                <a:spcPct val="100000"/>
              </a:lnSpc>
              <a:spcBef>
                <a:spcPts val="0"/>
              </a:spcBef>
              <a:spcAft>
                <a:spcPts val="0"/>
              </a:spcAft>
              <a:buSzPts val="1200"/>
              <a:buNone/>
              <a:defRPr/>
            </a:lvl6pPr>
            <a:lvl7pPr algn="ctr">
              <a:lnSpc>
                <a:spcPct val="100000"/>
              </a:lnSpc>
              <a:spcBef>
                <a:spcPts val="0"/>
              </a:spcBef>
              <a:spcAft>
                <a:spcPts val="0"/>
              </a:spcAft>
              <a:buSzPts val="1200"/>
              <a:buNone/>
              <a:defRPr/>
            </a:lvl7pPr>
            <a:lvl8pPr algn="ctr">
              <a:lnSpc>
                <a:spcPct val="100000"/>
              </a:lnSpc>
              <a:spcBef>
                <a:spcPts val="0"/>
              </a:spcBef>
              <a:spcAft>
                <a:spcPts val="0"/>
              </a:spcAft>
              <a:buSzPts val="1200"/>
              <a:buNone/>
              <a:defRPr/>
            </a:lvl8pPr>
            <a:lvl9pPr algn="ctr">
              <a:lnSpc>
                <a:spcPct val="100000"/>
              </a:lnSpc>
              <a:spcBef>
                <a:spcPts val="0"/>
              </a:spcBef>
              <a:spcAft>
                <a:spcPts val="0"/>
              </a:spcAft>
              <a:buSzPts val="1200"/>
              <a:buNone/>
              <a:defRPr/>
            </a:lvl9pPr>
          </a:lstStyle>
          <a:p>
            <a:endParaRPr/>
          </a:p>
        </p:txBody>
      </p:sp>
      <p:sp>
        <p:nvSpPr>
          <p:cNvPr id="201" name="Google Shape;201;p20">
            <a:extLst>
              <a:ext uri="{FF2B5EF4-FFF2-40B4-BE49-F238E27FC236}">
                <a16:creationId xmlns:a16="http://schemas.microsoft.com/office/drawing/2014/main" id="{EF6F1947-3221-4851-BE5D-EC775CE6BB3C}"/>
              </a:ext>
            </a:extLst>
          </p:cNvPr>
          <p:cNvSpPr>
            <a:spLocks noGrp="1"/>
          </p:cNvSpPr>
          <p:nvPr>
            <p:ph type="title" idx="4" hasCustomPrompt="1"/>
          </p:nvPr>
        </p:nvSpPr>
        <p:spPr>
          <a:xfrm>
            <a:off x="5932097" y="1921750"/>
            <a:ext cx="2415300" cy="708600"/>
          </a:xfrm>
          <a:prstGeom prst="rect">
            <a:avLst/>
          </a:prstGeom>
        </p:spPr>
        <p:txBody>
          <a:bodyPr spcFirstLastPara="1" wrap="square" lIns="91425" tIns="91425" rIns="91425" bIns="91425" anchor="b">
            <a:noAutofit/>
          </a:bodyPr>
          <a:lstStyle>
            <a:lvl1pPr algn="ctr">
              <a:spcBef>
                <a:spcPts val="0"/>
              </a:spcBef>
              <a:spcAft>
                <a:spcPts val="0"/>
              </a:spcAft>
              <a:buSzPts val="4800"/>
              <a:buNone/>
              <a:defRPr/>
            </a:lvl1pPr>
            <a:lvl2pPr algn="ctr">
              <a:spcBef>
                <a:spcPts val="0"/>
              </a:spcBef>
              <a:spcAft>
                <a:spcPts val="0"/>
              </a:spcAft>
              <a:buSzPts val="4800"/>
              <a:buNone/>
              <a:defRPr sz="4800"/>
            </a:lvl2pPr>
            <a:lvl3pPr algn="ctr">
              <a:spcBef>
                <a:spcPts val="0"/>
              </a:spcBef>
              <a:spcAft>
                <a:spcPts val="0"/>
              </a:spcAft>
              <a:buSzPts val="4800"/>
              <a:buNone/>
              <a:defRPr sz="4800"/>
            </a:lvl3pPr>
            <a:lvl4pPr algn="ctr">
              <a:spcBef>
                <a:spcPts val="0"/>
              </a:spcBef>
              <a:spcAft>
                <a:spcPts val="0"/>
              </a:spcAft>
              <a:buSzPts val="4800"/>
              <a:buNone/>
              <a:defRPr sz="4800"/>
            </a:lvl4pPr>
            <a:lvl5pPr algn="ctr">
              <a:spcBef>
                <a:spcPts val="0"/>
              </a:spcBef>
              <a:spcAft>
                <a:spcPts val="0"/>
              </a:spcAft>
              <a:buSzPts val="4800"/>
              <a:buNone/>
              <a:defRPr sz="4800"/>
            </a:lvl5pPr>
            <a:lvl6pPr algn="ctr">
              <a:spcBef>
                <a:spcPts val="0"/>
              </a:spcBef>
              <a:spcAft>
                <a:spcPts val="0"/>
              </a:spcAft>
              <a:buSzPts val="4800"/>
              <a:buNone/>
              <a:defRPr sz="4800"/>
            </a:lvl6pPr>
            <a:lvl7pPr algn="ctr">
              <a:spcBef>
                <a:spcPts val="0"/>
              </a:spcBef>
              <a:spcAft>
                <a:spcPts val="0"/>
              </a:spcAft>
              <a:buSzPts val="4800"/>
              <a:buNone/>
              <a:defRPr sz="4800"/>
            </a:lvl7pPr>
            <a:lvl8pPr algn="ctr">
              <a:spcBef>
                <a:spcPts val="0"/>
              </a:spcBef>
              <a:spcAft>
                <a:spcPts val="0"/>
              </a:spcAft>
              <a:buSzPts val="4800"/>
              <a:buNone/>
              <a:defRPr sz="4800"/>
            </a:lvl8pPr>
            <a:lvl9pPr algn="ctr">
              <a:spcBef>
                <a:spcPts val="0"/>
              </a:spcBef>
              <a:spcAft>
                <a:spcPts val="0"/>
              </a:spcAft>
              <a:buSzPts val="4800"/>
              <a:buNone/>
              <a:defRPr sz="4800"/>
            </a:lvl9pPr>
          </a:lstStyle>
          <a:p>
            <a:r>
              <a:t>xx%</a:t>
            </a:r>
          </a:p>
        </p:txBody>
      </p:sp>
      <p:sp>
        <p:nvSpPr>
          <p:cNvPr id="202" name="Google Shape;202;p20">
            <a:extLst>
              <a:ext uri="{FF2B5EF4-FFF2-40B4-BE49-F238E27FC236}">
                <a16:creationId xmlns:a16="http://schemas.microsoft.com/office/drawing/2014/main" id="{6361E942-6726-4F72-9D0D-775581C342FE}"/>
              </a:ext>
            </a:extLst>
          </p:cNvPr>
          <p:cNvSpPr>
            <a:spLocks noGrp="1"/>
          </p:cNvSpPr>
          <p:nvPr>
            <p:ph type="subTitle" idx="5"/>
          </p:nvPr>
        </p:nvSpPr>
        <p:spPr>
          <a:xfrm>
            <a:off x="5932097" y="2630350"/>
            <a:ext cx="2415300" cy="8238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SzPts val="1400"/>
              <a:buNone/>
              <a:defRPr sz="1400"/>
            </a:lvl1pPr>
            <a:lvl2pPr algn="ctr">
              <a:lnSpc>
                <a:spcPct val="100000"/>
              </a:lnSpc>
              <a:spcBef>
                <a:spcPts val="0"/>
              </a:spcBef>
              <a:spcAft>
                <a:spcPts val="0"/>
              </a:spcAft>
              <a:buSzPts val="1200"/>
              <a:buNone/>
              <a:defRPr/>
            </a:lvl2pPr>
            <a:lvl3pPr algn="ctr">
              <a:lnSpc>
                <a:spcPct val="100000"/>
              </a:lnSpc>
              <a:spcBef>
                <a:spcPts val="0"/>
              </a:spcBef>
              <a:spcAft>
                <a:spcPts val="0"/>
              </a:spcAft>
              <a:buSzPts val="1200"/>
              <a:buNone/>
              <a:defRPr/>
            </a:lvl3pPr>
            <a:lvl4pPr algn="ctr">
              <a:lnSpc>
                <a:spcPct val="100000"/>
              </a:lnSpc>
              <a:spcBef>
                <a:spcPts val="0"/>
              </a:spcBef>
              <a:spcAft>
                <a:spcPts val="0"/>
              </a:spcAft>
              <a:buSzPts val="1200"/>
              <a:buNone/>
              <a:defRPr/>
            </a:lvl4pPr>
            <a:lvl5pPr algn="ctr">
              <a:lnSpc>
                <a:spcPct val="100000"/>
              </a:lnSpc>
              <a:spcBef>
                <a:spcPts val="0"/>
              </a:spcBef>
              <a:spcAft>
                <a:spcPts val="0"/>
              </a:spcAft>
              <a:buSzPts val="1200"/>
              <a:buNone/>
              <a:defRPr/>
            </a:lvl5pPr>
            <a:lvl6pPr algn="ctr">
              <a:lnSpc>
                <a:spcPct val="100000"/>
              </a:lnSpc>
              <a:spcBef>
                <a:spcPts val="0"/>
              </a:spcBef>
              <a:spcAft>
                <a:spcPts val="0"/>
              </a:spcAft>
              <a:buSzPts val="1200"/>
              <a:buNone/>
              <a:defRPr/>
            </a:lvl6pPr>
            <a:lvl7pPr algn="ctr">
              <a:lnSpc>
                <a:spcPct val="100000"/>
              </a:lnSpc>
              <a:spcBef>
                <a:spcPts val="0"/>
              </a:spcBef>
              <a:spcAft>
                <a:spcPts val="0"/>
              </a:spcAft>
              <a:buSzPts val="1200"/>
              <a:buNone/>
              <a:defRPr/>
            </a:lvl7pPr>
            <a:lvl8pPr algn="ctr">
              <a:lnSpc>
                <a:spcPct val="100000"/>
              </a:lnSpc>
              <a:spcBef>
                <a:spcPts val="0"/>
              </a:spcBef>
              <a:spcAft>
                <a:spcPts val="0"/>
              </a:spcAft>
              <a:buSzPts val="1200"/>
              <a:buNone/>
              <a:defRPr/>
            </a:lvl8pPr>
            <a:lvl9pPr algn="ctr">
              <a:lnSpc>
                <a:spcPct val="100000"/>
              </a:lnSpc>
              <a:spcBef>
                <a:spcPts val="0"/>
              </a:spcBef>
              <a:spcAft>
                <a:spcPts val="0"/>
              </a:spcAft>
              <a:buSzPts val="1200"/>
              <a:buNone/>
              <a:defRPr/>
            </a:lvl9pPr>
          </a:lstStyle>
          <a:p>
            <a:endParaRPr/>
          </a:p>
        </p:txBody>
      </p:sp>
      <p:sp>
        <p:nvSpPr>
          <p:cNvPr id="203" name="Google Shape;203;p20">
            <a:extLst>
              <a:ext uri="{FF2B5EF4-FFF2-40B4-BE49-F238E27FC236}">
                <a16:creationId xmlns:a16="http://schemas.microsoft.com/office/drawing/2014/main" id="{AA995C6B-731D-4D5F-A3CE-ADBC63DB1FB3}"/>
              </a:ext>
            </a:extLst>
          </p:cNvPr>
          <p:cNvSpPr>
            <a:spLocks noGrp="1"/>
          </p:cNvSpPr>
          <p:nvPr>
            <p:ph type="title" idx="6"/>
          </p:nvPr>
        </p:nvSpPr>
        <p:spPr>
          <a:xfrm>
            <a:off x="720000" y="445025"/>
            <a:ext cx="7704000" cy="572700"/>
          </a:xfrm>
          <a:prstGeom prst="rect">
            <a:avLst/>
          </a:prstGeom>
        </p:spPr>
        <p:txBody>
          <a:bodyPr spcFirstLastPara="1" wrap="square" lIns="91425" tIns="91425" rIns="91425" bIns="91425" anchor="t">
            <a:noAutofit/>
          </a:bodyPr>
          <a:lstStyle>
            <a:lvl1pPr>
              <a:spcBef>
                <a:spcPts val="0"/>
              </a:spcBef>
              <a:spcAft>
                <a:spcPts val="0"/>
              </a:spcAft>
              <a:buSzPts val="3000"/>
              <a:buNone/>
              <a:defRPr/>
            </a:lvl1pPr>
            <a:lvl2pPr>
              <a:spcBef>
                <a:spcPts val="0"/>
              </a:spcBef>
              <a:spcAft>
                <a:spcPts val="0"/>
              </a:spcAft>
              <a:buSzPts val="3000"/>
              <a:buNone/>
              <a:defRPr/>
            </a:lvl2pPr>
            <a:lvl3pPr>
              <a:spcBef>
                <a:spcPts val="0"/>
              </a:spcBef>
              <a:spcAft>
                <a:spcPts val="0"/>
              </a:spcAft>
              <a:buSzPts val="3000"/>
              <a:buNone/>
              <a:defRPr/>
            </a:lvl3pPr>
            <a:lvl4pPr>
              <a:spcBef>
                <a:spcPts val="0"/>
              </a:spcBef>
              <a:spcAft>
                <a:spcPts val="0"/>
              </a:spcAft>
              <a:buSzPts val="3000"/>
              <a:buNone/>
              <a:defRPr/>
            </a:lvl4pPr>
            <a:lvl5pPr>
              <a:spcBef>
                <a:spcPts val="0"/>
              </a:spcBef>
              <a:spcAft>
                <a:spcPts val="0"/>
              </a:spcAft>
              <a:buSzPts val="3000"/>
              <a:buNone/>
              <a:defRPr/>
            </a:lvl5pPr>
            <a:lvl6pPr>
              <a:spcBef>
                <a:spcPts val="0"/>
              </a:spcBef>
              <a:spcAft>
                <a:spcPts val="0"/>
              </a:spcAft>
              <a:buSzPts val="3000"/>
              <a:buNone/>
              <a:defRPr/>
            </a:lvl6pPr>
            <a:lvl7pPr>
              <a:spcBef>
                <a:spcPts val="0"/>
              </a:spcBef>
              <a:spcAft>
                <a:spcPts val="0"/>
              </a:spcAft>
              <a:buSzPts val="3000"/>
              <a:buNone/>
              <a:defRPr/>
            </a:lvl7pPr>
            <a:lvl8pPr>
              <a:spcBef>
                <a:spcPts val="0"/>
              </a:spcBef>
              <a:spcAft>
                <a:spcPts val="0"/>
              </a:spcAft>
              <a:buSzPts val="3000"/>
              <a:buNone/>
              <a:defRPr/>
            </a:lvl8pPr>
            <a:lvl9pPr>
              <a:spcBef>
                <a:spcPts val="0"/>
              </a:spcBef>
              <a:spcAft>
                <a:spcPts val="0"/>
              </a:spcAft>
              <a:buSzPts val="3000"/>
              <a:buNone/>
              <a:defRPr/>
            </a:lvl9pPr>
          </a:lstStyle>
          <a:p>
            <a:endParaRPr/>
          </a:p>
        </p:txBody>
      </p:sp>
      <p:pic>
        <p:nvPicPr>
          <p:cNvPr id="205" name="Google Shape;205;p20">
            <a:extLst>
              <a:ext uri="{FF2B5EF4-FFF2-40B4-BE49-F238E27FC236}">
                <a16:creationId xmlns:a16="http://schemas.microsoft.com/office/drawing/2014/main" id="{FE3C9559-6681-4AB8-ADE3-E20EC6F75DE7}"/>
              </a:ext>
            </a:extLst>
          </p:cNvPr>
          <p:cNvPicPr>
            <a:picLocks noChangeAspect="1"/>
          </p:cNvPicPr>
          <p:nvPr/>
        </p:nvPicPr>
        <p:blipFill>
          <a:blip r:embed="rId3" cstate="screen">
            <a:alphaModFix/>
            <a:extLst>
              <a:ext uri="{28A0092B-C50C-407E-A947-70E740481C1C}">
                <a14:useLocalDpi xmlns:a14="http://schemas.microsoft.com/office/drawing/2010/main"/>
              </a:ext>
            </a:extLst>
          </a:blip>
          <a:stretch>
            <a:fillRect/>
          </a:stretch>
        </p:blipFill>
        <p:spPr>
          <a:xfrm rot="2043951">
            <a:off x="8248650" y="4528491"/>
            <a:ext cx="1554450" cy="757250"/>
          </a:xfrm>
          <a:prstGeom prst="rect">
            <a:avLst/>
          </a:prstGeom>
          <a:ln>
            <a:noFill/>
          </a:ln>
        </p:spPr>
      </p:pic>
      <p:pic>
        <p:nvPicPr>
          <p:cNvPr id="206" name="Google Shape;206;p20">
            <a:extLst>
              <a:ext uri="{FF2B5EF4-FFF2-40B4-BE49-F238E27FC236}">
                <a16:creationId xmlns:a16="http://schemas.microsoft.com/office/drawing/2014/main" id="{6073A49C-E3DE-4A06-BAA1-D01B34780311}"/>
              </a:ext>
            </a:extLst>
          </p:cNvPr>
          <p:cNvPicPr>
            <a:picLocks noChangeAspect="1"/>
          </p:cNvPicPr>
          <p:nvPr/>
        </p:nvPicPr>
        <p:blipFill>
          <a:blip r:embed="rId4" cstate="screen">
            <a:alphaModFix/>
            <a:extLst>
              <a:ext uri="{28A0092B-C50C-407E-A947-70E740481C1C}">
                <a14:useLocalDpi xmlns:a14="http://schemas.microsoft.com/office/drawing/2010/main"/>
              </a:ext>
            </a:extLst>
          </a:blip>
          <a:stretch>
            <a:fillRect/>
          </a:stretch>
        </p:blipFill>
        <p:spPr>
          <a:xfrm rot="994335">
            <a:off x="8674368" y="2375528"/>
            <a:ext cx="569668" cy="1435595"/>
          </a:xfrm>
          <a:prstGeom prst="rect">
            <a:avLst/>
          </a:prstGeom>
          <a:ln>
            <a:noFill/>
          </a:ln>
        </p:spPr>
      </p:pic>
      <p:pic>
        <p:nvPicPr>
          <p:cNvPr id="207" name="Google Shape;207;p20">
            <a:extLst>
              <a:ext uri="{FF2B5EF4-FFF2-40B4-BE49-F238E27FC236}">
                <a16:creationId xmlns:a16="http://schemas.microsoft.com/office/drawing/2014/main" id="{D5CD3EF9-17C8-43B2-BE69-20CB278E90BD}"/>
              </a:ext>
            </a:extLst>
          </p:cNvPr>
          <p:cNvPicPr>
            <a:picLocks noChangeAspect="1"/>
          </p:cNvPicPr>
          <p:nvPr/>
        </p:nvPicPr>
        <p:blipFill>
          <a:blip r:embed="rId5" cstate="screen">
            <a:alphaModFix/>
            <a:extLst>
              <a:ext uri="{28A0092B-C50C-407E-A947-70E740481C1C}">
                <a14:useLocalDpi xmlns:a14="http://schemas.microsoft.com/office/drawing/2010/main"/>
              </a:ext>
            </a:extLst>
          </a:blip>
          <a:stretch>
            <a:fillRect/>
          </a:stretch>
        </p:blipFill>
        <p:spPr>
          <a:xfrm rot="-1320648">
            <a:off x="7274803" y="4684925"/>
            <a:ext cx="534968" cy="653726"/>
          </a:xfrm>
          <a:prstGeom prst="rect">
            <a:avLst/>
          </a:prstGeom>
          <a:ln>
            <a:noFill/>
          </a:ln>
        </p:spPr>
      </p:pic>
      <p:sp>
        <p:nvSpPr>
          <p:cNvPr id="208" name="Google Shape;208;p20">
            <a:extLst>
              <a:ext uri="{FF2B5EF4-FFF2-40B4-BE49-F238E27FC236}">
                <a16:creationId xmlns:a16="http://schemas.microsoft.com/office/drawing/2014/main" id="{88DD1F05-5E4F-44FD-9DFC-6CFB6830D131}"/>
              </a:ext>
            </a:extLst>
          </p:cNvPr>
          <p:cNvSpPr>
            <a:spLocks noGrp="1"/>
          </p:cNvSpPr>
          <p:nvPr>
            <p:ph type="pic" idx="7"/>
          </p:nvPr>
        </p:nvSpPr>
        <p:spPr>
          <a:xfrm>
            <a:off x="3364300" y="1283050"/>
            <a:ext cx="2415300" cy="1571700"/>
          </a:xfrm>
          <a:prstGeom prst="rect">
            <a:avLst/>
          </a:prstGeom>
          <a:noFill/>
          <a:ln>
            <a:noFill/>
          </a:ln>
        </p:spPr>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Thanks">
  <p:cSld name="BLANK_1_1_1_1_1_1_2">
    <p:spTree>
      <p:nvGrpSpPr>
        <p:cNvPr id="1" name=""/>
        <p:cNvGrpSpPr/>
        <p:nvPr/>
      </p:nvGrpSpPr>
      <p:grpSpPr>
        <a:xfrm>
          <a:off x="0" y="0"/>
          <a:ext cx="0" cy="0"/>
          <a:chOff x="0" y="0"/>
          <a:chExt cx="0" cy="0"/>
        </a:xfrm>
      </p:grpSpPr>
      <p:pic>
        <p:nvPicPr>
          <p:cNvPr id="210" name="Google Shape;210;p21">
            <a:extLst>
              <a:ext uri="{FF2B5EF4-FFF2-40B4-BE49-F238E27FC236}">
                <a16:creationId xmlns:a16="http://schemas.microsoft.com/office/drawing/2014/main" id="{720406A8-147A-4EFF-96B4-07B28597502C}"/>
              </a:ext>
            </a:extLst>
          </p:cNvPr>
          <p:cNvPicPr>
            <a:picLocks noChangeAspect="1"/>
          </p:cNvPicPr>
          <p:nvPr/>
        </p:nvPicPr>
        <p:blipFill rotWithShape="1">
          <a:blip r:embed="rId2" cstate="screen">
            <a:alphaModFix/>
            <a:extLst>
              <a:ext uri="{28A0092B-C50C-407E-A947-70E740481C1C}">
                <a14:useLocalDpi xmlns:a14="http://schemas.microsoft.com/office/drawing/2010/main"/>
              </a:ext>
            </a:extLst>
          </a:blip>
          <a:srcRect/>
          <a:stretch/>
        </p:blipFill>
        <p:spPr>
          <a:xfrm>
            <a:off x="0" y="0"/>
            <a:ext cx="9144000" cy="5143500"/>
          </a:xfrm>
          <a:prstGeom prst="rect">
            <a:avLst/>
          </a:prstGeom>
          <a:ln>
            <a:noFill/>
          </a:ln>
        </p:spPr>
      </p:pic>
      <p:sp>
        <p:nvSpPr>
          <p:cNvPr id="211" name="Google Shape;211;p21">
            <a:extLst>
              <a:ext uri="{FF2B5EF4-FFF2-40B4-BE49-F238E27FC236}">
                <a16:creationId xmlns:a16="http://schemas.microsoft.com/office/drawing/2014/main" id="{A5913CF0-579B-482F-81F6-6FB2C9FCA50B}"/>
              </a:ext>
            </a:extLst>
          </p:cNvPr>
          <p:cNvSpPr>
            <a:spLocks noGrp="1"/>
          </p:cNvSpPr>
          <p:nvPr>
            <p:ph type="ctrTitle"/>
          </p:nvPr>
        </p:nvSpPr>
        <p:spPr>
          <a:xfrm>
            <a:off x="4049400" y="535000"/>
            <a:ext cx="4379400" cy="1056300"/>
          </a:xfrm>
          <a:prstGeom prst="rect">
            <a:avLst/>
          </a:prstGeom>
        </p:spPr>
        <p:txBody>
          <a:bodyPr spcFirstLastPara="1" wrap="square" lIns="91425" tIns="91425" rIns="91425" bIns="91425" anchor="b">
            <a:noAutofit/>
          </a:bodyPr>
          <a:lstStyle>
            <a:lvl1pPr algn="ctr">
              <a:spcBef>
                <a:spcPts val="0"/>
              </a:spcBef>
              <a:spcAft>
                <a:spcPts val="0"/>
              </a:spcAft>
              <a:buSzPts val="5200"/>
              <a:buNone/>
              <a:defRPr sz="5000"/>
            </a:lvl1pPr>
            <a:lvl2pPr algn="ctr">
              <a:spcBef>
                <a:spcPts val="0"/>
              </a:spcBef>
              <a:spcAft>
                <a:spcPts val="0"/>
              </a:spcAft>
              <a:buSzPts val="5200"/>
              <a:buNone/>
              <a:defRPr sz="5200"/>
            </a:lvl2pPr>
            <a:lvl3pPr algn="ctr">
              <a:spcBef>
                <a:spcPts val="0"/>
              </a:spcBef>
              <a:spcAft>
                <a:spcPts val="0"/>
              </a:spcAft>
              <a:buSzPts val="5200"/>
              <a:buNone/>
              <a:defRPr sz="5200"/>
            </a:lvl3pPr>
            <a:lvl4pPr algn="ctr">
              <a:spcBef>
                <a:spcPts val="0"/>
              </a:spcBef>
              <a:spcAft>
                <a:spcPts val="0"/>
              </a:spcAft>
              <a:buSzPts val="5200"/>
              <a:buNone/>
              <a:defRPr sz="5200"/>
            </a:lvl4pPr>
            <a:lvl5pPr algn="ctr">
              <a:spcBef>
                <a:spcPts val="0"/>
              </a:spcBef>
              <a:spcAft>
                <a:spcPts val="0"/>
              </a:spcAft>
              <a:buSzPts val="5200"/>
              <a:buNone/>
              <a:defRPr sz="5200"/>
            </a:lvl5pPr>
            <a:lvl6pPr algn="ctr">
              <a:spcBef>
                <a:spcPts val="0"/>
              </a:spcBef>
              <a:spcAft>
                <a:spcPts val="0"/>
              </a:spcAft>
              <a:buSzPts val="5200"/>
              <a:buNone/>
              <a:defRPr sz="5200"/>
            </a:lvl6pPr>
            <a:lvl7pPr algn="ctr">
              <a:spcBef>
                <a:spcPts val="0"/>
              </a:spcBef>
              <a:spcAft>
                <a:spcPts val="0"/>
              </a:spcAft>
              <a:buSzPts val="5200"/>
              <a:buNone/>
              <a:defRPr sz="5200"/>
            </a:lvl7pPr>
            <a:lvl8pPr algn="ctr">
              <a:spcBef>
                <a:spcPts val="0"/>
              </a:spcBef>
              <a:spcAft>
                <a:spcPts val="0"/>
              </a:spcAft>
              <a:buSzPts val="5200"/>
              <a:buNone/>
              <a:defRPr sz="5200"/>
            </a:lvl8pPr>
            <a:lvl9pPr algn="ctr">
              <a:spcBef>
                <a:spcPts val="0"/>
              </a:spcBef>
              <a:spcAft>
                <a:spcPts val="0"/>
              </a:spcAft>
              <a:buSzPts val="5200"/>
              <a:buNone/>
              <a:defRPr sz="5200"/>
            </a:lvl9pPr>
          </a:lstStyle>
          <a:p>
            <a:endParaRPr/>
          </a:p>
        </p:txBody>
      </p:sp>
      <p:sp>
        <p:nvSpPr>
          <p:cNvPr id="212" name="Google Shape;212;p21">
            <a:extLst>
              <a:ext uri="{FF2B5EF4-FFF2-40B4-BE49-F238E27FC236}">
                <a16:creationId xmlns:a16="http://schemas.microsoft.com/office/drawing/2014/main" id="{191BBF92-8CF9-4837-8510-FF18B9A36DC6}"/>
              </a:ext>
            </a:extLst>
          </p:cNvPr>
          <p:cNvSpPr>
            <a:spLocks noGrp="1"/>
          </p:cNvSpPr>
          <p:nvPr>
            <p:ph type="subTitle" idx="1"/>
          </p:nvPr>
        </p:nvSpPr>
        <p:spPr>
          <a:xfrm>
            <a:off x="4049500" y="1808825"/>
            <a:ext cx="4379400" cy="12741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SzPts val="1200"/>
              <a:buNone/>
              <a:defRPr sz="1400"/>
            </a:lvl1pPr>
            <a:lvl2pPr algn="ctr">
              <a:lnSpc>
                <a:spcPct val="100000"/>
              </a:lnSpc>
              <a:spcBef>
                <a:spcPts val="0"/>
              </a:spcBef>
              <a:spcAft>
                <a:spcPts val="0"/>
              </a:spcAft>
              <a:buSzPts val="1800"/>
              <a:buNone/>
              <a:defRPr sz="1800"/>
            </a:lvl2pPr>
            <a:lvl3pPr algn="ctr">
              <a:lnSpc>
                <a:spcPct val="100000"/>
              </a:lnSpc>
              <a:spcBef>
                <a:spcPts val="0"/>
              </a:spcBef>
              <a:spcAft>
                <a:spcPts val="0"/>
              </a:spcAft>
              <a:buSzPts val="1800"/>
              <a:buNone/>
              <a:defRPr sz="1800"/>
            </a:lvl3pPr>
            <a:lvl4pPr algn="ctr">
              <a:lnSpc>
                <a:spcPct val="100000"/>
              </a:lnSpc>
              <a:spcBef>
                <a:spcPts val="0"/>
              </a:spcBef>
              <a:spcAft>
                <a:spcPts val="0"/>
              </a:spcAft>
              <a:buSzPts val="1800"/>
              <a:buNone/>
              <a:defRPr sz="1800"/>
            </a:lvl4pPr>
            <a:lvl5pPr algn="ctr">
              <a:lnSpc>
                <a:spcPct val="100000"/>
              </a:lnSpc>
              <a:spcBef>
                <a:spcPts val="0"/>
              </a:spcBef>
              <a:spcAft>
                <a:spcPts val="0"/>
              </a:spcAft>
              <a:buSzPts val="1800"/>
              <a:buNone/>
              <a:defRPr sz="1800"/>
            </a:lvl5pPr>
            <a:lvl6pPr algn="ctr">
              <a:lnSpc>
                <a:spcPct val="100000"/>
              </a:lnSpc>
              <a:spcBef>
                <a:spcPts val="0"/>
              </a:spcBef>
              <a:spcAft>
                <a:spcPts val="0"/>
              </a:spcAft>
              <a:buSzPts val="1800"/>
              <a:buNone/>
              <a:defRPr sz="1800"/>
            </a:lvl6pPr>
            <a:lvl7pPr algn="ctr">
              <a:lnSpc>
                <a:spcPct val="100000"/>
              </a:lnSpc>
              <a:spcBef>
                <a:spcPts val="0"/>
              </a:spcBef>
              <a:spcAft>
                <a:spcPts val="0"/>
              </a:spcAft>
              <a:buSzPts val="1800"/>
              <a:buNone/>
              <a:defRPr sz="1800"/>
            </a:lvl7pPr>
            <a:lvl8pPr algn="ctr">
              <a:lnSpc>
                <a:spcPct val="100000"/>
              </a:lnSpc>
              <a:spcBef>
                <a:spcPts val="0"/>
              </a:spcBef>
              <a:spcAft>
                <a:spcPts val="0"/>
              </a:spcAft>
              <a:buSzPts val="1800"/>
              <a:buNone/>
              <a:defRPr sz="1800"/>
            </a:lvl8pPr>
            <a:lvl9pPr algn="ctr">
              <a:lnSpc>
                <a:spcPct val="100000"/>
              </a:lnSpc>
              <a:spcBef>
                <a:spcPts val="0"/>
              </a:spcBef>
              <a:spcAft>
                <a:spcPts val="0"/>
              </a:spcAft>
              <a:buSzPts val="1800"/>
              <a:buNone/>
              <a:defRPr sz="1800"/>
            </a:lvl9pPr>
          </a:lstStyle>
          <a:p>
            <a:endParaRPr/>
          </a:p>
        </p:txBody>
      </p:sp>
      <p:sp>
        <p:nvSpPr>
          <p:cNvPr id="213" name="Google Shape;213;p21">
            <a:extLst>
              <a:ext uri="{FF2B5EF4-FFF2-40B4-BE49-F238E27FC236}">
                <a16:creationId xmlns:a16="http://schemas.microsoft.com/office/drawing/2014/main" id="{30846263-3A98-4DE6-A7F1-D132AD22585C}"/>
              </a:ext>
            </a:extLst>
          </p:cNvPr>
          <p:cNvSpPr>
            <a:spLocks noGrp="1"/>
          </p:cNvSpPr>
          <p:nvPr>
            <p:ph type="pic" idx="2"/>
          </p:nvPr>
        </p:nvSpPr>
        <p:spPr>
          <a:xfrm>
            <a:off x="0" y="0"/>
            <a:ext cx="3753000" cy="5143500"/>
          </a:xfrm>
          <a:prstGeom prst="rect">
            <a:avLst/>
          </a:prstGeom>
          <a:noFill/>
          <a:ln>
            <a:noFill/>
          </a:ln>
        </p:spPr>
      </p:sp>
      <p:sp>
        <p:nvSpPr>
          <p:cNvPr id="214" name="Google Shape;214;p21">
            <a:extLst>
              <a:ext uri="{FF2B5EF4-FFF2-40B4-BE49-F238E27FC236}">
                <a16:creationId xmlns:a16="http://schemas.microsoft.com/office/drawing/2014/main" id="{EB6AE289-6A73-44A3-A128-E45C4AA76503}"/>
              </a:ext>
            </a:extLst>
          </p:cNvPr>
          <p:cNvSpPr>
            <a:spLocks noGrp="1"/>
          </p:cNvSpPr>
          <p:nvPr/>
        </p:nvSpPr>
        <p:spPr>
          <a:xfrm>
            <a:off x="4049475" y="3781425"/>
            <a:ext cx="4379400" cy="473700"/>
          </a:xfrm>
          <a:prstGeom prst="rect">
            <a:avLst/>
          </a:prstGeom>
          <a:noFill/>
          <a:ln>
            <a:noFill/>
          </a:ln>
        </p:spPr>
        <p:txBody>
          <a:bodyPr spcFirstLastPara="1" wrap="square" lIns="91425" tIns="91425" rIns="91425" bIns="91425" anchor="b">
            <a:noAutofit/>
          </a:bodyPr>
          <a:lstStyle/>
          <a:p>
            <a:pPr marL="0" lvl="0" indent="0" algn="ctr">
              <a:lnSpc>
                <a:spcPct val="100000"/>
              </a:lnSpc>
              <a:spcBef>
                <a:spcPts val="300"/>
              </a:spcBef>
              <a:spcAft>
                <a:spcPts val="0"/>
              </a:spcAft>
              <a:buNone/>
            </a:pPr>
            <a:r>
              <a:rPr sz="1000">
                <a:solidFill>
                  <a:schemeClr val="dk1"/>
                </a:solidFill>
                <a:latin typeface="Lato"/>
                <a:ea typeface="Lato"/>
                <a:cs typeface="Lato"/>
              </a:rPr>
              <a:t>CREDITS: This presentation template was created by </a:t>
            </a:r>
            <a:r>
              <a:rPr sz="1000" b="1" u="sng">
                <a:solidFill>
                  <a:schemeClr val="hlink"/>
                </a:solidFill>
                <a:latin typeface="Lato"/>
                <a:ea typeface="Lato"/>
                <a:cs typeface="Lato"/>
              </a:rPr>
              <a:t>Slidesgo</a:t>
            </a:r>
            <a:r>
              <a:rPr sz="1000" u="sng">
                <a:solidFill>
                  <a:schemeClr val="dk1"/>
                </a:solidFill>
                <a:latin typeface="Lato"/>
                <a:ea typeface="Lato"/>
                <a:cs typeface="Lato"/>
              </a:rPr>
              <a:t>,</a:t>
            </a:r>
            <a:r>
              <a:rPr sz="1000">
                <a:solidFill>
                  <a:schemeClr val="dk1"/>
                </a:solidFill>
                <a:latin typeface="Lato"/>
                <a:ea typeface="Lato"/>
                <a:cs typeface="Lato"/>
              </a:rPr>
              <a:t> including icons by </a:t>
            </a:r>
            <a:r>
              <a:rPr sz="1000" b="1" u="sng">
                <a:solidFill>
                  <a:schemeClr val="dk1"/>
                </a:solidFill>
                <a:latin typeface="Lato"/>
                <a:ea typeface="Lato"/>
                <a:cs typeface="Lato"/>
              </a:rPr>
              <a:t>Flaticon</a:t>
            </a:r>
            <a:r>
              <a:rPr sz="1000">
                <a:solidFill>
                  <a:schemeClr val="dk1"/>
                </a:solidFill>
                <a:latin typeface="Lato"/>
                <a:ea typeface="Lato"/>
                <a:cs typeface="Lato"/>
              </a:rPr>
              <a:t>, and infographics &amp; images by </a:t>
            </a:r>
            <a:r>
              <a:rPr sz="1000" b="1" u="sng">
                <a:solidFill>
                  <a:schemeClr val="dk1"/>
                </a:solidFill>
                <a:latin typeface="Lato"/>
                <a:ea typeface="Lato"/>
                <a:cs typeface="Lato"/>
              </a:rPr>
              <a:t>Freepik</a:t>
            </a:r>
          </a:p>
        </p:txBody>
      </p:sp>
      <p:pic>
        <p:nvPicPr>
          <p:cNvPr id="216" name="Google Shape;216;p21">
            <a:extLst>
              <a:ext uri="{FF2B5EF4-FFF2-40B4-BE49-F238E27FC236}">
                <a16:creationId xmlns:a16="http://schemas.microsoft.com/office/drawing/2014/main" id="{7A7B5AE3-8309-4DBC-A8C5-7D91EE2284D4}"/>
              </a:ext>
            </a:extLst>
          </p:cNvPr>
          <p:cNvPicPr>
            <a:picLocks noChangeAspect="1"/>
          </p:cNvPicPr>
          <p:nvPr/>
        </p:nvPicPr>
        <p:blipFill>
          <a:blip r:embed="rId3" cstate="screen">
            <a:alphaModFix/>
            <a:extLst>
              <a:ext uri="{28A0092B-C50C-407E-A947-70E740481C1C}">
                <a14:useLocalDpi xmlns:a14="http://schemas.microsoft.com/office/drawing/2010/main"/>
              </a:ext>
            </a:extLst>
          </a:blip>
          <a:stretch>
            <a:fillRect/>
          </a:stretch>
        </p:blipFill>
        <p:spPr>
          <a:xfrm rot="-7037278">
            <a:off x="4670150" y="-938876"/>
            <a:ext cx="1042352" cy="1704974"/>
          </a:xfrm>
          <a:prstGeom prst="rect">
            <a:avLst/>
          </a:prstGeom>
          <a:ln>
            <a:noFill/>
          </a:ln>
        </p:spPr>
      </p:pic>
      <p:pic>
        <p:nvPicPr>
          <p:cNvPr id="217" name="Google Shape;217;p21">
            <a:extLst>
              <a:ext uri="{FF2B5EF4-FFF2-40B4-BE49-F238E27FC236}">
                <a16:creationId xmlns:a16="http://schemas.microsoft.com/office/drawing/2014/main" id="{7474130E-7E59-4BC5-B089-636B501DC553}"/>
              </a:ext>
            </a:extLst>
          </p:cNvPr>
          <p:cNvPicPr>
            <a:picLocks noChangeAspect="1"/>
          </p:cNvPicPr>
          <p:nvPr/>
        </p:nvPicPr>
        <p:blipFill rotWithShape="1">
          <a:blip r:embed="rId4" cstate="screen">
            <a:alphaModFix/>
            <a:extLst>
              <a:ext uri="{28A0092B-C50C-407E-A947-70E740481C1C}">
                <a14:useLocalDpi xmlns:a14="http://schemas.microsoft.com/office/drawing/2010/main"/>
              </a:ext>
            </a:extLst>
          </a:blip>
          <a:srcRect/>
          <a:stretch/>
        </p:blipFill>
        <p:spPr>
          <a:xfrm rot="4465731">
            <a:off x="8224950" y="3105041"/>
            <a:ext cx="1554450" cy="757250"/>
          </a:xfrm>
          <a:prstGeom prst="rect">
            <a:avLst/>
          </a:prstGeom>
          <a:ln>
            <a:noFill/>
          </a:ln>
        </p:spPr>
      </p:pic>
      <p:pic>
        <p:nvPicPr>
          <p:cNvPr id="218" name="Google Shape;218;p21">
            <a:extLst>
              <a:ext uri="{FF2B5EF4-FFF2-40B4-BE49-F238E27FC236}">
                <a16:creationId xmlns:a16="http://schemas.microsoft.com/office/drawing/2014/main" id="{06D5FC6D-4847-4C29-93A7-BA58ED105183}"/>
              </a:ext>
            </a:extLst>
          </p:cNvPr>
          <p:cNvPicPr>
            <a:picLocks noChangeAspect="1"/>
          </p:cNvPicPr>
          <p:nvPr/>
        </p:nvPicPr>
        <p:blipFill rotWithShape="1">
          <a:blip r:embed="rId5" cstate="screen">
            <a:alphaModFix/>
            <a:extLst>
              <a:ext uri="{28A0092B-C50C-407E-A947-70E740481C1C}">
                <a14:useLocalDpi xmlns:a14="http://schemas.microsoft.com/office/drawing/2010/main"/>
              </a:ext>
            </a:extLst>
          </a:blip>
          <a:srcRect/>
          <a:stretch/>
        </p:blipFill>
        <p:spPr>
          <a:xfrm>
            <a:off x="7981150" y="-394637"/>
            <a:ext cx="1666875" cy="1423976"/>
          </a:xfrm>
          <a:prstGeom prst="rect">
            <a:avLst/>
          </a:prstGeom>
          <a:ln>
            <a:noFill/>
          </a:ln>
        </p:spPr>
      </p:pic>
      <p:pic>
        <p:nvPicPr>
          <p:cNvPr id="219" name="Google Shape;219;p21">
            <a:extLst>
              <a:ext uri="{FF2B5EF4-FFF2-40B4-BE49-F238E27FC236}">
                <a16:creationId xmlns:a16="http://schemas.microsoft.com/office/drawing/2014/main" id="{4E05D0C2-FC54-448A-BDE4-1C0DE3484A2B}"/>
              </a:ext>
            </a:extLst>
          </p:cNvPr>
          <p:cNvPicPr>
            <a:picLocks noChangeAspect="1"/>
          </p:cNvPicPr>
          <p:nvPr/>
        </p:nvPicPr>
        <p:blipFill rotWithShape="1">
          <a:blip r:embed="rId6" cstate="screen">
            <a:alphaModFix/>
            <a:extLst>
              <a:ext uri="{28A0092B-C50C-407E-A947-70E740481C1C}">
                <a14:useLocalDpi xmlns:a14="http://schemas.microsoft.com/office/drawing/2010/main"/>
              </a:ext>
            </a:extLst>
          </a:blip>
          <a:srcRect/>
          <a:stretch/>
        </p:blipFill>
        <p:spPr>
          <a:xfrm rot="4344098">
            <a:off x="7892192" y="4379228"/>
            <a:ext cx="569668" cy="1435595"/>
          </a:xfrm>
          <a:prstGeom prst="rect">
            <a:avLst/>
          </a:prstGeom>
          <a:ln>
            <a:noFill/>
          </a:ln>
        </p:spPr>
      </p:pic>
      <p:pic>
        <p:nvPicPr>
          <p:cNvPr id="220" name="Google Shape;220;p21">
            <a:extLst>
              <a:ext uri="{FF2B5EF4-FFF2-40B4-BE49-F238E27FC236}">
                <a16:creationId xmlns:a16="http://schemas.microsoft.com/office/drawing/2014/main" id="{42CAB429-61E2-4446-ADD2-465206969A64}"/>
              </a:ext>
            </a:extLst>
          </p:cNvPr>
          <p:cNvPicPr>
            <a:picLocks noChangeAspect="1"/>
          </p:cNvPicPr>
          <p:nvPr/>
        </p:nvPicPr>
        <p:blipFill>
          <a:blip r:embed="rId7" cstate="screen">
            <a:alphaModFix/>
            <a:extLst>
              <a:ext uri="{28A0092B-C50C-407E-A947-70E740481C1C}">
                <a14:useLocalDpi xmlns:a14="http://schemas.microsoft.com/office/drawing/2010/main"/>
              </a:ext>
            </a:extLst>
          </a:blip>
          <a:stretch>
            <a:fillRect/>
          </a:stretch>
        </p:blipFill>
        <p:spPr>
          <a:xfrm rot="-1320648">
            <a:off x="4680628" y="4734700"/>
            <a:ext cx="534968" cy="653726"/>
          </a:xfrm>
          <a:prstGeom prst="rect">
            <a:avLst/>
          </a:prstGeom>
          <a:ln>
            <a:noFill/>
          </a:ln>
        </p:spPr>
      </p:pic>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Background">
  <p:cSld name="BLANK_1_1_1_1_1_1_1">
    <p:spTree>
      <p:nvGrpSpPr>
        <p:cNvPr id="1" name=""/>
        <p:cNvGrpSpPr/>
        <p:nvPr/>
      </p:nvGrpSpPr>
      <p:grpSpPr>
        <a:xfrm>
          <a:off x="0" y="0"/>
          <a:ext cx="0" cy="0"/>
          <a:chOff x="0" y="0"/>
          <a:chExt cx="0" cy="0"/>
        </a:xfrm>
      </p:grpSpPr>
      <p:pic>
        <p:nvPicPr>
          <p:cNvPr id="222" name="Google Shape;222;p22">
            <a:extLst>
              <a:ext uri="{FF2B5EF4-FFF2-40B4-BE49-F238E27FC236}">
                <a16:creationId xmlns:a16="http://schemas.microsoft.com/office/drawing/2014/main" id="{E6B57762-2B28-4F4D-B4CF-6A4A46113122}"/>
              </a:ext>
            </a:extLst>
          </p:cNvPr>
          <p:cNvPicPr>
            <a:picLocks noChangeAspect="1"/>
          </p:cNvPicPr>
          <p:nvPr/>
        </p:nvPicPr>
        <p:blipFill rotWithShape="1">
          <a:blip r:embed="rId2" cstate="screen">
            <a:alphaModFix/>
            <a:extLst>
              <a:ext uri="{28A0092B-C50C-407E-A947-70E740481C1C}">
                <a14:useLocalDpi xmlns:a14="http://schemas.microsoft.com/office/drawing/2010/main"/>
              </a:ext>
            </a:extLst>
          </a:blip>
          <a:srcRect/>
          <a:stretch/>
        </p:blipFill>
        <p:spPr>
          <a:xfrm>
            <a:off x="0" y="0"/>
            <a:ext cx="9144000" cy="5143500"/>
          </a:xfrm>
          <a:prstGeom prst="rect">
            <a:avLst/>
          </a:prstGeom>
          <a:ln>
            <a:noFill/>
          </a:ln>
        </p:spPr>
      </p:pic>
      <p:pic>
        <p:nvPicPr>
          <p:cNvPr id="224" name="Google Shape;224;p22">
            <a:extLst>
              <a:ext uri="{FF2B5EF4-FFF2-40B4-BE49-F238E27FC236}">
                <a16:creationId xmlns:a16="http://schemas.microsoft.com/office/drawing/2014/main" id="{BDA2726A-3AFF-4856-84E0-6A1D0F19270E}"/>
              </a:ext>
            </a:extLst>
          </p:cNvPr>
          <p:cNvPicPr>
            <a:picLocks noChangeAspect="1"/>
          </p:cNvPicPr>
          <p:nvPr/>
        </p:nvPicPr>
        <p:blipFill>
          <a:blip r:embed="rId3" cstate="screen">
            <a:alphaModFix/>
            <a:extLst>
              <a:ext uri="{28A0092B-C50C-407E-A947-70E740481C1C}">
                <a14:useLocalDpi xmlns:a14="http://schemas.microsoft.com/office/drawing/2010/main"/>
              </a:ext>
            </a:extLst>
          </a:blip>
          <a:stretch>
            <a:fillRect/>
          </a:stretch>
        </p:blipFill>
        <p:spPr>
          <a:xfrm rot="994335">
            <a:off x="8726018" y="2730953"/>
            <a:ext cx="569668" cy="1435595"/>
          </a:xfrm>
          <a:prstGeom prst="rect">
            <a:avLst/>
          </a:prstGeom>
          <a:ln>
            <a:noFill/>
          </a:ln>
        </p:spPr>
      </p:pic>
      <p:pic>
        <p:nvPicPr>
          <p:cNvPr id="225" name="Google Shape;225;p22">
            <a:extLst>
              <a:ext uri="{FF2B5EF4-FFF2-40B4-BE49-F238E27FC236}">
                <a16:creationId xmlns:a16="http://schemas.microsoft.com/office/drawing/2014/main" id="{4CE49A53-643E-4CFD-993A-C24A41ED9DF2}"/>
              </a:ext>
            </a:extLst>
          </p:cNvPr>
          <p:cNvPicPr>
            <a:picLocks noChangeAspect="1"/>
          </p:cNvPicPr>
          <p:nvPr/>
        </p:nvPicPr>
        <p:blipFill rotWithShape="1">
          <a:blip r:embed="rId4" cstate="screen">
            <a:alphaModFix/>
            <a:extLst>
              <a:ext uri="{28A0092B-C50C-407E-A947-70E740481C1C}">
                <a14:useLocalDpi xmlns:a14="http://schemas.microsoft.com/office/drawing/2010/main"/>
              </a:ext>
            </a:extLst>
          </a:blip>
          <a:srcRect/>
          <a:stretch/>
        </p:blipFill>
        <p:spPr>
          <a:xfrm rot="-1320648">
            <a:off x="8783928" y="1736276"/>
            <a:ext cx="534968" cy="653726"/>
          </a:xfrm>
          <a:prstGeom prst="rect">
            <a:avLst/>
          </a:prstGeom>
          <a:ln>
            <a:noFill/>
          </a:ln>
        </p:spPr>
      </p:pic>
      <p:pic>
        <p:nvPicPr>
          <p:cNvPr id="226" name="Google Shape;226;p22">
            <a:extLst>
              <a:ext uri="{FF2B5EF4-FFF2-40B4-BE49-F238E27FC236}">
                <a16:creationId xmlns:a16="http://schemas.microsoft.com/office/drawing/2014/main" id="{A8E5BB03-F385-48D3-85C4-81204799BD1D}"/>
              </a:ext>
            </a:extLst>
          </p:cNvPr>
          <p:cNvPicPr>
            <a:picLocks noChangeAspect="1"/>
          </p:cNvPicPr>
          <p:nvPr/>
        </p:nvPicPr>
        <p:blipFill>
          <a:blip r:embed="rId5" cstate="screen">
            <a:alphaModFix/>
            <a:extLst>
              <a:ext uri="{28A0092B-C50C-407E-A947-70E740481C1C}">
                <a14:useLocalDpi xmlns:a14="http://schemas.microsoft.com/office/drawing/2010/main"/>
              </a:ext>
            </a:extLst>
          </a:blip>
          <a:stretch>
            <a:fillRect/>
          </a:stretch>
        </p:blipFill>
        <p:spPr>
          <a:xfrm rot="-7037278">
            <a:off x="7797725" y="4219499"/>
            <a:ext cx="1042352" cy="1704974"/>
          </a:xfrm>
          <a:prstGeom prst="rect">
            <a:avLst/>
          </a:prstGeom>
          <a:ln>
            <a:noFill/>
          </a:ln>
        </p:spPr>
      </p:pic>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Background 1">
  <p:cSld name="BLANK_1_1_1_1_1_1_1_1">
    <p:spTree>
      <p:nvGrpSpPr>
        <p:cNvPr id="1" name=""/>
        <p:cNvGrpSpPr/>
        <p:nvPr/>
      </p:nvGrpSpPr>
      <p:grpSpPr>
        <a:xfrm>
          <a:off x="0" y="0"/>
          <a:ext cx="0" cy="0"/>
          <a:chOff x="0" y="0"/>
          <a:chExt cx="0" cy="0"/>
        </a:xfrm>
      </p:grpSpPr>
      <p:pic>
        <p:nvPicPr>
          <p:cNvPr id="228" name="Google Shape;228;p23">
            <a:extLst>
              <a:ext uri="{FF2B5EF4-FFF2-40B4-BE49-F238E27FC236}">
                <a16:creationId xmlns:a16="http://schemas.microsoft.com/office/drawing/2014/main" id="{DCEF28EE-24D2-4DFD-9178-07B393EB4570}"/>
              </a:ext>
            </a:extLst>
          </p:cNvPr>
          <p:cNvPicPr>
            <a:picLocks noChangeAspect="1"/>
          </p:cNvPicPr>
          <p:nvPr/>
        </p:nvPicPr>
        <p:blipFill rotWithShape="1">
          <a:blip r:embed="rId2" cstate="screen">
            <a:alphaModFix/>
            <a:extLst>
              <a:ext uri="{28A0092B-C50C-407E-A947-70E740481C1C}">
                <a14:useLocalDpi xmlns:a14="http://schemas.microsoft.com/office/drawing/2010/main"/>
              </a:ext>
            </a:extLst>
          </a:blip>
          <a:srcRect/>
          <a:stretch/>
        </p:blipFill>
        <p:spPr>
          <a:xfrm>
            <a:off x="0" y="0"/>
            <a:ext cx="9144000" cy="5143500"/>
          </a:xfrm>
          <a:prstGeom prst="rect">
            <a:avLst/>
          </a:prstGeom>
          <a:ln>
            <a:noFill/>
          </a:ln>
        </p:spPr>
      </p:pic>
      <p:pic>
        <p:nvPicPr>
          <p:cNvPr id="230" name="Google Shape;230;p23">
            <a:extLst>
              <a:ext uri="{FF2B5EF4-FFF2-40B4-BE49-F238E27FC236}">
                <a16:creationId xmlns:a16="http://schemas.microsoft.com/office/drawing/2014/main" id="{2A0746E4-4851-4DE9-A4C7-4E78B5D4F73D}"/>
              </a:ext>
            </a:extLst>
          </p:cNvPr>
          <p:cNvPicPr>
            <a:picLocks noChangeAspect="1"/>
          </p:cNvPicPr>
          <p:nvPr/>
        </p:nvPicPr>
        <p:blipFill>
          <a:blip r:embed="rId3" cstate="screen">
            <a:alphaModFix/>
            <a:extLst>
              <a:ext uri="{28A0092B-C50C-407E-A947-70E740481C1C}">
                <a14:useLocalDpi xmlns:a14="http://schemas.microsoft.com/office/drawing/2010/main"/>
              </a:ext>
            </a:extLst>
          </a:blip>
          <a:stretch>
            <a:fillRect/>
          </a:stretch>
        </p:blipFill>
        <p:spPr>
          <a:xfrm rot="2043951">
            <a:off x="-295275" y="4153866"/>
            <a:ext cx="1554450" cy="757250"/>
          </a:xfrm>
          <a:prstGeom prst="rect">
            <a:avLst/>
          </a:prstGeom>
          <a:ln>
            <a:noFill/>
          </a:ln>
        </p:spPr>
      </p:pic>
      <p:pic>
        <p:nvPicPr>
          <p:cNvPr id="231" name="Google Shape;231;p23">
            <a:extLst>
              <a:ext uri="{FF2B5EF4-FFF2-40B4-BE49-F238E27FC236}">
                <a16:creationId xmlns:a16="http://schemas.microsoft.com/office/drawing/2014/main" id="{5283A067-E353-4227-8B86-8FCC1431B455}"/>
              </a:ext>
            </a:extLst>
          </p:cNvPr>
          <p:cNvPicPr>
            <a:picLocks noChangeAspect="1"/>
          </p:cNvPicPr>
          <p:nvPr/>
        </p:nvPicPr>
        <p:blipFill>
          <a:blip r:embed="rId4" cstate="screen">
            <a:alphaModFix/>
            <a:extLst>
              <a:ext uri="{28A0092B-C50C-407E-A947-70E740481C1C}">
                <a14:useLocalDpi xmlns:a14="http://schemas.microsoft.com/office/drawing/2010/main"/>
              </a:ext>
            </a:extLst>
          </a:blip>
          <a:stretch>
            <a:fillRect/>
          </a:stretch>
        </p:blipFill>
        <p:spPr>
          <a:xfrm rot="-599363">
            <a:off x="633917" y="-302491"/>
            <a:ext cx="1635290" cy="743707"/>
          </a:xfrm>
          <a:prstGeom prst="rect">
            <a:avLst/>
          </a:prstGeom>
          <a:ln>
            <a:noFill/>
          </a:ln>
        </p:spPr>
      </p:pic>
      <p:pic>
        <p:nvPicPr>
          <p:cNvPr id="232" name="Google Shape;232;p23">
            <a:extLst>
              <a:ext uri="{FF2B5EF4-FFF2-40B4-BE49-F238E27FC236}">
                <a16:creationId xmlns:a16="http://schemas.microsoft.com/office/drawing/2014/main" id="{726F074A-913C-484F-8C4B-3292E8BAE1A6}"/>
              </a:ext>
            </a:extLst>
          </p:cNvPr>
          <p:cNvPicPr>
            <a:picLocks noChangeAspect="1"/>
          </p:cNvPicPr>
          <p:nvPr/>
        </p:nvPicPr>
        <p:blipFill>
          <a:blip r:embed="rId5" cstate="screen">
            <a:alphaModFix/>
            <a:extLst>
              <a:ext uri="{28A0092B-C50C-407E-A947-70E740481C1C}">
                <a14:useLocalDpi xmlns:a14="http://schemas.microsoft.com/office/drawing/2010/main"/>
              </a:ext>
            </a:extLst>
          </a:blip>
          <a:stretch>
            <a:fillRect/>
          </a:stretch>
        </p:blipFill>
        <p:spPr>
          <a:xfrm>
            <a:off x="-564775" y="355175"/>
            <a:ext cx="1666875" cy="1423976"/>
          </a:xfrm>
          <a:prstGeom prst="rect">
            <a:avLst/>
          </a:prstGeom>
          <a:ln>
            <a:noFill/>
          </a:ln>
        </p:spPr>
      </p:pic>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Background 2">
  <p:cSld name="CUSTOM_3">
    <p:spTree>
      <p:nvGrpSpPr>
        <p:cNvPr id="1" name=""/>
        <p:cNvGrpSpPr/>
        <p:nvPr/>
      </p:nvGrpSpPr>
      <p:grpSpPr>
        <a:xfrm>
          <a:off x="0" y="0"/>
          <a:ext cx="0" cy="0"/>
          <a:chOff x="0" y="0"/>
          <a:chExt cx="0" cy="0"/>
        </a:xfrm>
      </p:grpSpPr>
      <p:pic>
        <p:nvPicPr>
          <p:cNvPr id="234" name="Google Shape;234;p24">
            <a:extLst>
              <a:ext uri="{FF2B5EF4-FFF2-40B4-BE49-F238E27FC236}">
                <a16:creationId xmlns:a16="http://schemas.microsoft.com/office/drawing/2014/main" id="{6899A734-1BB1-4AB3-A876-3ACEB4BAA89D}"/>
              </a:ext>
            </a:extLst>
          </p:cNvPr>
          <p:cNvPicPr>
            <a:picLocks noChangeAspect="1"/>
          </p:cNvPicPr>
          <p:nvPr/>
        </p:nvPicPr>
        <p:blipFill rotWithShape="1">
          <a:blip r:embed="rId2" cstate="screen">
            <a:alphaModFix/>
            <a:extLst>
              <a:ext uri="{28A0092B-C50C-407E-A947-70E740481C1C}">
                <a14:useLocalDpi xmlns:a14="http://schemas.microsoft.com/office/drawing/2010/main"/>
              </a:ext>
            </a:extLst>
          </a:blip>
          <a:srcRect/>
          <a:stretch/>
        </p:blipFill>
        <p:spPr>
          <a:xfrm>
            <a:off x="0" y="0"/>
            <a:ext cx="9144000" cy="5143500"/>
          </a:xfrm>
          <a:prstGeom prst="rect">
            <a:avLst/>
          </a:prstGeom>
          <a:ln>
            <a:noFill/>
          </a:ln>
        </p:spPr>
      </p:pic>
      <p:pic>
        <p:nvPicPr>
          <p:cNvPr id="236" name="Google Shape;236;p24">
            <a:extLst>
              <a:ext uri="{FF2B5EF4-FFF2-40B4-BE49-F238E27FC236}">
                <a16:creationId xmlns:a16="http://schemas.microsoft.com/office/drawing/2014/main" id="{7EFDD929-3C1D-4B10-8362-03041F856D87}"/>
              </a:ext>
            </a:extLst>
          </p:cNvPr>
          <p:cNvPicPr>
            <a:picLocks noChangeAspect="1"/>
          </p:cNvPicPr>
          <p:nvPr/>
        </p:nvPicPr>
        <p:blipFill rotWithShape="1">
          <a:blip r:embed="rId3" cstate="screen">
            <a:alphaModFix/>
            <a:extLst>
              <a:ext uri="{28A0092B-C50C-407E-A947-70E740481C1C}">
                <a14:useLocalDpi xmlns:a14="http://schemas.microsoft.com/office/drawing/2010/main"/>
              </a:ext>
            </a:extLst>
          </a:blip>
          <a:srcRect/>
          <a:stretch/>
        </p:blipFill>
        <p:spPr>
          <a:xfrm rot="-888884">
            <a:off x="-442175" y="1648824"/>
            <a:ext cx="1042351" cy="1704974"/>
          </a:xfrm>
          <a:prstGeom prst="rect">
            <a:avLst/>
          </a:prstGeom>
          <a:ln>
            <a:noFill/>
          </a:ln>
        </p:spPr>
      </p:pic>
      <p:pic>
        <p:nvPicPr>
          <p:cNvPr id="237" name="Google Shape;237;p24">
            <a:extLst>
              <a:ext uri="{FF2B5EF4-FFF2-40B4-BE49-F238E27FC236}">
                <a16:creationId xmlns:a16="http://schemas.microsoft.com/office/drawing/2014/main" id="{740529D7-7903-4BBD-B182-B436FAC3F6F5}"/>
              </a:ext>
            </a:extLst>
          </p:cNvPr>
          <p:cNvPicPr>
            <a:picLocks noChangeAspect="1"/>
          </p:cNvPicPr>
          <p:nvPr/>
        </p:nvPicPr>
        <p:blipFill rotWithShape="1">
          <a:blip r:embed="rId4" cstate="screen">
            <a:alphaModFix/>
            <a:extLst>
              <a:ext uri="{28A0092B-C50C-407E-A947-70E740481C1C}">
                <a14:useLocalDpi xmlns:a14="http://schemas.microsoft.com/office/drawing/2010/main"/>
              </a:ext>
            </a:extLst>
          </a:blip>
          <a:srcRect/>
          <a:stretch/>
        </p:blipFill>
        <p:spPr>
          <a:xfrm>
            <a:off x="3737487" y="4608490"/>
            <a:ext cx="1554450" cy="757250"/>
          </a:xfrm>
          <a:prstGeom prst="rect">
            <a:avLst/>
          </a:prstGeom>
          <a:ln>
            <a:noFill/>
          </a:ln>
        </p:spPr>
      </p:pic>
      <p:pic>
        <p:nvPicPr>
          <p:cNvPr id="238" name="Google Shape;238;p24">
            <a:extLst>
              <a:ext uri="{FF2B5EF4-FFF2-40B4-BE49-F238E27FC236}">
                <a16:creationId xmlns:a16="http://schemas.microsoft.com/office/drawing/2014/main" id="{A0175167-A793-4994-95A6-909903FB08B2}"/>
              </a:ext>
            </a:extLst>
          </p:cNvPr>
          <p:cNvPicPr>
            <a:picLocks noChangeAspect="1"/>
          </p:cNvPicPr>
          <p:nvPr/>
        </p:nvPicPr>
        <p:blipFill rotWithShape="1">
          <a:blip r:embed="rId5" cstate="screen">
            <a:alphaModFix/>
            <a:extLst>
              <a:ext uri="{28A0092B-C50C-407E-A947-70E740481C1C}">
                <a14:useLocalDpi xmlns:a14="http://schemas.microsoft.com/office/drawing/2010/main"/>
              </a:ext>
            </a:extLst>
          </a:blip>
          <a:srcRect/>
          <a:stretch/>
        </p:blipFill>
        <p:spPr>
          <a:xfrm rot="-9658824">
            <a:off x="8647269" y="1969479"/>
            <a:ext cx="569668" cy="1435593"/>
          </a:xfrm>
          <a:prstGeom prst="rect">
            <a:avLst/>
          </a:prstGeom>
          <a:ln>
            <a:noFill/>
          </a:ln>
        </p:spPr>
      </p:pic>
      <p:pic>
        <p:nvPicPr>
          <p:cNvPr id="239" name="Google Shape;239;p24">
            <a:extLst>
              <a:ext uri="{FF2B5EF4-FFF2-40B4-BE49-F238E27FC236}">
                <a16:creationId xmlns:a16="http://schemas.microsoft.com/office/drawing/2014/main" id="{C14A89A3-28F5-4C92-A93F-A0D42D793C30}"/>
              </a:ext>
            </a:extLst>
          </p:cNvPr>
          <p:cNvPicPr>
            <a:picLocks noChangeAspect="1"/>
          </p:cNvPicPr>
          <p:nvPr/>
        </p:nvPicPr>
        <p:blipFill rotWithShape="1">
          <a:blip r:embed="rId6" cstate="screen">
            <a:alphaModFix/>
            <a:extLst>
              <a:ext uri="{28A0092B-C50C-407E-A947-70E740481C1C}">
                <a14:useLocalDpi xmlns:a14="http://schemas.microsoft.com/office/drawing/2010/main"/>
              </a:ext>
            </a:extLst>
          </a:blip>
          <a:srcRect l="60" r="50"/>
          <a:stretch/>
        </p:blipFill>
        <p:spPr>
          <a:xfrm rot="-599362">
            <a:off x="3500942" y="-225178"/>
            <a:ext cx="1635290" cy="743707"/>
          </a:xfrm>
          <a:prstGeom prst="rect">
            <a:avLst/>
          </a:prstGeom>
          <a:ln>
            <a:noFill/>
          </a:ln>
        </p:spPr>
      </p:pic>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Blank slide" type="blank">
  <p:cSld name="BLANK">
    <p:spTree>
      <p:nvGrpSpPr>
        <p:cNvPr id="1" name=""/>
        <p:cNvGrpSpPr/>
        <p:nvPr/>
      </p:nvGrpSpPr>
      <p:grpSpPr>
        <a:xfrm>
          <a:off x="0" y="0"/>
          <a:ext cx="0" cy="0"/>
          <a:chOff x="0" y="0"/>
          <a:chExt cx="0" cy="0"/>
        </a:xfrm>
      </p:grpSpPr>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Title only">
  <p:cSld name="CUSTOM">
    <p:spTree>
      <p:nvGrpSpPr>
        <p:cNvPr id="1" name=""/>
        <p:cNvGrpSpPr/>
        <p:nvPr/>
      </p:nvGrpSpPr>
      <p:grpSpPr>
        <a:xfrm>
          <a:off x="0" y="0"/>
          <a:ext cx="0" cy="0"/>
          <a:chOff x="0" y="0"/>
          <a:chExt cx="0" cy="0"/>
        </a:xfrm>
      </p:grpSpPr>
      <p:sp>
        <p:nvSpPr>
          <p:cNvPr id="245" name="Google Shape;245;p27">
            <a:extLst>
              <a:ext uri="{FF2B5EF4-FFF2-40B4-BE49-F238E27FC236}">
                <a16:creationId xmlns:a16="http://schemas.microsoft.com/office/drawing/2014/main" id="{37C25D45-ED5D-4C5C-B35C-DF9123E3BF4B}"/>
              </a:ext>
            </a:extLst>
          </p:cNvPr>
          <p:cNvSpPr>
            <a:spLocks noGrp="1"/>
          </p:cNvSpPr>
          <p:nvPr>
            <p:ph type="title"/>
          </p:nvPr>
        </p:nvSpPr>
        <p:spPr>
          <a:xfrm>
            <a:off x="716775" y="510900"/>
            <a:ext cx="7710600" cy="482400"/>
          </a:xfrm>
          <a:prstGeom prst="rect">
            <a:avLst/>
          </a:prstGeom>
        </p:spPr>
        <p:txBody>
          <a:bodyPr spcFirstLastPara="1" wrap="square" lIns="91425" tIns="91425" rIns="91425" bIns="91425" anchor="t">
            <a:noAutofit/>
          </a:bodyPr>
          <a:lstStyle>
            <a:lvl1pPr>
              <a:spcBef>
                <a:spcPts val="0"/>
              </a:spcBef>
              <a:spcAft>
                <a:spcPts val="0"/>
              </a:spcAft>
              <a:buSzPts val="2400"/>
              <a:buNone/>
              <a:defRPr>
                <a:solidFill>
                  <a:schemeClr val="lt1"/>
                </a:solidFill>
              </a:defRPr>
            </a:lvl1pPr>
            <a:lvl2pPr>
              <a:spcBef>
                <a:spcPts val="0"/>
              </a:spcBef>
              <a:spcAft>
                <a:spcPts val="0"/>
              </a:spcAft>
              <a:buSzPts val="2400"/>
              <a:buNone/>
              <a:defRPr/>
            </a:lvl2pPr>
            <a:lvl3pPr>
              <a:spcBef>
                <a:spcPts val="0"/>
              </a:spcBef>
              <a:spcAft>
                <a:spcPts val="0"/>
              </a:spcAft>
              <a:buSzPts val="2400"/>
              <a:buNone/>
              <a:defRPr/>
            </a:lvl3pPr>
            <a:lvl4pPr>
              <a:spcBef>
                <a:spcPts val="0"/>
              </a:spcBef>
              <a:spcAft>
                <a:spcPts val="0"/>
              </a:spcAft>
              <a:buSzPts val="2400"/>
              <a:buNone/>
              <a:defRPr/>
            </a:lvl4pPr>
            <a:lvl5pPr>
              <a:spcBef>
                <a:spcPts val="0"/>
              </a:spcBef>
              <a:spcAft>
                <a:spcPts val="0"/>
              </a:spcAft>
              <a:buSzPts val="2400"/>
              <a:buNone/>
              <a:defRPr/>
            </a:lvl5pPr>
            <a:lvl6pPr>
              <a:spcBef>
                <a:spcPts val="0"/>
              </a:spcBef>
              <a:spcAft>
                <a:spcPts val="0"/>
              </a:spcAft>
              <a:buSzPts val="2400"/>
              <a:buNone/>
              <a:defRPr/>
            </a:lvl6pPr>
            <a:lvl7pPr>
              <a:spcBef>
                <a:spcPts val="0"/>
              </a:spcBef>
              <a:spcAft>
                <a:spcPts val="0"/>
              </a:spcAft>
              <a:buSzPts val="2400"/>
              <a:buNone/>
              <a:defRPr/>
            </a:lvl7pPr>
            <a:lvl8pPr>
              <a:spcBef>
                <a:spcPts val="0"/>
              </a:spcBef>
              <a:spcAft>
                <a:spcPts val="0"/>
              </a:spcAft>
              <a:buSzPts val="2400"/>
              <a:buNone/>
              <a:defRPr/>
            </a:lvl8pPr>
            <a:lvl9pPr>
              <a:spcBef>
                <a:spcPts val="0"/>
              </a:spcBef>
              <a:spcAft>
                <a:spcPts val="0"/>
              </a:spcAft>
              <a:buSzPts val="2400"/>
              <a:buNone/>
              <a:defRPr/>
            </a:lvl9p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25.xml"/><Relationship Id="rId1" Type="http://schemas.openxmlformats.org/officeDocument/2006/relationships/slideLayout" Target="../slideLayouts/slideLayout2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
        <p:cNvGrpSpPr/>
        <p:nvPr/>
      </p:nvGrpSpPr>
      <p:grpSpPr>
        <a:xfrm>
          <a:off x="0" y="0"/>
          <a:ext cx="0" cy="0"/>
          <a:chOff x="0" y="0"/>
          <a:chExt cx="0" cy="0"/>
        </a:xfrm>
      </p:grpSpPr>
      <p:sp>
        <p:nvSpPr>
          <p:cNvPr id="6" name="Google Shape;6;p1">
            <a:extLst>
              <a:ext uri="{FF2B5EF4-FFF2-40B4-BE49-F238E27FC236}">
                <a16:creationId xmlns:a16="http://schemas.microsoft.com/office/drawing/2014/main" id="{86846939-F15E-4E26-9092-18A76598C0F7}"/>
              </a:ext>
            </a:extLst>
          </p:cNvPr>
          <p:cNvSpPr>
            <a:spLocks noGrp="1"/>
          </p:cNvSpPr>
          <p:nvPr>
            <p:ph type="title"/>
          </p:nvPr>
        </p:nvSpPr>
        <p:spPr>
          <a:xfrm>
            <a:off x="715100" y="445025"/>
            <a:ext cx="7713900" cy="572700"/>
          </a:xfrm>
          <a:prstGeom prst="rect">
            <a:avLst/>
          </a:prstGeom>
          <a:noFill/>
          <a:ln>
            <a:noFill/>
          </a:ln>
        </p:spPr>
        <p:txBody>
          <a:bodyPr spcFirstLastPara="1" wrap="square" lIns="91425" tIns="91425" rIns="91425" bIns="91425" anchor="t">
            <a:noAutofit/>
          </a:bodyPr>
          <a:lstStyle>
            <a:lvl1pPr algn="ctr">
              <a:spcBef>
                <a:spcPts val="0"/>
              </a:spcBef>
              <a:spcAft>
                <a:spcPts val="0"/>
              </a:spcAft>
              <a:buClr>
                <a:schemeClr val="dk1"/>
              </a:buClr>
              <a:buSzPts val="3000"/>
              <a:buFont typeface="Prata"/>
              <a:buNone/>
              <a:defRPr sz="3000" b="1">
                <a:solidFill>
                  <a:schemeClr val="dk1"/>
                </a:solidFill>
                <a:latin typeface="Prata"/>
                <a:ea typeface="Prata"/>
                <a:cs typeface="Prata"/>
              </a:defRPr>
            </a:lvl1pPr>
            <a:lvl2pPr algn="ctr">
              <a:spcBef>
                <a:spcPts val="0"/>
              </a:spcBef>
              <a:spcAft>
                <a:spcPts val="0"/>
              </a:spcAft>
              <a:buClr>
                <a:schemeClr val="dk1"/>
              </a:buClr>
              <a:buSzPts val="3000"/>
              <a:buFont typeface="Prata"/>
              <a:buNone/>
              <a:defRPr sz="3000" b="1">
                <a:solidFill>
                  <a:schemeClr val="dk1"/>
                </a:solidFill>
                <a:latin typeface="Prata"/>
                <a:ea typeface="Prata"/>
                <a:cs typeface="Prata"/>
              </a:defRPr>
            </a:lvl2pPr>
            <a:lvl3pPr algn="ctr">
              <a:spcBef>
                <a:spcPts val="0"/>
              </a:spcBef>
              <a:spcAft>
                <a:spcPts val="0"/>
              </a:spcAft>
              <a:buClr>
                <a:schemeClr val="dk1"/>
              </a:buClr>
              <a:buSzPts val="3000"/>
              <a:buFont typeface="Prata"/>
              <a:buNone/>
              <a:defRPr sz="3000" b="1">
                <a:solidFill>
                  <a:schemeClr val="dk1"/>
                </a:solidFill>
                <a:latin typeface="Prata"/>
                <a:ea typeface="Prata"/>
                <a:cs typeface="Prata"/>
              </a:defRPr>
            </a:lvl3pPr>
            <a:lvl4pPr algn="ctr">
              <a:spcBef>
                <a:spcPts val="0"/>
              </a:spcBef>
              <a:spcAft>
                <a:spcPts val="0"/>
              </a:spcAft>
              <a:buClr>
                <a:schemeClr val="dk1"/>
              </a:buClr>
              <a:buSzPts val="3000"/>
              <a:buFont typeface="Prata"/>
              <a:buNone/>
              <a:defRPr sz="3000" b="1">
                <a:solidFill>
                  <a:schemeClr val="dk1"/>
                </a:solidFill>
                <a:latin typeface="Prata"/>
                <a:ea typeface="Prata"/>
                <a:cs typeface="Prata"/>
              </a:defRPr>
            </a:lvl4pPr>
            <a:lvl5pPr algn="ctr">
              <a:spcBef>
                <a:spcPts val="0"/>
              </a:spcBef>
              <a:spcAft>
                <a:spcPts val="0"/>
              </a:spcAft>
              <a:buClr>
                <a:schemeClr val="dk1"/>
              </a:buClr>
              <a:buSzPts val="3000"/>
              <a:buFont typeface="Prata"/>
              <a:buNone/>
              <a:defRPr sz="3000" b="1">
                <a:solidFill>
                  <a:schemeClr val="dk1"/>
                </a:solidFill>
                <a:latin typeface="Prata"/>
                <a:ea typeface="Prata"/>
                <a:cs typeface="Prata"/>
              </a:defRPr>
            </a:lvl5pPr>
            <a:lvl6pPr algn="ctr">
              <a:spcBef>
                <a:spcPts val="0"/>
              </a:spcBef>
              <a:spcAft>
                <a:spcPts val="0"/>
              </a:spcAft>
              <a:buClr>
                <a:schemeClr val="dk1"/>
              </a:buClr>
              <a:buSzPts val="3000"/>
              <a:buFont typeface="Prata"/>
              <a:buNone/>
              <a:defRPr sz="3000" b="1">
                <a:solidFill>
                  <a:schemeClr val="dk1"/>
                </a:solidFill>
                <a:latin typeface="Prata"/>
                <a:ea typeface="Prata"/>
                <a:cs typeface="Prata"/>
              </a:defRPr>
            </a:lvl6pPr>
            <a:lvl7pPr algn="ctr">
              <a:spcBef>
                <a:spcPts val="0"/>
              </a:spcBef>
              <a:spcAft>
                <a:spcPts val="0"/>
              </a:spcAft>
              <a:buClr>
                <a:schemeClr val="dk1"/>
              </a:buClr>
              <a:buSzPts val="3000"/>
              <a:buFont typeface="Prata"/>
              <a:buNone/>
              <a:defRPr sz="3000" b="1">
                <a:solidFill>
                  <a:schemeClr val="dk1"/>
                </a:solidFill>
                <a:latin typeface="Prata"/>
                <a:ea typeface="Prata"/>
                <a:cs typeface="Prata"/>
              </a:defRPr>
            </a:lvl7pPr>
            <a:lvl8pPr algn="ctr">
              <a:spcBef>
                <a:spcPts val="0"/>
              </a:spcBef>
              <a:spcAft>
                <a:spcPts val="0"/>
              </a:spcAft>
              <a:buClr>
                <a:schemeClr val="dk1"/>
              </a:buClr>
              <a:buSzPts val="3000"/>
              <a:buFont typeface="Prata"/>
              <a:buNone/>
              <a:defRPr sz="3000" b="1">
                <a:solidFill>
                  <a:schemeClr val="dk1"/>
                </a:solidFill>
                <a:latin typeface="Prata"/>
                <a:ea typeface="Prata"/>
                <a:cs typeface="Prata"/>
              </a:defRPr>
            </a:lvl8pPr>
            <a:lvl9pPr algn="ctr">
              <a:spcBef>
                <a:spcPts val="0"/>
              </a:spcBef>
              <a:spcAft>
                <a:spcPts val="0"/>
              </a:spcAft>
              <a:buClr>
                <a:schemeClr val="dk1"/>
              </a:buClr>
              <a:buSzPts val="3000"/>
              <a:buFont typeface="Prata"/>
              <a:buNone/>
              <a:defRPr sz="3000" b="1">
                <a:solidFill>
                  <a:schemeClr val="dk1"/>
                </a:solidFill>
                <a:latin typeface="Prata"/>
                <a:ea typeface="Prata"/>
                <a:cs typeface="Prata"/>
              </a:defRPr>
            </a:lvl9pPr>
          </a:lstStyle>
          <a:p>
            <a:endParaRPr/>
          </a:p>
        </p:txBody>
      </p:sp>
      <p:sp>
        <p:nvSpPr>
          <p:cNvPr id="7" name="Google Shape;7;p1">
            <a:extLst>
              <a:ext uri="{FF2B5EF4-FFF2-40B4-BE49-F238E27FC236}">
                <a16:creationId xmlns:a16="http://schemas.microsoft.com/office/drawing/2014/main" id="{9DBA022B-0C18-43CF-8666-C198BF9BE307}"/>
              </a:ext>
            </a:extLst>
          </p:cNvPr>
          <p:cNvSpPr>
            <a:spLocks noGrp="1"/>
          </p:cNvSpPr>
          <p:nvPr>
            <p:ph type="body" idx="1"/>
          </p:nvPr>
        </p:nvSpPr>
        <p:spPr>
          <a:xfrm>
            <a:off x="715100" y="1152475"/>
            <a:ext cx="7713900" cy="3416400"/>
          </a:xfrm>
          <a:prstGeom prst="rect">
            <a:avLst/>
          </a:prstGeom>
          <a:noFill/>
          <a:ln>
            <a:noFill/>
          </a:ln>
        </p:spPr>
        <p:txBody>
          <a:bodyPr spcFirstLastPara="1" wrap="square" lIns="91425" tIns="91425" rIns="91425" bIns="91425" anchor="t">
            <a:noAutofit/>
          </a:bodyPr>
          <a:lstStyle>
            <a:lvl1pPr marL="457200" indent="-304800">
              <a:lnSpc>
                <a:spcPct val="100000"/>
              </a:lnSpc>
              <a:spcBef>
                <a:spcPts val="0"/>
              </a:spcBef>
              <a:spcAft>
                <a:spcPts val="0"/>
              </a:spcAft>
              <a:buClr>
                <a:schemeClr val="dk1"/>
              </a:buClr>
              <a:buSzPts val="1200"/>
              <a:buFont typeface="Lato"/>
              <a:buChar char="●"/>
              <a:defRPr sz="1200">
                <a:solidFill>
                  <a:schemeClr val="dk1"/>
                </a:solidFill>
                <a:latin typeface="Lato"/>
                <a:ea typeface="Lato"/>
                <a:cs typeface="Lato"/>
              </a:defRPr>
            </a:lvl1pPr>
            <a:lvl2pPr marL="914400" indent="-304800">
              <a:lnSpc>
                <a:spcPct val="100000"/>
              </a:lnSpc>
              <a:spcBef>
                <a:spcPts val="0"/>
              </a:spcBef>
              <a:spcAft>
                <a:spcPts val="0"/>
              </a:spcAft>
              <a:buClr>
                <a:schemeClr val="dk1"/>
              </a:buClr>
              <a:buSzPts val="1200"/>
              <a:buFont typeface="Lato"/>
              <a:buChar char="○"/>
              <a:defRPr sz="1200">
                <a:solidFill>
                  <a:schemeClr val="dk1"/>
                </a:solidFill>
                <a:latin typeface="Lato"/>
                <a:ea typeface="Lato"/>
                <a:cs typeface="Lato"/>
              </a:defRPr>
            </a:lvl2pPr>
            <a:lvl3pPr marL="1371600" indent="-304800">
              <a:lnSpc>
                <a:spcPct val="100000"/>
              </a:lnSpc>
              <a:spcBef>
                <a:spcPts val="0"/>
              </a:spcBef>
              <a:spcAft>
                <a:spcPts val="0"/>
              </a:spcAft>
              <a:buClr>
                <a:schemeClr val="dk1"/>
              </a:buClr>
              <a:buSzPts val="1200"/>
              <a:buFont typeface="Lato"/>
              <a:buChar char="■"/>
              <a:defRPr sz="1200">
                <a:solidFill>
                  <a:schemeClr val="dk1"/>
                </a:solidFill>
                <a:latin typeface="Lato"/>
                <a:ea typeface="Lato"/>
                <a:cs typeface="Lato"/>
              </a:defRPr>
            </a:lvl3pPr>
            <a:lvl4pPr marL="1828800" indent="-304800">
              <a:lnSpc>
                <a:spcPct val="100000"/>
              </a:lnSpc>
              <a:spcBef>
                <a:spcPts val="0"/>
              </a:spcBef>
              <a:spcAft>
                <a:spcPts val="0"/>
              </a:spcAft>
              <a:buClr>
                <a:schemeClr val="dk1"/>
              </a:buClr>
              <a:buSzPts val="1200"/>
              <a:buFont typeface="Lato"/>
              <a:buChar char="●"/>
              <a:defRPr sz="1200">
                <a:solidFill>
                  <a:schemeClr val="dk1"/>
                </a:solidFill>
                <a:latin typeface="Lato"/>
                <a:ea typeface="Lato"/>
                <a:cs typeface="Lato"/>
              </a:defRPr>
            </a:lvl4pPr>
            <a:lvl5pPr marL="2286000" indent="-304800">
              <a:lnSpc>
                <a:spcPct val="100000"/>
              </a:lnSpc>
              <a:spcBef>
                <a:spcPts val="0"/>
              </a:spcBef>
              <a:spcAft>
                <a:spcPts val="0"/>
              </a:spcAft>
              <a:buClr>
                <a:schemeClr val="dk1"/>
              </a:buClr>
              <a:buSzPts val="1200"/>
              <a:buFont typeface="Lato"/>
              <a:buChar char="○"/>
              <a:defRPr sz="1200">
                <a:solidFill>
                  <a:schemeClr val="dk1"/>
                </a:solidFill>
                <a:latin typeface="Lato"/>
                <a:ea typeface="Lato"/>
                <a:cs typeface="Lato"/>
              </a:defRPr>
            </a:lvl5pPr>
            <a:lvl6pPr marL="2743200" indent="-304800">
              <a:lnSpc>
                <a:spcPct val="100000"/>
              </a:lnSpc>
              <a:spcBef>
                <a:spcPts val="0"/>
              </a:spcBef>
              <a:spcAft>
                <a:spcPts val="0"/>
              </a:spcAft>
              <a:buClr>
                <a:schemeClr val="dk1"/>
              </a:buClr>
              <a:buSzPts val="1200"/>
              <a:buFont typeface="Lato"/>
              <a:buChar char="■"/>
              <a:defRPr sz="1200">
                <a:solidFill>
                  <a:schemeClr val="dk1"/>
                </a:solidFill>
                <a:latin typeface="Lato"/>
                <a:ea typeface="Lato"/>
                <a:cs typeface="Lato"/>
              </a:defRPr>
            </a:lvl6pPr>
            <a:lvl7pPr marL="3200400" indent="-304800">
              <a:lnSpc>
                <a:spcPct val="100000"/>
              </a:lnSpc>
              <a:spcBef>
                <a:spcPts val="0"/>
              </a:spcBef>
              <a:spcAft>
                <a:spcPts val="0"/>
              </a:spcAft>
              <a:buClr>
                <a:schemeClr val="dk1"/>
              </a:buClr>
              <a:buSzPts val="1200"/>
              <a:buFont typeface="Lato"/>
              <a:buChar char="●"/>
              <a:defRPr sz="1200">
                <a:solidFill>
                  <a:schemeClr val="dk1"/>
                </a:solidFill>
                <a:latin typeface="Lato"/>
                <a:ea typeface="Lato"/>
                <a:cs typeface="Lato"/>
              </a:defRPr>
            </a:lvl7pPr>
            <a:lvl8pPr marL="3657600" indent="-304800">
              <a:lnSpc>
                <a:spcPct val="100000"/>
              </a:lnSpc>
              <a:spcBef>
                <a:spcPts val="0"/>
              </a:spcBef>
              <a:spcAft>
                <a:spcPts val="0"/>
              </a:spcAft>
              <a:buClr>
                <a:schemeClr val="dk1"/>
              </a:buClr>
              <a:buSzPts val="1200"/>
              <a:buFont typeface="Lato"/>
              <a:buChar char="○"/>
              <a:defRPr sz="1200">
                <a:solidFill>
                  <a:schemeClr val="dk1"/>
                </a:solidFill>
                <a:latin typeface="Lato"/>
                <a:ea typeface="Lato"/>
                <a:cs typeface="Lato"/>
              </a:defRPr>
            </a:lvl8pPr>
            <a:lvl9pPr marL="4114800" indent="-304800">
              <a:lnSpc>
                <a:spcPct val="100000"/>
              </a:lnSpc>
              <a:spcBef>
                <a:spcPts val="0"/>
              </a:spcBef>
              <a:spcAft>
                <a:spcPts val="0"/>
              </a:spcAft>
              <a:buClr>
                <a:schemeClr val="dk1"/>
              </a:buClr>
              <a:buSzPts val="1200"/>
              <a:buFont typeface="Lato"/>
              <a:buChar char="■"/>
              <a:defRPr sz="1200">
                <a:solidFill>
                  <a:schemeClr val="dk1"/>
                </a:solidFill>
                <a:latin typeface="Lato"/>
                <a:ea typeface="Lato"/>
                <a:cs typeface="Lato"/>
              </a:defRPr>
            </a:lvl9pPr>
          </a:lstStyle>
          <a:p>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Lst>
  <p:hf hdr="0" ftr="0" dt="0"/>
  <p:txStyles>
    <p:titleStyle>
      <a:lvl1pPr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titleStyle>
    <p:bodyStyle>
      <a:lvl1pPr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bodyStyle>
    <p:otherStyle>
      <a:lvl1pPr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name="simple-light-2">
    <p:bg>
      <p:bgPr>
        <a:solidFill>
          <a:srgbClr val="0E2A47"/>
        </a:solidFill>
        <a:effectLst/>
      </p:bgPr>
    </p:bg>
    <p:spTree>
      <p:nvGrpSpPr>
        <p:cNvPr id="1" name=""/>
        <p:cNvGrpSpPr/>
        <p:nvPr/>
      </p:nvGrpSpPr>
      <p:grpSpPr>
        <a:xfrm>
          <a:off x="0" y="0"/>
          <a:ext cx="0" cy="0"/>
          <a:chOff x="0" y="0"/>
          <a:chExt cx="0" cy="0"/>
        </a:xfrm>
      </p:grpSpPr>
      <p:sp>
        <p:nvSpPr>
          <p:cNvPr id="241" name="Google Shape;241;p25">
            <a:extLst>
              <a:ext uri="{FF2B5EF4-FFF2-40B4-BE49-F238E27FC236}">
                <a16:creationId xmlns:a16="http://schemas.microsoft.com/office/drawing/2014/main" id="{B0834C89-DBE0-49B2-9202-3522574003BB}"/>
              </a:ext>
            </a:extLst>
          </p:cNvPr>
          <p:cNvSpPr>
            <a:spLocks noGrp="1"/>
          </p:cNvSpPr>
          <p:nvPr>
            <p:ph type="title"/>
          </p:nvPr>
        </p:nvSpPr>
        <p:spPr>
          <a:xfrm>
            <a:off x="1068100" y="933450"/>
            <a:ext cx="7047300" cy="482400"/>
          </a:xfrm>
          <a:prstGeom prst="rect">
            <a:avLst/>
          </a:prstGeom>
          <a:noFill/>
          <a:ln>
            <a:noFill/>
          </a:ln>
        </p:spPr>
        <p:txBody>
          <a:bodyPr spcFirstLastPara="1" wrap="square" lIns="91425" tIns="91425" rIns="91425" bIns="91425" anchor="t">
            <a:noAutofit/>
          </a:bodyPr>
          <a:lstStyle>
            <a:lvl1pPr algn="ctr">
              <a:spcBef>
                <a:spcPts val="0"/>
              </a:spcBef>
              <a:spcAft>
                <a:spcPts val="0"/>
              </a:spcAft>
              <a:buClr>
                <a:srgbClr val="FFFFFF"/>
              </a:buClr>
              <a:buSzPts val="2400"/>
              <a:buNone/>
              <a:defRPr sz="2400">
                <a:solidFill>
                  <a:srgbClr val="FFFFFF"/>
                </a:solidFill>
              </a:defRPr>
            </a:lvl1pPr>
            <a:lvl2pPr algn="ctr">
              <a:spcBef>
                <a:spcPts val="0"/>
              </a:spcBef>
              <a:spcAft>
                <a:spcPts val="0"/>
              </a:spcAft>
              <a:buClr>
                <a:srgbClr val="FFFFFF"/>
              </a:buClr>
              <a:buSzPts val="2400"/>
              <a:buNone/>
              <a:defRPr sz="2400">
                <a:solidFill>
                  <a:srgbClr val="FFFFFF"/>
                </a:solidFill>
              </a:defRPr>
            </a:lvl2pPr>
            <a:lvl3pPr algn="ctr">
              <a:spcBef>
                <a:spcPts val="0"/>
              </a:spcBef>
              <a:spcAft>
                <a:spcPts val="0"/>
              </a:spcAft>
              <a:buClr>
                <a:srgbClr val="FFFFFF"/>
              </a:buClr>
              <a:buSzPts val="2400"/>
              <a:buNone/>
              <a:defRPr sz="2400">
                <a:solidFill>
                  <a:srgbClr val="FFFFFF"/>
                </a:solidFill>
              </a:defRPr>
            </a:lvl3pPr>
            <a:lvl4pPr algn="ctr">
              <a:spcBef>
                <a:spcPts val="0"/>
              </a:spcBef>
              <a:spcAft>
                <a:spcPts val="0"/>
              </a:spcAft>
              <a:buClr>
                <a:srgbClr val="FFFFFF"/>
              </a:buClr>
              <a:buSzPts val="2400"/>
              <a:buNone/>
              <a:defRPr sz="2400">
                <a:solidFill>
                  <a:srgbClr val="FFFFFF"/>
                </a:solidFill>
              </a:defRPr>
            </a:lvl4pPr>
            <a:lvl5pPr algn="ctr">
              <a:spcBef>
                <a:spcPts val="0"/>
              </a:spcBef>
              <a:spcAft>
                <a:spcPts val="0"/>
              </a:spcAft>
              <a:buClr>
                <a:srgbClr val="FFFFFF"/>
              </a:buClr>
              <a:buSzPts val="2400"/>
              <a:buNone/>
              <a:defRPr sz="2400">
                <a:solidFill>
                  <a:srgbClr val="FFFFFF"/>
                </a:solidFill>
              </a:defRPr>
            </a:lvl5pPr>
            <a:lvl6pPr algn="ctr">
              <a:spcBef>
                <a:spcPts val="0"/>
              </a:spcBef>
              <a:spcAft>
                <a:spcPts val="0"/>
              </a:spcAft>
              <a:buClr>
                <a:srgbClr val="FFFFFF"/>
              </a:buClr>
              <a:buSzPts val="2400"/>
              <a:buNone/>
              <a:defRPr sz="2400">
                <a:solidFill>
                  <a:srgbClr val="FFFFFF"/>
                </a:solidFill>
              </a:defRPr>
            </a:lvl6pPr>
            <a:lvl7pPr algn="ctr">
              <a:spcBef>
                <a:spcPts val="0"/>
              </a:spcBef>
              <a:spcAft>
                <a:spcPts val="0"/>
              </a:spcAft>
              <a:buClr>
                <a:srgbClr val="FFFFFF"/>
              </a:buClr>
              <a:buSzPts val="2400"/>
              <a:buNone/>
              <a:defRPr sz="2400">
                <a:solidFill>
                  <a:srgbClr val="FFFFFF"/>
                </a:solidFill>
              </a:defRPr>
            </a:lvl7pPr>
            <a:lvl8pPr algn="ctr">
              <a:spcBef>
                <a:spcPts val="0"/>
              </a:spcBef>
              <a:spcAft>
                <a:spcPts val="0"/>
              </a:spcAft>
              <a:buClr>
                <a:srgbClr val="FFFFFF"/>
              </a:buClr>
              <a:buSzPts val="2400"/>
              <a:buNone/>
              <a:defRPr sz="2400">
                <a:solidFill>
                  <a:srgbClr val="FFFFFF"/>
                </a:solidFill>
              </a:defRPr>
            </a:lvl8pPr>
            <a:lvl9pPr algn="ctr">
              <a:spcBef>
                <a:spcPts val="0"/>
              </a:spcBef>
              <a:spcAft>
                <a:spcPts val="0"/>
              </a:spcAft>
              <a:buClr>
                <a:srgbClr val="FFFFFF"/>
              </a:buClr>
              <a:buSzPts val="2400"/>
              <a:buNone/>
              <a:defRPr sz="2400">
                <a:solidFill>
                  <a:srgbClr val="FFFFFF"/>
                </a:solidFill>
              </a:defRPr>
            </a:lvl9pPr>
          </a:lstStyle>
          <a:p>
            <a:endParaRPr/>
          </a:p>
        </p:txBody>
      </p:sp>
      <p:sp>
        <p:nvSpPr>
          <p:cNvPr id="242" name="Google Shape;242;p25">
            <a:extLst>
              <a:ext uri="{FF2B5EF4-FFF2-40B4-BE49-F238E27FC236}">
                <a16:creationId xmlns:a16="http://schemas.microsoft.com/office/drawing/2014/main" id="{6D2D81F5-161F-4A58-A2A7-C5E156EE808A}"/>
              </a:ext>
            </a:extLst>
          </p:cNvPr>
          <p:cNvSpPr>
            <a:spLocks noGrp="1"/>
          </p:cNvSpPr>
          <p:nvPr>
            <p:ph type="body" idx="1"/>
          </p:nvPr>
        </p:nvSpPr>
        <p:spPr>
          <a:xfrm>
            <a:off x="1068100" y="1695450"/>
            <a:ext cx="7047300" cy="2502000"/>
          </a:xfrm>
          <a:prstGeom prst="rect">
            <a:avLst/>
          </a:prstGeom>
          <a:noFill/>
          <a:ln>
            <a:noFill/>
          </a:ln>
        </p:spPr>
        <p:txBody>
          <a:bodyPr spcFirstLastPara="1" wrap="square" lIns="91425" tIns="91425" rIns="91425" bIns="91425" anchor="t">
            <a:noAutofit/>
          </a:bodyPr>
          <a:lstStyle>
            <a:lvl1pPr marL="457200" indent="-29845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defRPr>
            </a:lvl1pPr>
            <a:lvl2pPr marL="914400" indent="-29845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defRPr>
            </a:lvl2pPr>
            <a:lvl3pPr marL="1371600" indent="-29845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defRPr>
            </a:lvl3pPr>
            <a:lvl4pPr marL="1828800" indent="-29845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defRPr>
            </a:lvl4pPr>
            <a:lvl5pPr marL="2286000" indent="-29845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defRPr>
            </a:lvl5pPr>
            <a:lvl6pPr marL="2743200" indent="-29845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defRPr>
            </a:lvl6pPr>
            <a:lvl7pPr marL="3200400" indent="-29845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defRPr>
            </a:lvl7pPr>
            <a:lvl8pPr marL="3657600" indent="-29845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defRPr>
            </a:lvl8pPr>
            <a:lvl9pPr marL="4114800" indent="-29845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defRPr>
            </a:lvl9pPr>
          </a:lstStyle>
          <a:p>
            <a:endParaRPr/>
          </a:p>
        </p:txBody>
      </p:sp>
    </p:spTree>
  </p:cSld>
  <p:clrMap bg1="lt1" tx1="dk1" bg2="dk2" tx2="lt2" accent1="accent1" accent2="accent2" accent3="accent3" accent4="accent4" accent5="accent5" accent6="accent6" hlink="hlink" folHlink="folHlink"/>
  <p:sldLayoutIdLst>
    <p:sldLayoutId id="2147483673" r:id="rId1"/>
    <p:sldLayoutId id="2147483674" r:id="rId2"/>
  </p:sldLayoutIdLst>
  <p:hf hdr="0" ftr="0" dt="0"/>
  <p:txStyles>
    <p:titleStyle>
      <a:lvl1pPr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titleStyle>
    <p:bodyStyle>
      <a:lvl1pPr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bodyStyle>
    <p:otherStyle>
      <a:lvl1pPr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1.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5.pn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1.xml"/><Relationship Id="rId4" Type="http://schemas.openxmlformats.org/officeDocument/2006/relationships/image" Target="../media/image16.jpeg"/></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1.xml"/><Relationship Id="rId4" Type="http://schemas.openxmlformats.org/officeDocument/2006/relationships/image" Target="../media/image17.jpeg"/></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11.xml"/><Relationship Id="rId2" Type="http://schemas.openxmlformats.org/officeDocument/2006/relationships/video" Target="../media/media1.mp4"/><Relationship Id="rId1" Type="http://schemas.microsoft.com/office/2007/relationships/media" Target="../media/media1.mp4"/><Relationship Id="rId6" Type="http://schemas.openxmlformats.org/officeDocument/2006/relationships/image" Target="../media/image18.png"/><Relationship Id="rId5" Type="http://schemas.openxmlformats.org/officeDocument/2006/relationships/image" Target="../media/image1.png"/><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1.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1.xml"/><Relationship Id="rId4" Type="http://schemas.openxmlformats.org/officeDocument/2006/relationships/image" Target="../media/image19.pn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1.xml"/><Relationship Id="rId4" Type="http://schemas.openxmlformats.org/officeDocument/2006/relationships/image" Target="../media/image20.pn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1.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1.xml"/><Relationship Id="rId4" Type="http://schemas.openxmlformats.org/officeDocument/2006/relationships/image" Target="../media/image21.png"/></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1.xml"/><Relationship Id="rId4" Type="http://schemas.openxmlformats.org/officeDocument/2006/relationships/image" Target="../media/image2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C0F55A2B-76D5-49B6-A3C0-250F7B19BEDF}"/>
              </a:ext>
            </a:extLst>
          </p:cNvPr>
          <p:cNvPicPr>
            <a:picLocks noChangeAspect="1"/>
          </p:cNvPicPr>
          <p:nvPr/>
        </p:nvPicPr>
        <p:blipFill>
          <a:blip r:embed="rId3" cstate="screen">
            <a:extLst>
              <a:ext uri="{28A0092B-C50C-407E-A947-70E740481C1C}">
                <a14:useLocalDpi xmlns:a14="http://schemas.microsoft.com/office/drawing/2010/main"/>
              </a:ext>
            </a:extLst>
          </a:blip>
          <a:srcRect/>
          <a:stretch>
            <a:fillRect/>
          </a:stretch>
        </p:blipFill>
        <p:spPr>
          <a:xfrm>
            <a:off x="0" y="-24020"/>
            <a:ext cx="9144000" cy="5143500"/>
          </a:xfrm>
          <a:prstGeom prst="rect">
            <a:avLst/>
          </a:prstGeom>
        </p:spPr>
      </p:pic>
      <p:pic>
        <p:nvPicPr>
          <p:cNvPr id="3" name="Picture 2">
            <a:extLst>
              <a:ext uri="{FF2B5EF4-FFF2-40B4-BE49-F238E27FC236}">
                <a16:creationId xmlns:a16="http://schemas.microsoft.com/office/drawing/2014/main" id="{380D2976-7DF4-4C73-90BF-E2FB85A73489}"/>
              </a:ext>
            </a:extLst>
          </p:cNvPr>
          <p:cNvPicPr>
            <a:picLocks noChangeAspect="1"/>
          </p:cNvPicPr>
          <p:nvPr/>
        </p:nvPicPr>
        <p:blipFill>
          <a:blip r:embed="rId4" cstate="screen">
            <a:extLst>
              <a:ext uri="{28A0092B-C50C-407E-A947-70E740481C1C}">
                <a14:useLocalDpi xmlns:a14="http://schemas.microsoft.com/office/drawing/2010/main"/>
              </a:ext>
            </a:extLst>
          </a:blip>
          <a:stretch/>
        </p:blipFill>
        <p:spPr>
          <a:xfrm>
            <a:off x="175555" y="171450"/>
            <a:ext cx="1172891" cy="533400"/>
          </a:xfrm>
          <a:prstGeom prst="rect">
            <a:avLst/>
          </a:prstGeom>
        </p:spPr>
      </p:pic>
      <p:pic>
        <p:nvPicPr>
          <p:cNvPr id="4" name="Picture 3">
            <a:extLst>
              <a:ext uri="{FF2B5EF4-FFF2-40B4-BE49-F238E27FC236}">
                <a16:creationId xmlns:a16="http://schemas.microsoft.com/office/drawing/2014/main" id="{FBAB0E27-0F31-4826-868C-84A43242B58D}"/>
              </a:ext>
            </a:extLst>
          </p:cNvPr>
          <p:cNvPicPr>
            <a:picLocks noChangeAspect="1"/>
          </p:cNvPicPr>
          <p:nvPr/>
        </p:nvPicPr>
        <p:blipFill>
          <a:blip r:embed="rId5" cstate="screen">
            <a:extLst>
              <a:ext uri="{28A0092B-C50C-407E-A947-70E740481C1C}">
                <a14:useLocalDpi xmlns:a14="http://schemas.microsoft.com/office/drawing/2010/main"/>
              </a:ext>
            </a:extLst>
          </a:blip>
          <a:stretch/>
        </p:blipFill>
        <p:spPr>
          <a:xfrm rot="20273827">
            <a:off x="6213035" y="4075801"/>
            <a:ext cx="408214" cy="1028700"/>
          </a:xfrm>
          <a:prstGeom prst="rect">
            <a:avLst/>
          </a:prstGeom>
        </p:spPr>
      </p:pic>
      <p:sp>
        <p:nvSpPr>
          <p:cNvPr id="5" name="team-hackathon">
            <a:extLst>
              <a:ext uri="{FF2B5EF4-FFF2-40B4-BE49-F238E27FC236}">
                <a16:creationId xmlns:a16="http://schemas.microsoft.com/office/drawing/2014/main" id="{C1B06DCA-ACB4-4D28-A90E-124CC7F19AFC}"/>
              </a:ext>
            </a:extLst>
          </p:cNvPr>
          <p:cNvSpPr>
            <a:spLocks noGrp="1"/>
          </p:cNvSpPr>
          <p:nvPr/>
        </p:nvSpPr>
        <p:spPr>
          <a:xfrm>
            <a:off x="590550" y="876300"/>
            <a:ext cx="4286250" cy="228600"/>
          </a:xfrm>
          <a:prstGeom prst="rect">
            <a:avLst/>
          </a:prstGeom>
          <a:noFill/>
          <a:ln w="0">
            <a:noFill/>
            <a:prstDash val="solid"/>
          </a:ln>
        </p:spPr>
        <p:txBody>
          <a:bodyPr wrap="square" lIns="0" tIns="0" rIns="0" bIns="0" anchor="t">
            <a:normAutofit/>
          </a:bodyPr>
          <a:lstStyle>
            <a:defPPr algn="l">
              <a:defRPr sz="1125" b="1" i="0">
                <a:solidFill>
                  <a:srgbClr val="627356"/>
                </a:solidFill>
                <a:latin typeface="Lato"/>
                <a:ea typeface="Lato"/>
                <a:cs typeface="Lato"/>
              </a:defRPr>
            </a:defPPr>
            <a:lvl1pPr algn="l">
              <a:defRPr sz="1125" b="1" i="0">
                <a:solidFill>
                  <a:srgbClr val="627356"/>
                </a:solidFill>
                <a:latin typeface="Lato"/>
                <a:ea typeface="Lato"/>
                <a:cs typeface="Lato"/>
              </a:defRPr>
            </a:lvl1pPr>
            <a:lvl2pPr algn="l">
              <a:defRPr sz="1125" b="1" i="0">
                <a:solidFill>
                  <a:srgbClr val="627356"/>
                </a:solidFill>
                <a:latin typeface="Lato"/>
                <a:ea typeface="Lato"/>
                <a:cs typeface="Lato"/>
              </a:defRPr>
            </a:lvl2pPr>
            <a:lvl3pPr algn="l">
              <a:defRPr sz="1125" b="1" i="0">
                <a:solidFill>
                  <a:srgbClr val="627356"/>
                </a:solidFill>
                <a:latin typeface="Lato"/>
                <a:ea typeface="Lato"/>
                <a:cs typeface="Lato"/>
              </a:defRPr>
            </a:lvl3pPr>
            <a:lvl4pPr algn="l">
              <a:defRPr sz="1125" b="1" i="0">
                <a:solidFill>
                  <a:srgbClr val="627356"/>
                </a:solidFill>
                <a:latin typeface="Lato"/>
                <a:ea typeface="Lato"/>
                <a:cs typeface="Lato"/>
              </a:defRPr>
            </a:lvl4pPr>
            <a:lvl5pPr algn="l">
              <a:defRPr sz="1125" b="1" i="0">
                <a:solidFill>
                  <a:srgbClr val="627356"/>
                </a:solidFill>
                <a:latin typeface="Lato"/>
                <a:ea typeface="Lato"/>
                <a:cs typeface="Lato"/>
              </a:defRPr>
            </a:lvl5pPr>
            <a:lvl6pPr algn="l">
              <a:defRPr sz="1125" b="1" i="0">
                <a:solidFill>
                  <a:srgbClr val="627356"/>
                </a:solidFill>
                <a:latin typeface="Lato"/>
                <a:ea typeface="Lato"/>
                <a:cs typeface="Lato"/>
              </a:defRPr>
            </a:lvl6pPr>
            <a:lvl7pPr algn="l">
              <a:defRPr sz="1125" b="1" i="0">
                <a:solidFill>
                  <a:srgbClr val="627356"/>
                </a:solidFill>
                <a:latin typeface="Lato"/>
                <a:ea typeface="Lato"/>
                <a:cs typeface="Lato"/>
              </a:defRPr>
            </a:lvl7pPr>
            <a:lvl8pPr algn="l">
              <a:defRPr sz="1125" b="1" i="0">
                <a:solidFill>
                  <a:srgbClr val="627356"/>
                </a:solidFill>
                <a:latin typeface="Lato"/>
                <a:ea typeface="Lato"/>
                <a:cs typeface="Lato"/>
              </a:defRPr>
            </a:lvl8pPr>
            <a:lvl9pPr algn="l">
              <a:defRPr sz="1125" b="1" i="0">
                <a:solidFill>
                  <a:srgbClr val="627356"/>
                </a:solidFill>
                <a:latin typeface="Lato"/>
                <a:ea typeface="Lato"/>
                <a:cs typeface="Lato"/>
              </a:defRPr>
            </a:lvl9pPr>
          </a:lstStyle>
          <a:p>
            <a:pPr algn="l">
              <a:defRPr sz="1125" b="1" i="0">
                <a:solidFill>
                  <a:srgbClr val="627356"/>
                </a:solidFill>
                <a:latin typeface="Lato"/>
                <a:ea typeface="Lato"/>
                <a:cs typeface="Lato"/>
              </a:defRPr>
            </a:pPr>
            <a:r>
              <a:rPr sz="1125" b="1" i="0">
                <a:solidFill>
                  <a:srgbClr val="627356"/>
                </a:solidFill>
                <a:latin typeface="Lato"/>
                <a:ea typeface="Lato"/>
                <a:cs typeface="Lato"/>
              </a:rPr>
              <a:t>FIIgrii · Hackathon AI 2026 Iași</a:t>
            </a:r>
          </a:p>
        </p:txBody>
      </p:sp>
      <p:sp>
        <p:nvSpPr>
          <p:cNvPr id="6" name="product-name">
            <a:extLst>
              <a:ext uri="{FF2B5EF4-FFF2-40B4-BE49-F238E27FC236}">
                <a16:creationId xmlns:a16="http://schemas.microsoft.com/office/drawing/2014/main" id="{F232B247-7E0A-4FDF-8516-69030D9C2790}"/>
              </a:ext>
            </a:extLst>
          </p:cNvPr>
          <p:cNvSpPr>
            <a:spLocks noGrp="1"/>
          </p:cNvSpPr>
          <p:nvPr/>
        </p:nvSpPr>
        <p:spPr>
          <a:xfrm>
            <a:off x="590550" y="1371600"/>
            <a:ext cx="4619625" cy="1066800"/>
          </a:xfrm>
          <a:prstGeom prst="rect">
            <a:avLst/>
          </a:prstGeom>
          <a:noFill/>
          <a:ln w="0">
            <a:noFill/>
            <a:prstDash val="solid"/>
          </a:ln>
        </p:spPr>
        <p:txBody>
          <a:bodyPr wrap="square" lIns="0" tIns="0" rIns="0" bIns="0" anchor="t">
            <a:normAutofit/>
          </a:bodyPr>
          <a:lstStyle>
            <a:defPPr algn="l">
              <a:defRPr sz="4950" b="0" i="0">
                <a:solidFill>
                  <a:srgbClr val="2C2A29"/>
                </a:solidFill>
                <a:latin typeface="Prata"/>
                <a:ea typeface="Prata"/>
                <a:cs typeface="Prata"/>
              </a:defRPr>
            </a:defPPr>
            <a:lvl1pPr algn="l">
              <a:defRPr sz="4950" b="0" i="0">
                <a:solidFill>
                  <a:srgbClr val="2C2A29"/>
                </a:solidFill>
                <a:latin typeface="Prata"/>
                <a:ea typeface="Prata"/>
                <a:cs typeface="Prata"/>
              </a:defRPr>
            </a:lvl1pPr>
            <a:lvl2pPr algn="l">
              <a:defRPr sz="4950" b="0" i="0">
                <a:solidFill>
                  <a:srgbClr val="2C2A29"/>
                </a:solidFill>
                <a:latin typeface="Prata"/>
                <a:ea typeface="Prata"/>
                <a:cs typeface="Prata"/>
              </a:defRPr>
            </a:lvl2pPr>
            <a:lvl3pPr algn="l">
              <a:defRPr sz="4950" b="0" i="0">
                <a:solidFill>
                  <a:srgbClr val="2C2A29"/>
                </a:solidFill>
                <a:latin typeface="Prata"/>
                <a:ea typeface="Prata"/>
                <a:cs typeface="Prata"/>
              </a:defRPr>
            </a:lvl3pPr>
            <a:lvl4pPr algn="l">
              <a:defRPr sz="4950" b="0" i="0">
                <a:solidFill>
                  <a:srgbClr val="2C2A29"/>
                </a:solidFill>
                <a:latin typeface="Prata"/>
                <a:ea typeface="Prata"/>
                <a:cs typeface="Prata"/>
              </a:defRPr>
            </a:lvl4pPr>
            <a:lvl5pPr algn="l">
              <a:defRPr sz="4950" b="0" i="0">
                <a:solidFill>
                  <a:srgbClr val="2C2A29"/>
                </a:solidFill>
                <a:latin typeface="Prata"/>
                <a:ea typeface="Prata"/>
                <a:cs typeface="Prata"/>
              </a:defRPr>
            </a:lvl5pPr>
            <a:lvl6pPr algn="l">
              <a:defRPr sz="4950" b="0" i="0">
                <a:solidFill>
                  <a:srgbClr val="2C2A29"/>
                </a:solidFill>
                <a:latin typeface="Prata"/>
                <a:ea typeface="Prata"/>
                <a:cs typeface="Prata"/>
              </a:defRPr>
            </a:lvl6pPr>
            <a:lvl7pPr algn="l">
              <a:defRPr sz="4950" b="0" i="0">
                <a:solidFill>
                  <a:srgbClr val="2C2A29"/>
                </a:solidFill>
                <a:latin typeface="Prata"/>
                <a:ea typeface="Prata"/>
                <a:cs typeface="Prata"/>
              </a:defRPr>
            </a:lvl7pPr>
            <a:lvl8pPr algn="l">
              <a:defRPr sz="4950" b="0" i="0">
                <a:solidFill>
                  <a:srgbClr val="2C2A29"/>
                </a:solidFill>
                <a:latin typeface="Prata"/>
                <a:ea typeface="Prata"/>
                <a:cs typeface="Prata"/>
              </a:defRPr>
            </a:lvl8pPr>
            <a:lvl9pPr algn="l">
              <a:defRPr sz="4950" b="0" i="0">
                <a:solidFill>
                  <a:srgbClr val="2C2A29"/>
                </a:solidFill>
                <a:latin typeface="Prata"/>
                <a:ea typeface="Prata"/>
                <a:cs typeface="Prata"/>
              </a:defRPr>
            </a:lvl9pPr>
          </a:lstStyle>
          <a:p>
            <a:pPr algn="l">
              <a:defRPr sz="4950" b="0" i="0">
                <a:solidFill>
                  <a:srgbClr val="2C2A29"/>
                </a:solidFill>
                <a:latin typeface="Prata"/>
                <a:ea typeface="Prata"/>
                <a:cs typeface="Prata"/>
              </a:defRPr>
            </a:pPr>
            <a:r>
              <a:rPr lang="en-US" sz="6600" b="1" dirty="0" err="1">
                <a:solidFill>
                  <a:srgbClr val="1B3F19"/>
                </a:solidFill>
                <a:latin typeface="Arial Rounded MT Bold" panose="020F0704030504030204" pitchFamily="34" charset="77"/>
                <a:ea typeface="Batang" panose="02030600000101010101" pitchFamily="18" charset="-127"/>
                <a:cs typeface="Baghdad" pitchFamily="2" charset="-78"/>
              </a:rPr>
              <a:t>Wise</a:t>
            </a:r>
            <a:r>
              <a:rPr lang="en-US" sz="6600" b="1" dirty="0" err="1">
                <a:solidFill>
                  <a:srgbClr val="8DC94F"/>
                </a:solidFill>
                <a:latin typeface="Arial Rounded MT Bold" panose="020F0704030504030204" pitchFamily="34" charset="77"/>
                <a:ea typeface="Batang" panose="02030600000101010101" pitchFamily="18" charset="-127"/>
                <a:cs typeface="Baghdad" pitchFamily="2" charset="-78"/>
              </a:rPr>
              <a:t>Eat</a:t>
            </a:r>
            <a:endParaRPr sz="4950" b="1" dirty="0">
              <a:solidFill>
                <a:srgbClr val="8DC94F"/>
              </a:solidFill>
              <a:latin typeface="Arial Rounded MT Bold" panose="020F0704030504030204" pitchFamily="34" charset="77"/>
              <a:ea typeface="Batang" panose="02030600000101010101" pitchFamily="18" charset="-127"/>
              <a:cs typeface="Baghdad" pitchFamily="2" charset="-78"/>
            </a:endParaRPr>
          </a:p>
        </p:txBody>
      </p:sp>
      <p:sp>
        <p:nvSpPr>
          <p:cNvPr id="7" name="one-liner">
            <a:extLst>
              <a:ext uri="{FF2B5EF4-FFF2-40B4-BE49-F238E27FC236}">
                <a16:creationId xmlns:a16="http://schemas.microsoft.com/office/drawing/2014/main" id="{82701483-1148-4C83-B2EB-E404188AA346}"/>
              </a:ext>
            </a:extLst>
          </p:cNvPr>
          <p:cNvSpPr>
            <a:spLocks noGrp="1"/>
          </p:cNvSpPr>
          <p:nvPr/>
        </p:nvSpPr>
        <p:spPr>
          <a:xfrm>
            <a:off x="590550" y="2438400"/>
            <a:ext cx="6509965" cy="1066800"/>
          </a:xfrm>
          <a:prstGeom prst="rect">
            <a:avLst/>
          </a:prstGeom>
          <a:noFill/>
          <a:ln w="0">
            <a:noFill/>
            <a:prstDash val="solid"/>
          </a:ln>
        </p:spPr>
        <p:txBody>
          <a:bodyPr wrap="square" lIns="0" tIns="0" rIns="0" bIns="0" anchor="t">
            <a:normAutofit/>
          </a:bodyPr>
          <a:lstStyle>
            <a:defPPr algn="l">
              <a:defRPr sz="1875" b="0" i="0">
                <a:solidFill>
                  <a:srgbClr val="2C2A29"/>
                </a:solidFill>
                <a:latin typeface="Lato"/>
                <a:ea typeface="Lato"/>
                <a:cs typeface="Lato"/>
              </a:defRPr>
            </a:defPPr>
            <a:lvl1pPr algn="l">
              <a:defRPr sz="1875" b="0" i="0">
                <a:solidFill>
                  <a:srgbClr val="2C2A29"/>
                </a:solidFill>
                <a:latin typeface="Lato"/>
                <a:ea typeface="Lato"/>
                <a:cs typeface="Lato"/>
              </a:defRPr>
            </a:lvl1pPr>
            <a:lvl2pPr algn="l">
              <a:defRPr sz="1875" b="0" i="0">
                <a:solidFill>
                  <a:srgbClr val="2C2A29"/>
                </a:solidFill>
                <a:latin typeface="Lato"/>
                <a:ea typeface="Lato"/>
                <a:cs typeface="Lato"/>
              </a:defRPr>
            </a:lvl2pPr>
            <a:lvl3pPr algn="l">
              <a:defRPr sz="1875" b="0" i="0">
                <a:solidFill>
                  <a:srgbClr val="2C2A29"/>
                </a:solidFill>
                <a:latin typeface="Lato"/>
                <a:ea typeface="Lato"/>
                <a:cs typeface="Lato"/>
              </a:defRPr>
            </a:lvl3pPr>
            <a:lvl4pPr algn="l">
              <a:defRPr sz="1875" b="0" i="0">
                <a:solidFill>
                  <a:srgbClr val="2C2A29"/>
                </a:solidFill>
                <a:latin typeface="Lato"/>
                <a:ea typeface="Lato"/>
                <a:cs typeface="Lato"/>
              </a:defRPr>
            </a:lvl4pPr>
            <a:lvl5pPr algn="l">
              <a:defRPr sz="1875" b="0" i="0">
                <a:solidFill>
                  <a:srgbClr val="2C2A29"/>
                </a:solidFill>
                <a:latin typeface="Lato"/>
                <a:ea typeface="Lato"/>
                <a:cs typeface="Lato"/>
              </a:defRPr>
            </a:lvl5pPr>
            <a:lvl6pPr algn="l">
              <a:defRPr sz="1875" b="0" i="0">
                <a:solidFill>
                  <a:srgbClr val="2C2A29"/>
                </a:solidFill>
                <a:latin typeface="Lato"/>
                <a:ea typeface="Lato"/>
                <a:cs typeface="Lato"/>
              </a:defRPr>
            </a:lvl6pPr>
            <a:lvl7pPr algn="l">
              <a:defRPr sz="1875" b="0" i="0">
                <a:solidFill>
                  <a:srgbClr val="2C2A29"/>
                </a:solidFill>
                <a:latin typeface="Lato"/>
                <a:ea typeface="Lato"/>
                <a:cs typeface="Lato"/>
              </a:defRPr>
            </a:lvl7pPr>
            <a:lvl8pPr algn="l">
              <a:defRPr sz="1875" b="0" i="0">
                <a:solidFill>
                  <a:srgbClr val="2C2A29"/>
                </a:solidFill>
                <a:latin typeface="Lato"/>
                <a:ea typeface="Lato"/>
                <a:cs typeface="Lato"/>
              </a:defRPr>
            </a:lvl8pPr>
            <a:lvl9pPr algn="l">
              <a:defRPr sz="1875" b="0" i="0">
                <a:solidFill>
                  <a:srgbClr val="2C2A29"/>
                </a:solidFill>
                <a:latin typeface="Lato"/>
                <a:ea typeface="Lato"/>
                <a:cs typeface="Lato"/>
              </a:defRPr>
            </a:lvl9pPr>
          </a:lstStyle>
          <a:p>
            <a:pPr algn="l">
              <a:lnSpc>
                <a:spcPct val="110000"/>
              </a:lnSpc>
              <a:buNone/>
              <a:defRPr sz="1875" b="0" i="0">
                <a:solidFill>
                  <a:srgbClr val="2C2A29"/>
                </a:solidFill>
                <a:latin typeface="Lato"/>
                <a:ea typeface="Lato"/>
                <a:cs typeface="Lato"/>
              </a:defRPr>
            </a:pPr>
            <a:r>
              <a:rPr sz="2000" b="0" i="0" dirty="0" err="1">
                <a:solidFill>
                  <a:srgbClr val="2C2A29"/>
                </a:solidFill>
                <a:latin typeface="Lato"/>
                <a:ea typeface="Lato"/>
                <a:cs typeface="Lato"/>
              </a:rPr>
              <a:t>Ajutăm</a:t>
            </a:r>
            <a:r>
              <a:rPr sz="2000" b="0" i="0" dirty="0">
                <a:solidFill>
                  <a:srgbClr val="2C2A29"/>
                </a:solidFill>
                <a:latin typeface="Lato"/>
                <a:ea typeface="Lato"/>
                <a:cs typeface="Lato"/>
              </a:rPr>
              <a:t> </a:t>
            </a:r>
            <a:r>
              <a:rPr sz="2000" b="0" i="0" dirty="0" err="1">
                <a:solidFill>
                  <a:srgbClr val="2C2A29"/>
                </a:solidFill>
                <a:latin typeface="Lato"/>
                <a:ea typeface="Lato"/>
                <a:cs typeface="Lato"/>
              </a:rPr>
              <a:t>restaurantele</a:t>
            </a:r>
            <a:r>
              <a:rPr sz="2000" b="0" i="0" dirty="0">
                <a:solidFill>
                  <a:srgbClr val="2C2A29"/>
                </a:solidFill>
                <a:latin typeface="Lato"/>
                <a:ea typeface="Lato"/>
                <a:cs typeface="Lato"/>
              </a:rPr>
              <a:t> din </a:t>
            </a:r>
            <a:r>
              <a:rPr sz="2000" b="0" i="0" dirty="0" err="1">
                <a:solidFill>
                  <a:srgbClr val="2C2A29"/>
                </a:solidFill>
                <a:latin typeface="Lato"/>
                <a:ea typeface="Lato"/>
                <a:cs typeface="Lato"/>
              </a:rPr>
              <a:t>Iași</a:t>
            </a:r>
            <a:r>
              <a:rPr sz="2000" b="0" i="0" dirty="0">
                <a:solidFill>
                  <a:srgbClr val="2C2A29"/>
                </a:solidFill>
                <a:latin typeface="Lato"/>
                <a:ea typeface="Lato"/>
                <a:cs typeface="Lato"/>
              </a:rPr>
              <a:t> </a:t>
            </a:r>
            <a:r>
              <a:rPr sz="2000" b="0" i="0" dirty="0" err="1">
                <a:solidFill>
                  <a:srgbClr val="2C2A29"/>
                </a:solidFill>
                <a:latin typeface="Lato"/>
                <a:ea typeface="Lato"/>
                <a:cs typeface="Lato"/>
              </a:rPr>
              <a:t>să</a:t>
            </a:r>
            <a:r>
              <a:rPr sz="2000" b="0" i="0" dirty="0">
                <a:solidFill>
                  <a:srgbClr val="2C2A29"/>
                </a:solidFill>
                <a:latin typeface="Lato"/>
                <a:ea typeface="Lato"/>
                <a:cs typeface="Lato"/>
              </a:rPr>
              <a:t> </a:t>
            </a:r>
            <a:r>
              <a:rPr sz="2000" b="0" i="0" dirty="0" err="1">
                <a:solidFill>
                  <a:srgbClr val="2C2A29"/>
                </a:solidFill>
                <a:latin typeface="Lato"/>
                <a:ea typeface="Lato"/>
                <a:cs typeface="Lato"/>
              </a:rPr>
              <a:t>reducă</a:t>
            </a:r>
            <a:r>
              <a:rPr sz="2000" b="0" i="0" dirty="0">
                <a:solidFill>
                  <a:srgbClr val="2C2A29"/>
                </a:solidFill>
                <a:latin typeface="Lato"/>
                <a:ea typeface="Lato"/>
                <a:cs typeface="Lato"/>
              </a:rPr>
              <a:t> </a:t>
            </a:r>
            <a:r>
              <a:rPr sz="2000" b="0" i="0" dirty="0" err="1">
                <a:solidFill>
                  <a:srgbClr val="2C2A29"/>
                </a:solidFill>
                <a:latin typeface="Lato"/>
                <a:ea typeface="Lato"/>
                <a:cs typeface="Lato"/>
              </a:rPr>
              <a:t>risipa</a:t>
            </a:r>
            <a:r>
              <a:rPr sz="2000" b="0" i="0" dirty="0">
                <a:solidFill>
                  <a:srgbClr val="2C2A29"/>
                </a:solidFill>
                <a:latin typeface="Lato"/>
                <a:ea typeface="Lato"/>
                <a:cs typeface="Lato"/>
              </a:rPr>
              <a:t> </a:t>
            </a:r>
            <a:r>
              <a:rPr sz="2000" b="0" i="0" dirty="0" err="1">
                <a:solidFill>
                  <a:srgbClr val="2C2A29"/>
                </a:solidFill>
                <a:latin typeface="Lato"/>
                <a:ea typeface="Lato"/>
                <a:cs typeface="Lato"/>
              </a:rPr>
              <a:t>alimentară</a:t>
            </a:r>
            <a:r>
              <a:rPr sz="2000" b="0" i="0" dirty="0">
                <a:solidFill>
                  <a:srgbClr val="2C2A29"/>
                </a:solidFill>
                <a:latin typeface="Lato"/>
                <a:ea typeface="Lato"/>
                <a:cs typeface="Lato"/>
              </a:rPr>
              <a:t> </a:t>
            </a:r>
            <a:r>
              <a:rPr sz="2000" b="0" i="0" dirty="0" err="1">
                <a:solidFill>
                  <a:srgbClr val="2C2A29"/>
                </a:solidFill>
                <a:latin typeface="Lato"/>
                <a:ea typeface="Lato"/>
                <a:cs typeface="Lato"/>
              </a:rPr>
              <a:t>fără</a:t>
            </a:r>
            <a:r>
              <a:rPr sz="2000" b="0" i="0" dirty="0">
                <a:solidFill>
                  <a:srgbClr val="2C2A29"/>
                </a:solidFill>
                <a:latin typeface="Lato"/>
                <a:ea typeface="Lato"/>
                <a:cs typeface="Lato"/>
              </a:rPr>
              <a:t> ore </a:t>
            </a:r>
            <a:r>
              <a:rPr sz="2000" b="0" i="0" dirty="0" err="1">
                <a:solidFill>
                  <a:srgbClr val="2C2A29"/>
                </a:solidFill>
                <a:latin typeface="Lato"/>
                <a:ea typeface="Lato"/>
                <a:cs typeface="Lato"/>
              </a:rPr>
              <a:t>pierdute</a:t>
            </a:r>
            <a:r>
              <a:rPr sz="2000" b="0" i="0" dirty="0">
                <a:solidFill>
                  <a:srgbClr val="2C2A29"/>
                </a:solidFill>
                <a:latin typeface="Lato"/>
                <a:ea typeface="Lato"/>
                <a:cs typeface="Lato"/>
              </a:rPr>
              <a:t> </a:t>
            </a:r>
            <a:r>
              <a:rPr sz="2000" b="0" i="0" dirty="0" err="1">
                <a:solidFill>
                  <a:srgbClr val="2C2A29"/>
                </a:solidFill>
                <a:latin typeface="Lato"/>
                <a:ea typeface="Lato"/>
                <a:cs typeface="Lato"/>
              </a:rPr>
              <a:t>în</a:t>
            </a:r>
            <a:r>
              <a:rPr sz="2000" b="0" i="0" dirty="0">
                <a:solidFill>
                  <a:srgbClr val="2C2A29"/>
                </a:solidFill>
                <a:latin typeface="Lato"/>
                <a:ea typeface="Lato"/>
                <a:cs typeface="Lato"/>
              </a:rPr>
              <a:t> </a:t>
            </a:r>
            <a:r>
              <a:rPr sz="2000" b="0" i="0" dirty="0" err="1">
                <a:solidFill>
                  <a:srgbClr val="2C2A29"/>
                </a:solidFill>
                <a:latin typeface="Lato"/>
                <a:ea typeface="Lato"/>
                <a:cs typeface="Lato"/>
              </a:rPr>
              <a:t>estimări</a:t>
            </a:r>
            <a:r>
              <a:rPr sz="2000" b="0" i="0" dirty="0">
                <a:solidFill>
                  <a:srgbClr val="2C2A29"/>
                </a:solidFill>
                <a:latin typeface="Lato"/>
                <a:ea typeface="Lato"/>
                <a:cs typeface="Lato"/>
              </a:rPr>
              <a:t> </a:t>
            </a:r>
            <a:r>
              <a:rPr sz="2000" b="0" i="0" dirty="0" err="1">
                <a:solidFill>
                  <a:srgbClr val="2C2A29"/>
                </a:solidFill>
                <a:latin typeface="Lato"/>
                <a:ea typeface="Lato"/>
                <a:cs typeface="Lato"/>
              </a:rPr>
              <a:t>manuale</a:t>
            </a:r>
            <a:endParaRPr sz="2000" b="0" i="0" dirty="0">
              <a:solidFill>
                <a:srgbClr val="2C2A29"/>
              </a:solidFill>
              <a:latin typeface="Lato"/>
              <a:ea typeface="Lato"/>
              <a:cs typeface="Lato"/>
            </a:endParaRPr>
          </a:p>
        </p:txBody>
      </p:sp>
      <p:sp>
        <p:nvSpPr>
          <p:cNvPr id="8" name="cover-close">
            <a:extLst>
              <a:ext uri="{FF2B5EF4-FFF2-40B4-BE49-F238E27FC236}">
                <a16:creationId xmlns:a16="http://schemas.microsoft.com/office/drawing/2014/main" id="{48906AD1-5BE2-4335-82C4-7486FC0FC11B}"/>
              </a:ext>
            </a:extLst>
          </p:cNvPr>
          <p:cNvSpPr>
            <a:spLocks noGrp="1"/>
          </p:cNvSpPr>
          <p:nvPr/>
        </p:nvSpPr>
        <p:spPr>
          <a:xfrm>
            <a:off x="590550" y="3810000"/>
            <a:ext cx="4352511" cy="514350"/>
          </a:xfrm>
          <a:prstGeom prst="rect">
            <a:avLst/>
          </a:prstGeom>
          <a:noFill/>
          <a:ln w="0">
            <a:noFill/>
            <a:prstDash val="solid"/>
          </a:ln>
        </p:spPr>
        <p:txBody>
          <a:bodyPr wrap="square" lIns="0" tIns="0" rIns="0" bIns="0" anchor="t">
            <a:normAutofit/>
          </a:bodyPr>
          <a:lstStyle>
            <a:defPPr algn="l">
              <a:defRPr sz="1200" b="1" i="0">
                <a:solidFill>
                  <a:srgbClr val="85441C"/>
                </a:solidFill>
                <a:latin typeface="Lato"/>
                <a:ea typeface="Lato"/>
                <a:cs typeface="Lato"/>
              </a:defRPr>
            </a:defPPr>
            <a:lvl1pPr algn="l">
              <a:defRPr sz="1200" b="1" i="0">
                <a:solidFill>
                  <a:srgbClr val="85441C"/>
                </a:solidFill>
                <a:latin typeface="Lato"/>
                <a:ea typeface="Lato"/>
                <a:cs typeface="Lato"/>
              </a:defRPr>
            </a:lvl1pPr>
            <a:lvl2pPr algn="l">
              <a:defRPr sz="1200" b="1" i="0">
                <a:solidFill>
                  <a:srgbClr val="85441C"/>
                </a:solidFill>
                <a:latin typeface="Lato"/>
                <a:ea typeface="Lato"/>
                <a:cs typeface="Lato"/>
              </a:defRPr>
            </a:lvl2pPr>
            <a:lvl3pPr algn="l">
              <a:defRPr sz="1200" b="1" i="0">
                <a:solidFill>
                  <a:srgbClr val="85441C"/>
                </a:solidFill>
                <a:latin typeface="Lato"/>
                <a:ea typeface="Lato"/>
                <a:cs typeface="Lato"/>
              </a:defRPr>
            </a:lvl3pPr>
            <a:lvl4pPr algn="l">
              <a:defRPr sz="1200" b="1" i="0">
                <a:solidFill>
                  <a:srgbClr val="85441C"/>
                </a:solidFill>
                <a:latin typeface="Lato"/>
                <a:ea typeface="Lato"/>
                <a:cs typeface="Lato"/>
              </a:defRPr>
            </a:lvl4pPr>
            <a:lvl5pPr algn="l">
              <a:defRPr sz="1200" b="1" i="0">
                <a:solidFill>
                  <a:srgbClr val="85441C"/>
                </a:solidFill>
                <a:latin typeface="Lato"/>
                <a:ea typeface="Lato"/>
                <a:cs typeface="Lato"/>
              </a:defRPr>
            </a:lvl5pPr>
            <a:lvl6pPr algn="l">
              <a:defRPr sz="1200" b="1" i="0">
                <a:solidFill>
                  <a:srgbClr val="85441C"/>
                </a:solidFill>
                <a:latin typeface="Lato"/>
                <a:ea typeface="Lato"/>
                <a:cs typeface="Lato"/>
              </a:defRPr>
            </a:lvl6pPr>
            <a:lvl7pPr algn="l">
              <a:defRPr sz="1200" b="1" i="0">
                <a:solidFill>
                  <a:srgbClr val="85441C"/>
                </a:solidFill>
                <a:latin typeface="Lato"/>
                <a:ea typeface="Lato"/>
                <a:cs typeface="Lato"/>
              </a:defRPr>
            </a:lvl7pPr>
            <a:lvl8pPr algn="l">
              <a:defRPr sz="1200" b="1" i="0">
                <a:solidFill>
                  <a:srgbClr val="85441C"/>
                </a:solidFill>
                <a:latin typeface="Lato"/>
                <a:ea typeface="Lato"/>
                <a:cs typeface="Lato"/>
              </a:defRPr>
            </a:lvl8pPr>
            <a:lvl9pPr algn="l">
              <a:defRPr sz="1200" b="1" i="0">
                <a:solidFill>
                  <a:srgbClr val="85441C"/>
                </a:solidFill>
                <a:latin typeface="Lato"/>
                <a:ea typeface="Lato"/>
                <a:cs typeface="Lato"/>
              </a:defRPr>
            </a:lvl9pPr>
          </a:lstStyle>
          <a:p>
            <a:pPr algn="l">
              <a:defRPr sz="1200" b="1" i="0">
                <a:solidFill>
                  <a:srgbClr val="85441C"/>
                </a:solidFill>
                <a:latin typeface="Lato"/>
                <a:ea typeface="Lato"/>
                <a:cs typeface="Lato"/>
              </a:defRPr>
            </a:pPr>
            <a:r>
              <a:rPr sz="1200" b="1" i="0" dirty="0">
                <a:solidFill>
                  <a:srgbClr val="85441C"/>
                </a:solidFill>
                <a:latin typeface="Lato"/>
                <a:ea typeface="Lato"/>
                <a:cs typeface="Lato"/>
              </a:rPr>
              <a:t>Date </a:t>
            </a:r>
            <a:r>
              <a:rPr sz="1200" b="1" i="0" dirty="0" err="1">
                <a:solidFill>
                  <a:srgbClr val="85441C"/>
                </a:solidFill>
                <a:latin typeface="Lato"/>
                <a:ea typeface="Lato"/>
                <a:cs typeface="Lato"/>
              </a:rPr>
              <a:t>mai</a:t>
            </a:r>
            <a:r>
              <a:rPr sz="1200" b="1" i="0" dirty="0">
                <a:solidFill>
                  <a:srgbClr val="85441C"/>
                </a:solidFill>
                <a:latin typeface="Lato"/>
                <a:ea typeface="Lato"/>
                <a:cs typeface="Lato"/>
              </a:rPr>
              <a:t> </a:t>
            </a:r>
            <a:r>
              <a:rPr sz="1200" b="1" i="0" dirty="0" err="1">
                <a:solidFill>
                  <a:srgbClr val="85441C"/>
                </a:solidFill>
                <a:latin typeface="Lato"/>
                <a:ea typeface="Lato"/>
                <a:cs typeface="Lato"/>
              </a:rPr>
              <a:t>bune</a:t>
            </a:r>
            <a:r>
              <a:rPr sz="1200" b="1" i="0" dirty="0">
                <a:solidFill>
                  <a:srgbClr val="85441C"/>
                </a:solidFill>
                <a:latin typeface="Lato"/>
                <a:ea typeface="Lato"/>
                <a:cs typeface="Lato"/>
              </a:rPr>
              <a:t>. </a:t>
            </a:r>
            <a:r>
              <a:rPr sz="1200" b="1" i="0" dirty="0" err="1">
                <a:solidFill>
                  <a:srgbClr val="85441C"/>
                </a:solidFill>
                <a:latin typeface="Lato"/>
                <a:ea typeface="Lato"/>
                <a:cs typeface="Lato"/>
              </a:rPr>
              <a:t>Producție</a:t>
            </a:r>
            <a:r>
              <a:rPr sz="1200" b="1" i="0" dirty="0">
                <a:solidFill>
                  <a:srgbClr val="85441C"/>
                </a:solidFill>
                <a:latin typeface="Lato"/>
                <a:ea typeface="Lato"/>
                <a:cs typeface="Lato"/>
              </a:rPr>
              <a:t> </a:t>
            </a:r>
            <a:r>
              <a:rPr sz="1200" b="1" i="0" dirty="0" err="1">
                <a:solidFill>
                  <a:srgbClr val="85441C"/>
                </a:solidFill>
                <a:latin typeface="Lato"/>
                <a:ea typeface="Lato"/>
                <a:cs typeface="Lato"/>
              </a:rPr>
              <a:t>mai</a:t>
            </a:r>
            <a:r>
              <a:rPr sz="1200" b="1" i="0" dirty="0">
                <a:solidFill>
                  <a:srgbClr val="85441C"/>
                </a:solidFill>
                <a:latin typeface="Lato"/>
                <a:ea typeface="Lato"/>
                <a:cs typeface="Lato"/>
              </a:rPr>
              <a:t> </a:t>
            </a:r>
            <a:r>
              <a:rPr sz="1200" b="1" i="0" dirty="0" err="1">
                <a:solidFill>
                  <a:srgbClr val="85441C"/>
                </a:solidFill>
                <a:latin typeface="Lato"/>
                <a:ea typeface="Lato"/>
                <a:cs typeface="Lato"/>
              </a:rPr>
              <a:t>potrivită</a:t>
            </a:r>
            <a:r>
              <a:rPr sz="1200" b="1" i="0" dirty="0">
                <a:solidFill>
                  <a:srgbClr val="85441C"/>
                </a:solidFill>
                <a:latin typeface="Lato"/>
                <a:ea typeface="Lato"/>
                <a:cs typeface="Lato"/>
              </a:rPr>
              <a:t>. Surplus </a:t>
            </a:r>
            <a:r>
              <a:rPr sz="1200" b="1" i="0" dirty="0" err="1">
                <a:solidFill>
                  <a:srgbClr val="85441C"/>
                </a:solidFill>
                <a:latin typeface="Lato"/>
                <a:ea typeface="Lato"/>
                <a:cs typeface="Lato"/>
              </a:rPr>
              <a:t>redistribuit</a:t>
            </a:r>
            <a:r>
              <a:rPr sz="1200" b="1" i="0" dirty="0">
                <a:solidFill>
                  <a:srgbClr val="85441C"/>
                </a:solidFill>
                <a:latin typeface="Lato"/>
                <a:ea typeface="Lato"/>
                <a:cs typeface="Lato"/>
              </a:rPr>
              <a:t>.</a:t>
            </a:r>
          </a:p>
        </p:txBody>
      </p:sp>
      <p:pic>
        <p:nvPicPr>
          <p:cNvPr id="11" name="Picture 10">
            <a:extLst>
              <a:ext uri="{FF2B5EF4-FFF2-40B4-BE49-F238E27FC236}">
                <a16:creationId xmlns:a16="http://schemas.microsoft.com/office/drawing/2014/main" id="{28127FA0-2EFF-CC73-EA1D-AB3726D4B584}"/>
              </a:ext>
            </a:extLst>
          </p:cNvPr>
          <p:cNvPicPr>
            <a:picLocks noChangeAspect="1"/>
          </p:cNvPicPr>
          <p:nvPr/>
        </p:nvPicPr>
        <p:blipFill>
          <a:blip r:embed="rId6" cstate="screen">
            <a:extLst>
              <a:ext uri="{28A0092B-C50C-407E-A947-70E740481C1C}">
                <a14:useLocalDpi xmlns:a14="http://schemas.microsoft.com/office/drawing/2010/main"/>
              </a:ext>
            </a:extLst>
          </a:blip>
          <a:stretch>
            <a:fillRect/>
          </a:stretch>
        </p:blipFill>
        <p:spPr>
          <a:xfrm>
            <a:off x="6905803" y="2905303"/>
            <a:ext cx="2238198" cy="2238198"/>
          </a:xfrm>
          <a:prstGeom prst="rect">
            <a:avLst/>
          </a:prstGeom>
        </p:spPr>
      </p:pic>
    </p:spTree>
    <p:extLst>
      <p:ext uri="{BB962C8B-B14F-4D97-AF65-F5344CB8AC3E}">
        <p14:creationId xmlns:p14="http://schemas.microsoft.com/office/powerpoint/2010/main" val="88629200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20C31F28-DC74-4843-BB54-4101E2A0B76D}"/>
              </a:ext>
            </a:extLst>
          </p:cNvPr>
          <p:cNvPicPr>
            <a:picLocks noChangeAspect="1"/>
          </p:cNvPicPr>
          <p:nvPr/>
        </p:nvPicPr>
        <p:blipFill>
          <a:blip r:embed="rId3" cstate="screen">
            <a:extLst>
              <a:ext uri="{28A0092B-C50C-407E-A947-70E740481C1C}">
                <a14:useLocalDpi xmlns:a14="http://schemas.microsoft.com/office/drawing/2010/main"/>
              </a:ext>
            </a:extLst>
          </a:blip>
          <a:srcRect/>
          <a:stretch>
            <a:fillRect/>
          </a:stretch>
        </p:blipFill>
        <p:spPr>
          <a:xfrm>
            <a:off x="6980" y="-36500"/>
            <a:ext cx="9144000" cy="5143500"/>
          </a:xfrm>
          <a:prstGeom prst="rect">
            <a:avLst/>
          </a:prstGeom>
        </p:spPr>
      </p:pic>
      <p:sp>
        <p:nvSpPr>
          <p:cNvPr id="3" name="slide-2-number">
            <a:extLst>
              <a:ext uri="{FF2B5EF4-FFF2-40B4-BE49-F238E27FC236}">
                <a16:creationId xmlns:a16="http://schemas.microsoft.com/office/drawing/2014/main" id="{8884B136-4D05-47C7-B271-15AC7A812A91}"/>
              </a:ext>
            </a:extLst>
          </p:cNvPr>
          <p:cNvSpPr>
            <a:spLocks noGrp="1"/>
          </p:cNvSpPr>
          <p:nvPr/>
        </p:nvSpPr>
        <p:spPr>
          <a:xfrm>
            <a:off x="8305800" y="323850"/>
            <a:ext cx="361950" cy="228600"/>
          </a:xfrm>
          <a:prstGeom prst="rect">
            <a:avLst/>
          </a:prstGeom>
          <a:noFill/>
          <a:ln w="0">
            <a:noFill/>
            <a:prstDash val="solid"/>
          </a:ln>
        </p:spPr>
        <p:txBody>
          <a:bodyPr wrap="square" lIns="0" tIns="0" rIns="0" bIns="0" anchor="t">
            <a:normAutofit/>
          </a:bodyPr>
          <a:lstStyle>
            <a:defPPr algn="r">
              <a:defRPr sz="975" b="0" i="0">
                <a:solidFill>
                  <a:srgbClr val="627356"/>
                </a:solidFill>
                <a:latin typeface="Prata"/>
                <a:ea typeface="Prata"/>
                <a:cs typeface="Prata"/>
              </a:defRPr>
            </a:defPPr>
            <a:lvl1pPr algn="r">
              <a:defRPr sz="975" b="0" i="0">
                <a:solidFill>
                  <a:srgbClr val="627356"/>
                </a:solidFill>
                <a:latin typeface="Prata"/>
                <a:ea typeface="Prata"/>
                <a:cs typeface="Prata"/>
              </a:defRPr>
            </a:lvl1pPr>
            <a:lvl2pPr algn="r">
              <a:defRPr sz="975" b="0" i="0">
                <a:solidFill>
                  <a:srgbClr val="627356"/>
                </a:solidFill>
                <a:latin typeface="Prata"/>
                <a:ea typeface="Prata"/>
                <a:cs typeface="Prata"/>
              </a:defRPr>
            </a:lvl2pPr>
            <a:lvl3pPr algn="r">
              <a:defRPr sz="975" b="0" i="0">
                <a:solidFill>
                  <a:srgbClr val="627356"/>
                </a:solidFill>
                <a:latin typeface="Prata"/>
                <a:ea typeface="Prata"/>
                <a:cs typeface="Prata"/>
              </a:defRPr>
            </a:lvl3pPr>
            <a:lvl4pPr algn="r">
              <a:defRPr sz="975" b="0" i="0">
                <a:solidFill>
                  <a:srgbClr val="627356"/>
                </a:solidFill>
                <a:latin typeface="Prata"/>
                <a:ea typeface="Prata"/>
                <a:cs typeface="Prata"/>
              </a:defRPr>
            </a:lvl4pPr>
            <a:lvl5pPr algn="r">
              <a:defRPr sz="975" b="0" i="0">
                <a:solidFill>
                  <a:srgbClr val="627356"/>
                </a:solidFill>
                <a:latin typeface="Prata"/>
                <a:ea typeface="Prata"/>
                <a:cs typeface="Prata"/>
              </a:defRPr>
            </a:lvl5pPr>
            <a:lvl6pPr algn="r">
              <a:defRPr sz="975" b="0" i="0">
                <a:solidFill>
                  <a:srgbClr val="627356"/>
                </a:solidFill>
                <a:latin typeface="Prata"/>
                <a:ea typeface="Prata"/>
                <a:cs typeface="Prata"/>
              </a:defRPr>
            </a:lvl6pPr>
            <a:lvl7pPr algn="r">
              <a:defRPr sz="975" b="0" i="0">
                <a:solidFill>
                  <a:srgbClr val="627356"/>
                </a:solidFill>
                <a:latin typeface="Prata"/>
                <a:ea typeface="Prata"/>
                <a:cs typeface="Prata"/>
              </a:defRPr>
            </a:lvl7pPr>
            <a:lvl8pPr algn="r">
              <a:defRPr sz="975" b="0" i="0">
                <a:solidFill>
                  <a:srgbClr val="627356"/>
                </a:solidFill>
                <a:latin typeface="Prata"/>
                <a:ea typeface="Prata"/>
                <a:cs typeface="Prata"/>
              </a:defRPr>
            </a:lvl8pPr>
            <a:lvl9pPr algn="r">
              <a:defRPr sz="975" b="0" i="0">
                <a:solidFill>
                  <a:srgbClr val="627356"/>
                </a:solidFill>
                <a:latin typeface="Prata"/>
                <a:ea typeface="Prata"/>
                <a:cs typeface="Prata"/>
              </a:defRPr>
            </a:lvl9pPr>
          </a:lstStyle>
          <a:p>
            <a:pPr algn="r">
              <a:defRPr sz="975" b="0" i="0">
                <a:solidFill>
                  <a:srgbClr val="627356"/>
                </a:solidFill>
                <a:latin typeface="Prata"/>
                <a:ea typeface="Prata"/>
                <a:cs typeface="Prata"/>
              </a:defRPr>
            </a:pPr>
            <a:r>
              <a:rPr sz="975" b="0" i="0">
                <a:solidFill>
                  <a:srgbClr val="627356"/>
                </a:solidFill>
                <a:latin typeface="Prata"/>
                <a:ea typeface="Prata"/>
                <a:cs typeface="Prata"/>
              </a:rPr>
              <a:t>02</a:t>
            </a:r>
          </a:p>
        </p:txBody>
      </p:sp>
      <p:pic>
        <p:nvPicPr>
          <p:cNvPr id="4" name="Picture 3">
            <a:extLst>
              <a:ext uri="{FF2B5EF4-FFF2-40B4-BE49-F238E27FC236}">
                <a16:creationId xmlns:a16="http://schemas.microsoft.com/office/drawing/2014/main" id="{9EAB9BC7-E4AF-4EAD-93F2-D5539AC396B0}"/>
              </a:ext>
            </a:extLst>
          </p:cNvPr>
          <p:cNvPicPr>
            <a:picLocks noChangeAspect="1"/>
          </p:cNvPicPr>
          <p:nvPr/>
        </p:nvPicPr>
        <p:blipFill>
          <a:blip r:embed="rId4" cstate="screen">
            <a:extLst>
              <a:ext uri="{28A0092B-C50C-407E-A947-70E740481C1C}">
                <a14:useLocalDpi xmlns:a14="http://schemas.microsoft.com/office/drawing/2010/main"/>
              </a:ext>
            </a:extLst>
          </a:blip>
          <a:srcRect/>
          <a:stretch>
            <a:fillRect/>
          </a:stretch>
        </p:blipFill>
        <p:spPr>
          <a:xfrm>
            <a:off x="6286500" y="0"/>
            <a:ext cx="2857500" cy="5143500"/>
          </a:xfrm>
          <a:prstGeom prst="rect">
            <a:avLst/>
          </a:prstGeom>
        </p:spPr>
      </p:pic>
      <p:sp>
        <p:nvSpPr>
          <p:cNvPr id="5" name="problem-statement">
            <a:extLst>
              <a:ext uri="{FF2B5EF4-FFF2-40B4-BE49-F238E27FC236}">
                <a16:creationId xmlns:a16="http://schemas.microsoft.com/office/drawing/2014/main" id="{F22F0B21-3197-4FEC-B6CB-6CAACD64C38C}"/>
              </a:ext>
            </a:extLst>
          </p:cNvPr>
          <p:cNvSpPr>
            <a:spLocks noGrp="1"/>
          </p:cNvSpPr>
          <p:nvPr/>
        </p:nvSpPr>
        <p:spPr>
          <a:xfrm>
            <a:off x="523875" y="1047750"/>
            <a:ext cx="5238750" cy="1257300"/>
          </a:xfrm>
          <a:prstGeom prst="rect">
            <a:avLst/>
          </a:prstGeom>
          <a:noFill/>
          <a:ln w="0">
            <a:noFill/>
            <a:prstDash val="solid"/>
          </a:ln>
        </p:spPr>
        <p:txBody>
          <a:bodyPr wrap="square" lIns="0" tIns="0" rIns="0" bIns="0" anchor="t">
            <a:normAutofit/>
          </a:bodyPr>
          <a:lstStyle>
            <a:defPPr algn="l">
              <a:defRPr sz="1875" b="0" i="0">
                <a:solidFill>
                  <a:srgbClr val="2C2A29"/>
                </a:solidFill>
                <a:latin typeface="Lato"/>
                <a:ea typeface="Lato"/>
                <a:cs typeface="Lato"/>
              </a:defRPr>
            </a:defPPr>
            <a:lvl1pPr algn="l">
              <a:defRPr sz="1875" b="0" i="0">
                <a:solidFill>
                  <a:srgbClr val="2C2A29"/>
                </a:solidFill>
                <a:latin typeface="Lato"/>
                <a:ea typeface="Lato"/>
                <a:cs typeface="Lato"/>
              </a:defRPr>
            </a:lvl1pPr>
            <a:lvl2pPr algn="l">
              <a:defRPr sz="1875" b="0" i="0">
                <a:solidFill>
                  <a:srgbClr val="2C2A29"/>
                </a:solidFill>
                <a:latin typeface="Lato"/>
                <a:ea typeface="Lato"/>
                <a:cs typeface="Lato"/>
              </a:defRPr>
            </a:lvl2pPr>
            <a:lvl3pPr algn="l">
              <a:defRPr sz="1875" b="0" i="0">
                <a:solidFill>
                  <a:srgbClr val="2C2A29"/>
                </a:solidFill>
                <a:latin typeface="Lato"/>
                <a:ea typeface="Lato"/>
                <a:cs typeface="Lato"/>
              </a:defRPr>
            </a:lvl3pPr>
            <a:lvl4pPr algn="l">
              <a:defRPr sz="1875" b="0" i="0">
                <a:solidFill>
                  <a:srgbClr val="2C2A29"/>
                </a:solidFill>
                <a:latin typeface="Lato"/>
                <a:ea typeface="Lato"/>
                <a:cs typeface="Lato"/>
              </a:defRPr>
            </a:lvl4pPr>
            <a:lvl5pPr algn="l">
              <a:defRPr sz="1875" b="0" i="0">
                <a:solidFill>
                  <a:srgbClr val="2C2A29"/>
                </a:solidFill>
                <a:latin typeface="Lato"/>
                <a:ea typeface="Lato"/>
                <a:cs typeface="Lato"/>
              </a:defRPr>
            </a:lvl5pPr>
            <a:lvl6pPr algn="l">
              <a:defRPr sz="1875" b="0" i="0">
                <a:solidFill>
                  <a:srgbClr val="2C2A29"/>
                </a:solidFill>
                <a:latin typeface="Lato"/>
                <a:ea typeface="Lato"/>
                <a:cs typeface="Lato"/>
              </a:defRPr>
            </a:lvl6pPr>
            <a:lvl7pPr algn="l">
              <a:defRPr sz="1875" b="0" i="0">
                <a:solidFill>
                  <a:srgbClr val="2C2A29"/>
                </a:solidFill>
                <a:latin typeface="Lato"/>
                <a:ea typeface="Lato"/>
                <a:cs typeface="Lato"/>
              </a:defRPr>
            </a:lvl7pPr>
            <a:lvl8pPr algn="l">
              <a:defRPr sz="1875" b="0" i="0">
                <a:solidFill>
                  <a:srgbClr val="2C2A29"/>
                </a:solidFill>
                <a:latin typeface="Lato"/>
                <a:ea typeface="Lato"/>
                <a:cs typeface="Lato"/>
              </a:defRPr>
            </a:lvl8pPr>
            <a:lvl9pPr algn="l">
              <a:defRPr sz="1875" b="0" i="0">
                <a:solidFill>
                  <a:srgbClr val="2C2A29"/>
                </a:solidFill>
                <a:latin typeface="Lato"/>
                <a:ea typeface="Lato"/>
                <a:cs typeface="Lato"/>
              </a:defRPr>
            </a:lvl9pPr>
          </a:lstStyle>
          <a:p>
            <a:pPr algn="l">
              <a:defRPr sz="1875" b="0" i="0">
                <a:solidFill>
                  <a:srgbClr val="2C2A29"/>
                </a:solidFill>
                <a:latin typeface="Lato"/>
                <a:ea typeface="Lato"/>
                <a:cs typeface="Lato"/>
              </a:defRPr>
            </a:pPr>
            <a:r>
              <a:rPr lang="en-US" sz="1875" b="0" i="0" dirty="0">
                <a:solidFill>
                  <a:srgbClr val="2C2A29"/>
                </a:solidFill>
                <a:latin typeface="Lato"/>
                <a:ea typeface="Lato"/>
                <a:cs typeface="Lato"/>
              </a:rPr>
              <a:t>   </a:t>
            </a:r>
            <a:r>
              <a:rPr sz="1875" i="0" dirty="0" err="1">
                <a:solidFill>
                  <a:srgbClr val="2C2A29"/>
                </a:solidFill>
                <a:latin typeface="Lato"/>
                <a:ea typeface="Lato"/>
                <a:cs typeface="Lato"/>
              </a:rPr>
              <a:t>Managerul</a:t>
            </a:r>
            <a:r>
              <a:rPr sz="1875" b="0" i="0" dirty="0">
                <a:solidFill>
                  <a:srgbClr val="2C2A29"/>
                </a:solidFill>
                <a:latin typeface="Lato"/>
                <a:ea typeface="Lato"/>
                <a:cs typeface="Lato"/>
              </a:rPr>
              <a:t> </a:t>
            </a:r>
            <a:r>
              <a:rPr sz="1875" b="0" i="0" dirty="0" err="1">
                <a:solidFill>
                  <a:srgbClr val="2C2A29"/>
                </a:solidFill>
                <a:latin typeface="Lato"/>
                <a:ea typeface="Lato"/>
                <a:cs typeface="Lato"/>
              </a:rPr>
              <a:t>unui</a:t>
            </a:r>
            <a:r>
              <a:rPr sz="1875" b="0" i="0" dirty="0">
                <a:solidFill>
                  <a:srgbClr val="2C2A29"/>
                </a:solidFill>
                <a:latin typeface="Lato"/>
                <a:ea typeface="Lato"/>
                <a:cs typeface="Lato"/>
              </a:rPr>
              <a:t> restaurant nu </a:t>
            </a:r>
            <a:r>
              <a:rPr sz="1875" b="0" i="0" dirty="0" err="1">
                <a:solidFill>
                  <a:srgbClr val="2C2A29"/>
                </a:solidFill>
                <a:latin typeface="Lato"/>
                <a:ea typeface="Lato"/>
                <a:cs typeface="Lato"/>
              </a:rPr>
              <a:t>poate</a:t>
            </a:r>
            <a:r>
              <a:rPr sz="1875" b="0" i="0" dirty="0">
                <a:solidFill>
                  <a:srgbClr val="2C2A29"/>
                </a:solidFill>
                <a:latin typeface="Lato"/>
                <a:ea typeface="Lato"/>
                <a:cs typeface="Lato"/>
              </a:rPr>
              <a:t> </a:t>
            </a:r>
            <a:r>
              <a:rPr sz="1875" i="0" dirty="0" err="1">
                <a:solidFill>
                  <a:srgbClr val="2C2A29"/>
                </a:solidFill>
                <a:latin typeface="Lato"/>
                <a:ea typeface="Lato"/>
                <a:cs typeface="Lato"/>
              </a:rPr>
              <a:t>estima</a:t>
            </a:r>
            <a:r>
              <a:rPr sz="1875" b="0" i="0" dirty="0">
                <a:solidFill>
                  <a:srgbClr val="2C2A29"/>
                </a:solidFill>
                <a:latin typeface="Lato"/>
                <a:ea typeface="Lato"/>
                <a:cs typeface="Lato"/>
              </a:rPr>
              <a:t> </a:t>
            </a:r>
            <a:r>
              <a:rPr sz="1875" i="0" dirty="0">
                <a:solidFill>
                  <a:srgbClr val="2C2A29"/>
                </a:solidFill>
                <a:latin typeface="Lato"/>
                <a:ea typeface="Lato"/>
                <a:cs typeface="Lato"/>
              </a:rPr>
              <a:t>rapid</a:t>
            </a:r>
            <a:r>
              <a:rPr sz="1875" b="0" i="0" dirty="0">
                <a:solidFill>
                  <a:srgbClr val="2C2A29"/>
                </a:solidFill>
                <a:latin typeface="Lato"/>
                <a:ea typeface="Lato"/>
                <a:cs typeface="Lato"/>
              </a:rPr>
              <a:t> </a:t>
            </a:r>
            <a:r>
              <a:rPr sz="1875" b="0" i="0" dirty="0" err="1">
                <a:solidFill>
                  <a:srgbClr val="2C2A29"/>
                </a:solidFill>
                <a:latin typeface="Lato"/>
                <a:ea typeface="Lato"/>
                <a:cs typeface="Lato"/>
              </a:rPr>
              <a:t>cât</a:t>
            </a:r>
            <a:r>
              <a:rPr sz="1875" b="0" i="0" dirty="0">
                <a:solidFill>
                  <a:srgbClr val="2C2A29"/>
                </a:solidFill>
                <a:latin typeface="Lato"/>
                <a:ea typeface="Lato"/>
                <a:cs typeface="Lato"/>
              </a:rPr>
              <a:t> </a:t>
            </a:r>
            <a:r>
              <a:rPr sz="1875" b="0" i="0" dirty="0" err="1">
                <a:solidFill>
                  <a:srgbClr val="2C2A29"/>
                </a:solidFill>
                <a:latin typeface="Lato"/>
                <a:ea typeface="Lato"/>
                <a:cs typeface="Lato"/>
              </a:rPr>
              <a:t>să</a:t>
            </a:r>
            <a:r>
              <a:rPr sz="1875" b="0" i="0" dirty="0">
                <a:solidFill>
                  <a:srgbClr val="2C2A29"/>
                </a:solidFill>
                <a:latin typeface="Lato"/>
                <a:ea typeface="Lato"/>
                <a:cs typeface="Lato"/>
              </a:rPr>
              <a:t> </a:t>
            </a:r>
            <a:r>
              <a:rPr sz="1875" b="0" i="0" dirty="0" err="1">
                <a:solidFill>
                  <a:srgbClr val="2C2A29"/>
                </a:solidFill>
                <a:latin typeface="Lato"/>
                <a:ea typeface="Lato"/>
                <a:cs typeface="Lato"/>
              </a:rPr>
              <a:t>cumpere</a:t>
            </a:r>
            <a:r>
              <a:rPr sz="1875" b="0" i="0" dirty="0">
                <a:solidFill>
                  <a:srgbClr val="2C2A29"/>
                </a:solidFill>
                <a:latin typeface="Lato"/>
                <a:ea typeface="Lato"/>
                <a:cs typeface="Lato"/>
              </a:rPr>
              <a:t> </a:t>
            </a:r>
            <a:r>
              <a:rPr sz="1875" b="0" i="0" dirty="0" err="1">
                <a:solidFill>
                  <a:srgbClr val="2C2A29"/>
                </a:solidFill>
                <a:latin typeface="Lato"/>
                <a:ea typeface="Lato"/>
                <a:cs typeface="Lato"/>
              </a:rPr>
              <a:t>și</a:t>
            </a:r>
            <a:r>
              <a:rPr sz="1875" b="0" i="0" dirty="0">
                <a:solidFill>
                  <a:srgbClr val="2C2A29"/>
                </a:solidFill>
                <a:latin typeface="Lato"/>
                <a:ea typeface="Lato"/>
                <a:cs typeface="Lato"/>
              </a:rPr>
              <a:t> </a:t>
            </a:r>
            <a:r>
              <a:rPr sz="1875" b="0" i="0" dirty="0" err="1">
                <a:solidFill>
                  <a:srgbClr val="2C2A29"/>
                </a:solidFill>
                <a:latin typeface="Lato"/>
                <a:ea typeface="Lato"/>
                <a:cs typeface="Lato"/>
              </a:rPr>
              <a:t>să</a:t>
            </a:r>
            <a:r>
              <a:rPr sz="1875" b="0" i="0" dirty="0">
                <a:solidFill>
                  <a:srgbClr val="2C2A29"/>
                </a:solidFill>
                <a:latin typeface="Lato"/>
                <a:ea typeface="Lato"/>
                <a:cs typeface="Lato"/>
              </a:rPr>
              <a:t> prepare</a:t>
            </a:r>
            <a:r>
              <a:rPr lang="ro-RO" sz="1875" b="0" i="0" dirty="0">
                <a:solidFill>
                  <a:srgbClr val="2C2A29"/>
                </a:solidFill>
                <a:latin typeface="Lato"/>
                <a:ea typeface="Lato"/>
                <a:cs typeface="Lato"/>
              </a:rPr>
              <a:t>. </a:t>
            </a:r>
            <a:r>
              <a:rPr sz="1875" b="0" i="0" dirty="0" err="1">
                <a:solidFill>
                  <a:srgbClr val="2C2A29"/>
                </a:solidFill>
                <a:latin typeface="Lato"/>
                <a:ea typeface="Lato"/>
                <a:cs typeface="Lato"/>
              </a:rPr>
              <a:t>Surplusul</a:t>
            </a:r>
            <a:r>
              <a:rPr sz="1875" b="0" i="0" dirty="0">
                <a:solidFill>
                  <a:srgbClr val="2C2A29"/>
                </a:solidFill>
                <a:latin typeface="Lato"/>
                <a:ea typeface="Lato"/>
                <a:cs typeface="Lato"/>
              </a:rPr>
              <a:t> </a:t>
            </a:r>
            <a:r>
              <a:rPr sz="1875" b="0" i="0" dirty="0" err="1">
                <a:solidFill>
                  <a:srgbClr val="2C2A29"/>
                </a:solidFill>
                <a:latin typeface="Lato"/>
                <a:ea typeface="Lato"/>
                <a:cs typeface="Lato"/>
              </a:rPr>
              <a:t>îi</a:t>
            </a:r>
            <a:r>
              <a:rPr sz="1875" b="0" i="0" dirty="0">
                <a:solidFill>
                  <a:srgbClr val="2C2A29"/>
                </a:solidFill>
                <a:latin typeface="Lato"/>
                <a:ea typeface="Lato"/>
                <a:cs typeface="Lato"/>
              </a:rPr>
              <a:t> </a:t>
            </a:r>
            <a:r>
              <a:rPr sz="1875" b="0" i="0" dirty="0" err="1">
                <a:solidFill>
                  <a:srgbClr val="2C2A29"/>
                </a:solidFill>
                <a:latin typeface="Lato"/>
                <a:ea typeface="Lato"/>
                <a:cs typeface="Lato"/>
              </a:rPr>
              <a:t>blochează</a:t>
            </a:r>
            <a:r>
              <a:rPr sz="1875" b="0" i="0" dirty="0">
                <a:solidFill>
                  <a:srgbClr val="2C2A29"/>
                </a:solidFill>
                <a:latin typeface="Lato"/>
                <a:ea typeface="Lato"/>
                <a:cs typeface="Lato"/>
              </a:rPr>
              <a:t> bani </a:t>
            </a:r>
            <a:r>
              <a:rPr sz="1875" b="0" i="0" dirty="0" err="1">
                <a:solidFill>
                  <a:srgbClr val="2C2A29"/>
                </a:solidFill>
                <a:latin typeface="Lato"/>
                <a:ea typeface="Lato"/>
                <a:cs typeface="Lato"/>
              </a:rPr>
              <a:t>în</a:t>
            </a:r>
            <a:r>
              <a:rPr sz="1875" b="0" i="0" dirty="0">
                <a:solidFill>
                  <a:srgbClr val="2C2A29"/>
                </a:solidFill>
                <a:latin typeface="Lato"/>
                <a:ea typeface="Lato"/>
                <a:cs typeface="Lato"/>
              </a:rPr>
              <a:t> </a:t>
            </a:r>
            <a:r>
              <a:rPr sz="1875" b="0" i="0" dirty="0" err="1">
                <a:solidFill>
                  <a:srgbClr val="2C2A29"/>
                </a:solidFill>
                <a:latin typeface="Lato"/>
                <a:ea typeface="Lato"/>
                <a:cs typeface="Lato"/>
              </a:rPr>
              <a:t>marfă</a:t>
            </a:r>
            <a:r>
              <a:rPr sz="1875" b="0" i="0" dirty="0">
                <a:solidFill>
                  <a:srgbClr val="2C2A29"/>
                </a:solidFill>
                <a:latin typeface="Lato"/>
                <a:ea typeface="Lato"/>
                <a:cs typeface="Lato"/>
              </a:rPr>
              <a:t> </a:t>
            </a:r>
            <a:r>
              <a:rPr sz="1875" b="0" i="0" dirty="0" err="1">
                <a:solidFill>
                  <a:srgbClr val="2C2A29"/>
                </a:solidFill>
                <a:latin typeface="Lato"/>
                <a:ea typeface="Lato"/>
                <a:cs typeface="Lato"/>
              </a:rPr>
              <a:t>nevândută</a:t>
            </a:r>
            <a:r>
              <a:rPr sz="1875" b="0" i="0" dirty="0">
                <a:solidFill>
                  <a:srgbClr val="2C2A29"/>
                </a:solidFill>
                <a:latin typeface="Lato"/>
                <a:ea typeface="Lato"/>
                <a:cs typeface="Lato"/>
              </a:rPr>
              <a:t>.</a:t>
            </a:r>
          </a:p>
        </p:txBody>
      </p:sp>
      <p:sp>
        <p:nvSpPr>
          <p:cNvPr id="6" name="moment-label">
            <a:extLst>
              <a:ext uri="{FF2B5EF4-FFF2-40B4-BE49-F238E27FC236}">
                <a16:creationId xmlns:a16="http://schemas.microsoft.com/office/drawing/2014/main" id="{F03D148B-0A2B-41B9-BA45-6272DD1B138A}"/>
              </a:ext>
            </a:extLst>
          </p:cNvPr>
          <p:cNvSpPr>
            <a:spLocks noGrp="1"/>
          </p:cNvSpPr>
          <p:nvPr/>
        </p:nvSpPr>
        <p:spPr>
          <a:xfrm>
            <a:off x="552450" y="2800350"/>
            <a:ext cx="1524000" cy="209550"/>
          </a:xfrm>
          <a:prstGeom prst="rect">
            <a:avLst/>
          </a:prstGeom>
          <a:noFill/>
          <a:ln w="0">
            <a:noFill/>
            <a:prstDash val="solid"/>
          </a:ln>
        </p:spPr>
        <p:txBody>
          <a:bodyPr wrap="square" lIns="0" tIns="0" rIns="0" bIns="0" anchor="t">
            <a:normAutofit/>
          </a:bodyPr>
          <a:lstStyle>
            <a:defPPr algn="l">
              <a:defRPr sz="975" b="1" i="0">
                <a:solidFill>
                  <a:srgbClr val="627356"/>
                </a:solidFill>
                <a:latin typeface="Lato"/>
                <a:ea typeface="Lato"/>
                <a:cs typeface="Lato"/>
              </a:defRPr>
            </a:defPPr>
            <a:lvl1pPr algn="l">
              <a:defRPr sz="975" b="1" i="0">
                <a:solidFill>
                  <a:srgbClr val="627356"/>
                </a:solidFill>
                <a:latin typeface="Lato"/>
                <a:ea typeface="Lato"/>
                <a:cs typeface="Lato"/>
              </a:defRPr>
            </a:lvl1pPr>
            <a:lvl2pPr algn="l">
              <a:defRPr sz="975" b="1" i="0">
                <a:solidFill>
                  <a:srgbClr val="627356"/>
                </a:solidFill>
                <a:latin typeface="Lato"/>
                <a:ea typeface="Lato"/>
                <a:cs typeface="Lato"/>
              </a:defRPr>
            </a:lvl2pPr>
            <a:lvl3pPr algn="l">
              <a:defRPr sz="975" b="1" i="0">
                <a:solidFill>
                  <a:srgbClr val="627356"/>
                </a:solidFill>
                <a:latin typeface="Lato"/>
                <a:ea typeface="Lato"/>
                <a:cs typeface="Lato"/>
              </a:defRPr>
            </a:lvl3pPr>
            <a:lvl4pPr algn="l">
              <a:defRPr sz="975" b="1" i="0">
                <a:solidFill>
                  <a:srgbClr val="627356"/>
                </a:solidFill>
                <a:latin typeface="Lato"/>
                <a:ea typeface="Lato"/>
                <a:cs typeface="Lato"/>
              </a:defRPr>
            </a:lvl4pPr>
            <a:lvl5pPr algn="l">
              <a:defRPr sz="975" b="1" i="0">
                <a:solidFill>
                  <a:srgbClr val="627356"/>
                </a:solidFill>
                <a:latin typeface="Lato"/>
                <a:ea typeface="Lato"/>
                <a:cs typeface="Lato"/>
              </a:defRPr>
            </a:lvl5pPr>
            <a:lvl6pPr algn="l">
              <a:defRPr sz="975" b="1" i="0">
                <a:solidFill>
                  <a:srgbClr val="627356"/>
                </a:solidFill>
                <a:latin typeface="Lato"/>
                <a:ea typeface="Lato"/>
                <a:cs typeface="Lato"/>
              </a:defRPr>
            </a:lvl6pPr>
            <a:lvl7pPr algn="l">
              <a:defRPr sz="975" b="1" i="0">
                <a:solidFill>
                  <a:srgbClr val="627356"/>
                </a:solidFill>
                <a:latin typeface="Lato"/>
                <a:ea typeface="Lato"/>
                <a:cs typeface="Lato"/>
              </a:defRPr>
            </a:lvl7pPr>
            <a:lvl8pPr algn="l">
              <a:defRPr sz="975" b="1" i="0">
                <a:solidFill>
                  <a:srgbClr val="627356"/>
                </a:solidFill>
                <a:latin typeface="Lato"/>
                <a:ea typeface="Lato"/>
                <a:cs typeface="Lato"/>
              </a:defRPr>
            </a:lvl8pPr>
            <a:lvl9pPr algn="l">
              <a:defRPr sz="975" b="1" i="0">
                <a:solidFill>
                  <a:srgbClr val="627356"/>
                </a:solidFill>
                <a:latin typeface="Lato"/>
                <a:ea typeface="Lato"/>
                <a:cs typeface="Lato"/>
              </a:defRPr>
            </a:lvl9pPr>
          </a:lstStyle>
          <a:p>
            <a:pPr algn="l">
              <a:defRPr sz="975" b="1" i="0">
                <a:solidFill>
                  <a:srgbClr val="627356"/>
                </a:solidFill>
                <a:latin typeface="Lato"/>
                <a:ea typeface="Lato"/>
                <a:cs typeface="Lato"/>
              </a:defRPr>
            </a:pPr>
            <a:endParaRPr sz="975" b="1" i="0" dirty="0">
              <a:solidFill>
                <a:srgbClr val="627356"/>
              </a:solidFill>
              <a:latin typeface="Lato"/>
              <a:ea typeface="Lato"/>
              <a:cs typeface="Lato"/>
            </a:endParaRPr>
          </a:p>
        </p:txBody>
      </p:sp>
      <p:sp>
        <p:nvSpPr>
          <p:cNvPr id="7" name="moment-copy">
            <a:extLst>
              <a:ext uri="{FF2B5EF4-FFF2-40B4-BE49-F238E27FC236}">
                <a16:creationId xmlns:a16="http://schemas.microsoft.com/office/drawing/2014/main" id="{6F18B8C4-96AB-4523-BB11-AAE032153137}"/>
              </a:ext>
            </a:extLst>
          </p:cNvPr>
          <p:cNvSpPr>
            <a:spLocks noGrp="1"/>
          </p:cNvSpPr>
          <p:nvPr/>
        </p:nvSpPr>
        <p:spPr>
          <a:xfrm>
            <a:off x="523875" y="3076575"/>
            <a:ext cx="5124450" cy="666750"/>
          </a:xfrm>
          <a:prstGeom prst="rect">
            <a:avLst/>
          </a:prstGeom>
          <a:noFill/>
          <a:ln w="0">
            <a:noFill/>
            <a:prstDash val="solid"/>
          </a:ln>
        </p:spPr>
        <p:txBody>
          <a:bodyPr wrap="square" lIns="0" tIns="0" rIns="0" bIns="0" anchor="t">
            <a:normAutofit/>
          </a:bodyPr>
          <a:lstStyle>
            <a:defPPr algn="l">
              <a:defRPr sz="1425" b="0" i="0">
                <a:solidFill>
                  <a:srgbClr val="2C2A29"/>
                </a:solidFill>
                <a:latin typeface="Lato"/>
                <a:ea typeface="Lato"/>
                <a:cs typeface="Lato"/>
              </a:defRPr>
            </a:defPPr>
            <a:lvl1pPr algn="l">
              <a:defRPr sz="1425" b="0" i="0">
                <a:solidFill>
                  <a:srgbClr val="2C2A29"/>
                </a:solidFill>
                <a:latin typeface="Lato"/>
                <a:ea typeface="Lato"/>
                <a:cs typeface="Lato"/>
              </a:defRPr>
            </a:lvl1pPr>
            <a:lvl2pPr algn="l">
              <a:defRPr sz="1425" b="0" i="0">
                <a:solidFill>
                  <a:srgbClr val="2C2A29"/>
                </a:solidFill>
                <a:latin typeface="Lato"/>
                <a:ea typeface="Lato"/>
                <a:cs typeface="Lato"/>
              </a:defRPr>
            </a:lvl2pPr>
            <a:lvl3pPr algn="l">
              <a:defRPr sz="1425" b="0" i="0">
                <a:solidFill>
                  <a:srgbClr val="2C2A29"/>
                </a:solidFill>
                <a:latin typeface="Lato"/>
                <a:ea typeface="Lato"/>
                <a:cs typeface="Lato"/>
              </a:defRPr>
            </a:lvl3pPr>
            <a:lvl4pPr algn="l">
              <a:defRPr sz="1425" b="0" i="0">
                <a:solidFill>
                  <a:srgbClr val="2C2A29"/>
                </a:solidFill>
                <a:latin typeface="Lato"/>
                <a:ea typeface="Lato"/>
                <a:cs typeface="Lato"/>
              </a:defRPr>
            </a:lvl4pPr>
            <a:lvl5pPr algn="l">
              <a:defRPr sz="1425" b="0" i="0">
                <a:solidFill>
                  <a:srgbClr val="2C2A29"/>
                </a:solidFill>
                <a:latin typeface="Lato"/>
                <a:ea typeface="Lato"/>
                <a:cs typeface="Lato"/>
              </a:defRPr>
            </a:lvl5pPr>
            <a:lvl6pPr algn="l">
              <a:defRPr sz="1425" b="0" i="0">
                <a:solidFill>
                  <a:srgbClr val="2C2A29"/>
                </a:solidFill>
                <a:latin typeface="Lato"/>
                <a:ea typeface="Lato"/>
                <a:cs typeface="Lato"/>
              </a:defRPr>
            </a:lvl6pPr>
            <a:lvl7pPr algn="l">
              <a:defRPr sz="1425" b="0" i="0">
                <a:solidFill>
                  <a:srgbClr val="2C2A29"/>
                </a:solidFill>
                <a:latin typeface="Lato"/>
                <a:ea typeface="Lato"/>
                <a:cs typeface="Lato"/>
              </a:defRPr>
            </a:lvl7pPr>
            <a:lvl8pPr algn="l">
              <a:defRPr sz="1425" b="0" i="0">
                <a:solidFill>
                  <a:srgbClr val="2C2A29"/>
                </a:solidFill>
                <a:latin typeface="Lato"/>
                <a:ea typeface="Lato"/>
                <a:cs typeface="Lato"/>
              </a:defRPr>
            </a:lvl8pPr>
            <a:lvl9pPr algn="l">
              <a:defRPr sz="1425" b="0" i="0">
                <a:solidFill>
                  <a:srgbClr val="2C2A29"/>
                </a:solidFill>
                <a:latin typeface="Lato"/>
                <a:ea typeface="Lato"/>
                <a:cs typeface="Lato"/>
              </a:defRPr>
            </a:lvl9pPr>
          </a:lstStyle>
          <a:p>
            <a:pPr algn="l">
              <a:defRPr sz="1425" b="0" i="0">
                <a:solidFill>
                  <a:srgbClr val="2C2A29"/>
                </a:solidFill>
                <a:latin typeface="Lato"/>
                <a:ea typeface="Lato"/>
                <a:cs typeface="Lato"/>
              </a:defRPr>
            </a:pPr>
            <a:r>
              <a:rPr lang="en-US" sz="1425" b="0" i="0" dirty="0">
                <a:solidFill>
                  <a:srgbClr val="2C2A29"/>
                </a:solidFill>
                <a:latin typeface="Lato"/>
                <a:ea typeface="Lato"/>
                <a:cs typeface="Lato"/>
              </a:rPr>
              <a:t>   Un </a:t>
            </a:r>
            <a:r>
              <a:rPr lang="en-US" sz="1425" b="0" i="0" dirty="0" err="1">
                <a:solidFill>
                  <a:srgbClr val="2C2A29"/>
                </a:solidFill>
                <a:latin typeface="Lato"/>
                <a:ea typeface="Lato"/>
                <a:cs typeface="Lato"/>
              </a:rPr>
              <a:t>angajat</a:t>
            </a:r>
            <a:r>
              <a:rPr sz="1425" b="0" i="0" dirty="0">
                <a:solidFill>
                  <a:srgbClr val="2C2A29"/>
                </a:solidFill>
                <a:latin typeface="Lato"/>
                <a:ea typeface="Lato"/>
                <a:cs typeface="Lato"/>
              </a:rPr>
              <a:t>, </a:t>
            </a:r>
            <a:r>
              <a:rPr sz="1425" b="0" i="0" dirty="0" err="1">
                <a:solidFill>
                  <a:srgbClr val="2C2A29"/>
                </a:solidFill>
                <a:latin typeface="Lato"/>
                <a:ea typeface="Lato"/>
                <a:cs typeface="Lato"/>
              </a:rPr>
              <a:t>verifică</a:t>
            </a:r>
            <a:r>
              <a:rPr sz="1425" b="0" i="0" dirty="0">
                <a:solidFill>
                  <a:srgbClr val="2C2A29"/>
                </a:solidFill>
                <a:latin typeface="Lato"/>
                <a:ea typeface="Lato"/>
                <a:cs typeface="Lato"/>
              </a:rPr>
              <a:t> </a:t>
            </a:r>
            <a:r>
              <a:rPr sz="1425" b="0" i="0" dirty="0" err="1">
                <a:solidFill>
                  <a:srgbClr val="2C2A29"/>
                </a:solidFill>
                <a:latin typeface="Lato"/>
                <a:ea typeface="Lato"/>
                <a:cs typeface="Lato"/>
              </a:rPr>
              <a:t>stocul</a:t>
            </a:r>
            <a:r>
              <a:rPr sz="1425" b="0" i="0" dirty="0">
                <a:solidFill>
                  <a:srgbClr val="2C2A29"/>
                </a:solidFill>
                <a:latin typeface="Lato"/>
                <a:ea typeface="Lato"/>
                <a:cs typeface="Lato"/>
              </a:rPr>
              <a:t>, </a:t>
            </a:r>
            <a:r>
              <a:rPr sz="1425" b="0" i="0" dirty="0" err="1">
                <a:solidFill>
                  <a:srgbClr val="2C2A29"/>
                </a:solidFill>
                <a:latin typeface="Lato"/>
                <a:ea typeface="Lato"/>
                <a:cs typeface="Lato"/>
              </a:rPr>
              <a:t>comenzile</a:t>
            </a:r>
            <a:r>
              <a:rPr sz="1425" b="0" i="0" dirty="0">
                <a:solidFill>
                  <a:srgbClr val="2C2A29"/>
                </a:solidFill>
                <a:latin typeface="Lato"/>
                <a:ea typeface="Lato"/>
                <a:cs typeface="Lato"/>
              </a:rPr>
              <a:t> </a:t>
            </a:r>
            <a:r>
              <a:rPr sz="1425" b="0" i="0" dirty="0" err="1">
                <a:solidFill>
                  <a:srgbClr val="2C2A29"/>
                </a:solidFill>
                <a:latin typeface="Lato"/>
                <a:ea typeface="Lato"/>
                <a:cs typeface="Lato"/>
              </a:rPr>
              <a:t>și</a:t>
            </a:r>
            <a:r>
              <a:rPr sz="1425" b="0" i="0" dirty="0">
                <a:solidFill>
                  <a:srgbClr val="2C2A29"/>
                </a:solidFill>
                <a:latin typeface="Lato"/>
                <a:ea typeface="Lato"/>
                <a:cs typeface="Lato"/>
              </a:rPr>
              <a:t> </a:t>
            </a:r>
            <a:r>
              <a:rPr sz="1425" b="0" i="0" dirty="0" err="1">
                <a:solidFill>
                  <a:srgbClr val="2C2A29"/>
                </a:solidFill>
                <a:latin typeface="Lato"/>
                <a:ea typeface="Lato"/>
                <a:cs typeface="Lato"/>
              </a:rPr>
              <a:t>vânzările</a:t>
            </a:r>
            <a:r>
              <a:rPr sz="1425" b="0" i="0" dirty="0">
                <a:solidFill>
                  <a:srgbClr val="2C2A29"/>
                </a:solidFill>
                <a:latin typeface="Lato"/>
                <a:ea typeface="Lato"/>
                <a:cs typeface="Lato"/>
              </a:rPr>
              <a:t> </a:t>
            </a:r>
            <a:r>
              <a:rPr sz="1425" b="0" i="0" dirty="0" err="1">
                <a:solidFill>
                  <a:srgbClr val="2C2A29"/>
                </a:solidFill>
                <a:latin typeface="Lato"/>
                <a:ea typeface="Lato"/>
                <a:cs typeface="Lato"/>
              </a:rPr>
              <a:t>într</a:t>
            </a:r>
            <a:r>
              <a:rPr sz="1425" b="0" i="0" dirty="0">
                <a:solidFill>
                  <a:srgbClr val="2C2A29"/>
                </a:solidFill>
                <a:latin typeface="Lato"/>
                <a:ea typeface="Lato"/>
                <a:cs typeface="Lato"/>
              </a:rPr>
              <a:t>-un </a:t>
            </a:r>
            <a:r>
              <a:rPr sz="1425" b="0" i="0" dirty="0" err="1">
                <a:solidFill>
                  <a:srgbClr val="2C2A29"/>
                </a:solidFill>
                <a:latin typeface="Lato"/>
                <a:ea typeface="Lato"/>
                <a:cs typeface="Lato"/>
              </a:rPr>
              <a:t>fișier</a:t>
            </a:r>
            <a:r>
              <a:rPr sz="1425" b="0" i="0" dirty="0">
                <a:solidFill>
                  <a:srgbClr val="2C2A29"/>
                </a:solidFill>
                <a:latin typeface="Lato"/>
                <a:ea typeface="Lato"/>
                <a:cs typeface="Lato"/>
              </a:rPr>
              <a:t> Excel care </a:t>
            </a:r>
            <a:r>
              <a:rPr sz="1425" b="0" i="0" dirty="0" err="1">
                <a:solidFill>
                  <a:srgbClr val="2C2A29"/>
                </a:solidFill>
                <a:latin typeface="Lato"/>
                <a:ea typeface="Lato"/>
                <a:cs typeface="Lato"/>
              </a:rPr>
              <a:t>trebuie</a:t>
            </a:r>
            <a:r>
              <a:rPr sz="1425" b="0" i="0" dirty="0">
                <a:solidFill>
                  <a:srgbClr val="2C2A29"/>
                </a:solidFill>
                <a:latin typeface="Lato"/>
                <a:ea typeface="Lato"/>
                <a:cs typeface="Lato"/>
              </a:rPr>
              <a:t> </a:t>
            </a:r>
            <a:r>
              <a:rPr sz="1425" b="0" i="0" dirty="0" err="1">
                <a:solidFill>
                  <a:srgbClr val="2C2A29"/>
                </a:solidFill>
                <a:latin typeface="Lato"/>
                <a:ea typeface="Lato"/>
                <a:cs typeface="Lato"/>
              </a:rPr>
              <a:t>actualizat</a:t>
            </a:r>
            <a:r>
              <a:rPr sz="1425" b="0" i="0" dirty="0">
                <a:solidFill>
                  <a:srgbClr val="2C2A29"/>
                </a:solidFill>
                <a:latin typeface="Lato"/>
                <a:ea typeface="Lato"/>
                <a:cs typeface="Lato"/>
              </a:rPr>
              <a:t> manual.</a:t>
            </a:r>
          </a:p>
        </p:txBody>
      </p:sp>
      <p:sp>
        <p:nvSpPr>
          <p:cNvPr id="9" name="customer-voice">
            <a:extLst>
              <a:ext uri="{FF2B5EF4-FFF2-40B4-BE49-F238E27FC236}">
                <a16:creationId xmlns:a16="http://schemas.microsoft.com/office/drawing/2014/main" id="{A27065B5-7987-455D-8F40-909DE902E4E2}"/>
              </a:ext>
            </a:extLst>
          </p:cNvPr>
          <p:cNvSpPr>
            <a:spLocks noGrp="1"/>
          </p:cNvSpPr>
          <p:nvPr/>
        </p:nvSpPr>
        <p:spPr>
          <a:xfrm>
            <a:off x="476250" y="4029075"/>
            <a:ext cx="5219700" cy="514350"/>
          </a:xfrm>
          <a:prstGeom prst="rect">
            <a:avLst/>
          </a:prstGeom>
          <a:noFill/>
          <a:ln w="0">
            <a:noFill/>
            <a:prstDash val="solid"/>
          </a:ln>
        </p:spPr>
        <p:txBody>
          <a:bodyPr wrap="square" lIns="0" tIns="0" rIns="0" bIns="0" anchor="t">
            <a:normAutofit/>
          </a:bodyPr>
          <a:lstStyle>
            <a:defPPr algn="l">
              <a:defRPr sz="1350" b="0" i="1">
                <a:solidFill>
                  <a:srgbClr val="2C2A29"/>
                </a:solidFill>
                <a:latin typeface="Prata"/>
                <a:ea typeface="Prata"/>
                <a:cs typeface="Prata"/>
              </a:defRPr>
            </a:defPPr>
            <a:lvl1pPr algn="l">
              <a:defRPr sz="1350" b="0" i="1">
                <a:solidFill>
                  <a:srgbClr val="2C2A29"/>
                </a:solidFill>
                <a:latin typeface="Prata"/>
                <a:ea typeface="Prata"/>
                <a:cs typeface="Prata"/>
              </a:defRPr>
            </a:lvl1pPr>
            <a:lvl2pPr algn="l">
              <a:defRPr sz="1350" b="0" i="1">
                <a:solidFill>
                  <a:srgbClr val="2C2A29"/>
                </a:solidFill>
                <a:latin typeface="Prata"/>
                <a:ea typeface="Prata"/>
                <a:cs typeface="Prata"/>
              </a:defRPr>
            </a:lvl2pPr>
            <a:lvl3pPr algn="l">
              <a:defRPr sz="1350" b="0" i="1">
                <a:solidFill>
                  <a:srgbClr val="2C2A29"/>
                </a:solidFill>
                <a:latin typeface="Prata"/>
                <a:ea typeface="Prata"/>
                <a:cs typeface="Prata"/>
              </a:defRPr>
            </a:lvl3pPr>
            <a:lvl4pPr algn="l">
              <a:defRPr sz="1350" b="0" i="1">
                <a:solidFill>
                  <a:srgbClr val="2C2A29"/>
                </a:solidFill>
                <a:latin typeface="Prata"/>
                <a:ea typeface="Prata"/>
                <a:cs typeface="Prata"/>
              </a:defRPr>
            </a:lvl4pPr>
            <a:lvl5pPr algn="l">
              <a:defRPr sz="1350" b="0" i="1">
                <a:solidFill>
                  <a:srgbClr val="2C2A29"/>
                </a:solidFill>
                <a:latin typeface="Prata"/>
                <a:ea typeface="Prata"/>
                <a:cs typeface="Prata"/>
              </a:defRPr>
            </a:lvl5pPr>
            <a:lvl6pPr algn="l">
              <a:defRPr sz="1350" b="0" i="1">
                <a:solidFill>
                  <a:srgbClr val="2C2A29"/>
                </a:solidFill>
                <a:latin typeface="Prata"/>
                <a:ea typeface="Prata"/>
                <a:cs typeface="Prata"/>
              </a:defRPr>
            </a:lvl6pPr>
            <a:lvl7pPr algn="l">
              <a:defRPr sz="1350" b="0" i="1">
                <a:solidFill>
                  <a:srgbClr val="2C2A29"/>
                </a:solidFill>
                <a:latin typeface="Prata"/>
                <a:ea typeface="Prata"/>
                <a:cs typeface="Prata"/>
              </a:defRPr>
            </a:lvl7pPr>
            <a:lvl8pPr algn="l">
              <a:defRPr sz="1350" b="0" i="1">
                <a:solidFill>
                  <a:srgbClr val="2C2A29"/>
                </a:solidFill>
                <a:latin typeface="Prata"/>
                <a:ea typeface="Prata"/>
                <a:cs typeface="Prata"/>
              </a:defRPr>
            </a:lvl8pPr>
            <a:lvl9pPr algn="l">
              <a:defRPr sz="1350" b="0" i="1">
                <a:solidFill>
                  <a:srgbClr val="2C2A29"/>
                </a:solidFill>
                <a:latin typeface="Prata"/>
                <a:ea typeface="Prata"/>
                <a:cs typeface="Prata"/>
              </a:defRPr>
            </a:lvl9pPr>
          </a:lstStyle>
          <a:p>
            <a:pPr algn="l">
              <a:defRPr sz="1350" b="0" i="1">
                <a:solidFill>
                  <a:srgbClr val="2C2A29"/>
                </a:solidFill>
                <a:latin typeface="Prata"/>
                <a:ea typeface="Prata"/>
                <a:cs typeface="Prata"/>
              </a:defRPr>
            </a:pPr>
            <a:r>
              <a:rPr lang="en-US" sz="1350" b="0" i="1" dirty="0">
                <a:solidFill>
                  <a:srgbClr val="2C2A29"/>
                </a:solidFill>
                <a:latin typeface="Prata"/>
                <a:ea typeface="Prata"/>
                <a:cs typeface="Prata"/>
              </a:rPr>
              <a:t>   </a:t>
            </a:r>
            <a:r>
              <a:rPr sz="1350" b="0" i="1" dirty="0">
                <a:solidFill>
                  <a:srgbClr val="2C2A29"/>
                </a:solidFill>
                <a:latin typeface="Prata"/>
                <a:ea typeface="Prata"/>
                <a:cs typeface="Prata"/>
              </a:rPr>
              <a:t>„Ne </a:t>
            </a:r>
            <a:r>
              <a:rPr sz="1350" b="0" i="1" dirty="0" err="1">
                <a:solidFill>
                  <a:srgbClr val="2C2A29"/>
                </a:solidFill>
                <a:latin typeface="Prata"/>
                <a:ea typeface="Prata"/>
                <a:cs typeface="Prata"/>
              </a:rPr>
              <a:t>lua</a:t>
            </a:r>
            <a:r>
              <a:rPr sz="1350" b="0" i="1" dirty="0">
                <a:solidFill>
                  <a:srgbClr val="2C2A29"/>
                </a:solidFill>
                <a:latin typeface="Prata"/>
                <a:ea typeface="Prata"/>
                <a:cs typeface="Prata"/>
              </a:rPr>
              <a:t> 1–2 ore, de </a:t>
            </a:r>
            <a:r>
              <a:rPr sz="1350" b="0" i="1" dirty="0" err="1">
                <a:solidFill>
                  <a:srgbClr val="2C2A29"/>
                </a:solidFill>
                <a:latin typeface="Prata"/>
                <a:ea typeface="Prata"/>
                <a:cs typeface="Prata"/>
              </a:rPr>
              <a:t>două</a:t>
            </a:r>
            <a:r>
              <a:rPr sz="1350" b="0" i="1" dirty="0">
                <a:solidFill>
                  <a:srgbClr val="2C2A29"/>
                </a:solidFill>
                <a:latin typeface="Prata"/>
                <a:ea typeface="Prata"/>
                <a:cs typeface="Prata"/>
              </a:rPr>
              <a:t> </a:t>
            </a:r>
            <a:r>
              <a:rPr sz="1350" b="0" i="1" dirty="0" err="1">
                <a:solidFill>
                  <a:srgbClr val="2C2A29"/>
                </a:solidFill>
                <a:latin typeface="Prata"/>
                <a:ea typeface="Prata"/>
                <a:cs typeface="Prata"/>
              </a:rPr>
              <a:t>ori</a:t>
            </a:r>
            <a:r>
              <a:rPr sz="1350" b="0" i="1" dirty="0">
                <a:solidFill>
                  <a:srgbClr val="2C2A29"/>
                </a:solidFill>
                <a:latin typeface="Prata"/>
                <a:ea typeface="Prata"/>
                <a:cs typeface="Prata"/>
              </a:rPr>
              <a:t> pe </a:t>
            </a:r>
            <a:r>
              <a:rPr sz="1350" b="0" i="1" dirty="0" err="1">
                <a:solidFill>
                  <a:srgbClr val="2C2A29"/>
                </a:solidFill>
                <a:latin typeface="Prata"/>
                <a:ea typeface="Prata"/>
                <a:cs typeface="Prata"/>
              </a:rPr>
              <a:t>săptămână</a:t>
            </a:r>
            <a:r>
              <a:rPr sz="1350" b="0" i="1" dirty="0">
                <a:solidFill>
                  <a:srgbClr val="2C2A29"/>
                </a:solidFill>
                <a:latin typeface="Prata"/>
                <a:ea typeface="Prata"/>
                <a:cs typeface="Prata"/>
              </a:rPr>
              <a:t>, </a:t>
            </a:r>
            <a:r>
              <a:rPr sz="1350" b="0" i="1" dirty="0" err="1">
                <a:solidFill>
                  <a:srgbClr val="2C2A29"/>
                </a:solidFill>
                <a:latin typeface="Prata"/>
                <a:ea typeface="Prata"/>
                <a:cs typeface="Prata"/>
              </a:rPr>
              <a:t>iar</a:t>
            </a:r>
            <a:r>
              <a:rPr sz="1350" b="0" i="1" dirty="0">
                <a:solidFill>
                  <a:srgbClr val="2C2A29"/>
                </a:solidFill>
                <a:latin typeface="Prata"/>
                <a:ea typeface="Prata"/>
                <a:cs typeface="Prata"/>
              </a:rPr>
              <a:t> </a:t>
            </a:r>
            <a:r>
              <a:rPr sz="1350" b="0" i="1" dirty="0" err="1">
                <a:solidFill>
                  <a:srgbClr val="2C2A29"/>
                </a:solidFill>
                <a:latin typeface="Prata"/>
                <a:ea typeface="Prata"/>
                <a:cs typeface="Prata"/>
              </a:rPr>
              <a:t>fișierul</a:t>
            </a:r>
            <a:r>
              <a:rPr sz="1350" b="0" i="1" dirty="0">
                <a:solidFill>
                  <a:srgbClr val="2C2A29"/>
                </a:solidFill>
                <a:latin typeface="Prata"/>
                <a:ea typeface="Prata"/>
                <a:cs typeface="Prata"/>
              </a:rPr>
              <a:t> Excel nu era </a:t>
            </a:r>
            <a:r>
              <a:rPr sz="1350" b="0" i="1" dirty="0" err="1">
                <a:solidFill>
                  <a:srgbClr val="2C2A29"/>
                </a:solidFill>
                <a:latin typeface="Prata"/>
                <a:ea typeface="Prata"/>
                <a:cs typeface="Prata"/>
              </a:rPr>
              <a:t>foarte</a:t>
            </a:r>
            <a:r>
              <a:rPr sz="1350" b="0" i="1" dirty="0">
                <a:solidFill>
                  <a:srgbClr val="2C2A29"/>
                </a:solidFill>
                <a:latin typeface="Prata"/>
                <a:ea typeface="Prata"/>
                <a:cs typeface="Prata"/>
              </a:rPr>
              <a:t> precis.”</a:t>
            </a:r>
          </a:p>
        </p:txBody>
      </p:sp>
      <p:sp>
        <p:nvSpPr>
          <p:cNvPr id="10" name="source-footer">
            <a:extLst>
              <a:ext uri="{FF2B5EF4-FFF2-40B4-BE49-F238E27FC236}">
                <a16:creationId xmlns:a16="http://schemas.microsoft.com/office/drawing/2014/main" id="{6C8E8B64-1828-46C2-8B07-E6A87E940CD6}"/>
              </a:ext>
            </a:extLst>
          </p:cNvPr>
          <p:cNvSpPr>
            <a:spLocks noGrp="1"/>
          </p:cNvSpPr>
          <p:nvPr/>
        </p:nvSpPr>
        <p:spPr>
          <a:xfrm>
            <a:off x="552450" y="4829175"/>
            <a:ext cx="8048625" cy="171450"/>
          </a:xfrm>
          <a:prstGeom prst="rect">
            <a:avLst/>
          </a:prstGeom>
          <a:noFill/>
          <a:ln w="0">
            <a:noFill/>
            <a:prstDash val="solid"/>
          </a:ln>
        </p:spPr>
        <p:txBody>
          <a:bodyPr wrap="square" lIns="0" tIns="0" rIns="0" bIns="0" anchor="t">
            <a:normAutofit/>
          </a:bodyPr>
          <a:lstStyle>
            <a:defPPr algn="l">
              <a:defRPr sz="788" b="0" i="0">
                <a:solidFill>
                  <a:srgbClr val="5A5855"/>
                </a:solidFill>
                <a:latin typeface="Lato"/>
                <a:ea typeface="Lato"/>
                <a:cs typeface="Lato"/>
              </a:defRPr>
            </a:defPPr>
            <a:lvl1pPr algn="l">
              <a:defRPr sz="788" b="0" i="0">
                <a:solidFill>
                  <a:srgbClr val="5A5855"/>
                </a:solidFill>
                <a:latin typeface="Lato"/>
                <a:ea typeface="Lato"/>
                <a:cs typeface="Lato"/>
              </a:defRPr>
            </a:lvl1pPr>
            <a:lvl2pPr algn="l">
              <a:defRPr sz="788" b="0" i="0">
                <a:solidFill>
                  <a:srgbClr val="5A5855"/>
                </a:solidFill>
                <a:latin typeface="Lato"/>
                <a:ea typeface="Lato"/>
                <a:cs typeface="Lato"/>
              </a:defRPr>
            </a:lvl2pPr>
            <a:lvl3pPr algn="l">
              <a:defRPr sz="788" b="0" i="0">
                <a:solidFill>
                  <a:srgbClr val="5A5855"/>
                </a:solidFill>
                <a:latin typeface="Lato"/>
                <a:ea typeface="Lato"/>
                <a:cs typeface="Lato"/>
              </a:defRPr>
            </a:lvl3pPr>
            <a:lvl4pPr algn="l">
              <a:defRPr sz="788" b="0" i="0">
                <a:solidFill>
                  <a:srgbClr val="5A5855"/>
                </a:solidFill>
                <a:latin typeface="Lato"/>
                <a:ea typeface="Lato"/>
                <a:cs typeface="Lato"/>
              </a:defRPr>
            </a:lvl4pPr>
            <a:lvl5pPr algn="l">
              <a:defRPr sz="788" b="0" i="0">
                <a:solidFill>
                  <a:srgbClr val="5A5855"/>
                </a:solidFill>
                <a:latin typeface="Lato"/>
                <a:ea typeface="Lato"/>
                <a:cs typeface="Lato"/>
              </a:defRPr>
            </a:lvl5pPr>
            <a:lvl6pPr algn="l">
              <a:defRPr sz="788" b="0" i="0">
                <a:solidFill>
                  <a:srgbClr val="5A5855"/>
                </a:solidFill>
                <a:latin typeface="Lato"/>
                <a:ea typeface="Lato"/>
                <a:cs typeface="Lato"/>
              </a:defRPr>
            </a:lvl6pPr>
            <a:lvl7pPr algn="l">
              <a:defRPr sz="788" b="0" i="0">
                <a:solidFill>
                  <a:srgbClr val="5A5855"/>
                </a:solidFill>
                <a:latin typeface="Lato"/>
                <a:ea typeface="Lato"/>
                <a:cs typeface="Lato"/>
              </a:defRPr>
            </a:lvl7pPr>
            <a:lvl8pPr algn="l">
              <a:defRPr sz="788" b="0" i="0">
                <a:solidFill>
                  <a:srgbClr val="5A5855"/>
                </a:solidFill>
                <a:latin typeface="Lato"/>
                <a:ea typeface="Lato"/>
                <a:cs typeface="Lato"/>
              </a:defRPr>
            </a:lvl8pPr>
            <a:lvl9pPr algn="l">
              <a:defRPr sz="788" b="0" i="0">
                <a:solidFill>
                  <a:srgbClr val="5A5855"/>
                </a:solidFill>
                <a:latin typeface="Lato"/>
                <a:ea typeface="Lato"/>
                <a:cs typeface="Lato"/>
              </a:defRPr>
            </a:lvl9pPr>
          </a:lstStyle>
          <a:p>
            <a:pPr algn="l">
              <a:defRPr sz="788" b="0" i="0">
                <a:solidFill>
                  <a:srgbClr val="5A5855"/>
                </a:solidFill>
                <a:latin typeface="Lato"/>
                <a:ea typeface="Lato"/>
                <a:cs typeface="Lato"/>
              </a:defRPr>
            </a:pPr>
            <a:r>
              <a:rPr sz="788" b="0" i="0" dirty="0" err="1">
                <a:solidFill>
                  <a:srgbClr val="5A5855"/>
                </a:solidFill>
                <a:latin typeface="Lato"/>
                <a:ea typeface="Lato"/>
                <a:cs typeface="Lato"/>
              </a:rPr>
              <a:t>Sursă</a:t>
            </a:r>
            <a:r>
              <a:rPr sz="788" b="0" i="0" dirty="0">
                <a:solidFill>
                  <a:srgbClr val="5A5855"/>
                </a:solidFill>
                <a:latin typeface="Lato"/>
                <a:ea typeface="Lato"/>
                <a:cs typeface="Lato"/>
              </a:rPr>
              <a:t>: WISK, </a:t>
            </a:r>
            <a:r>
              <a:rPr sz="788" b="0" i="0" dirty="0" err="1">
                <a:solidFill>
                  <a:srgbClr val="5A5855"/>
                </a:solidFill>
                <a:latin typeface="Lato"/>
                <a:ea typeface="Lato"/>
                <a:cs typeface="Lato"/>
              </a:rPr>
              <a:t>studiul</a:t>
            </a:r>
            <a:r>
              <a:rPr sz="788" b="0" i="0" dirty="0">
                <a:solidFill>
                  <a:srgbClr val="5A5855"/>
                </a:solidFill>
                <a:latin typeface="Lato"/>
                <a:ea typeface="Lato"/>
                <a:cs typeface="Lato"/>
              </a:rPr>
              <a:t> de </a:t>
            </a:r>
            <a:r>
              <a:rPr sz="788" b="0" i="0" dirty="0" err="1">
                <a:solidFill>
                  <a:srgbClr val="5A5855"/>
                </a:solidFill>
                <a:latin typeface="Lato"/>
                <a:ea typeface="Lato"/>
                <a:cs typeface="Lato"/>
              </a:rPr>
              <a:t>caz</a:t>
            </a:r>
            <a:r>
              <a:rPr sz="788" b="0" i="0" dirty="0">
                <a:solidFill>
                  <a:srgbClr val="5A5855"/>
                </a:solidFill>
                <a:latin typeface="Lato"/>
                <a:ea typeface="Lato"/>
                <a:cs typeface="Lato"/>
              </a:rPr>
              <a:t> Loyd Von Rose, </a:t>
            </a:r>
            <a:r>
              <a:rPr sz="788" b="0" i="0" dirty="0" err="1">
                <a:solidFill>
                  <a:srgbClr val="5A5855"/>
                </a:solidFill>
                <a:latin typeface="Lato"/>
                <a:ea typeface="Lato"/>
                <a:cs typeface="Lato"/>
              </a:rPr>
              <a:t>accesat</a:t>
            </a:r>
            <a:r>
              <a:rPr sz="788" b="0" i="0" dirty="0">
                <a:solidFill>
                  <a:srgbClr val="5A5855"/>
                </a:solidFill>
                <a:latin typeface="Lato"/>
                <a:ea typeface="Lato"/>
                <a:cs typeface="Lato"/>
              </a:rPr>
              <a:t> </a:t>
            </a:r>
            <a:r>
              <a:rPr sz="788" b="0" i="0" dirty="0" err="1">
                <a:solidFill>
                  <a:srgbClr val="5A5855"/>
                </a:solidFill>
                <a:latin typeface="Lato"/>
                <a:ea typeface="Lato"/>
                <a:cs typeface="Lato"/>
              </a:rPr>
              <a:t>în</a:t>
            </a:r>
            <a:r>
              <a:rPr sz="788" b="0" i="0" dirty="0">
                <a:solidFill>
                  <a:srgbClr val="5A5855"/>
                </a:solidFill>
                <a:latin typeface="Lato"/>
                <a:ea typeface="Lato"/>
                <a:cs typeface="Lato"/>
              </a:rPr>
              <a:t> 2026</a:t>
            </a:r>
          </a:p>
        </p:txBody>
      </p:sp>
      <p:sp>
        <p:nvSpPr>
          <p:cNvPr id="12" name="slide-3-title">
            <a:extLst>
              <a:ext uri="{FF2B5EF4-FFF2-40B4-BE49-F238E27FC236}">
                <a16:creationId xmlns:a16="http://schemas.microsoft.com/office/drawing/2014/main" id="{F55AC323-5D8F-FFE5-815F-49FBE5C54F12}"/>
              </a:ext>
            </a:extLst>
          </p:cNvPr>
          <p:cNvSpPr>
            <a:spLocks noGrp="1"/>
          </p:cNvSpPr>
          <p:nvPr/>
        </p:nvSpPr>
        <p:spPr>
          <a:xfrm>
            <a:off x="552450" y="323850"/>
            <a:ext cx="7239000" cy="514350"/>
          </a:xfrm>
          <a:prstGeom prst="rect">
            <a:avLst/>
          </a:prstGeom>
          <a:noFill/>
          <a:ln w="0">
            <a:noFill/>
            <a:prstDash val="solid"/>
          </a:ln>
        </p:spPr>
        <p:txBody>
          <a:bodyPr wrap="square" lIns="0" tIns="0" rIns="0" bIns="0" anchor="t">
            <a:normAutofit/>
          </a:bodyPr>
          <a:lstStyle>
            <a:defPPr algn="l">
              <a:defRPr sz="2400" b="0" i="0">
                <a:solidFill>
                  <a:srgbClr val="2C2A29"/>
                </a:solidFill>
                <a:latin typeface="Prata"/>
                <a:ea typeface="Prata"/>
                <a:cs typeface="Prata"/>
              </a:defRPr>
            </a:defPPr>
            <a:lvl1pPr algn="l">
              <a:defRPr sz="2400" b="0" i="0">
                <a:solidFill>
                  <a:srgbClr val="2C2A29"/>
                </a:solidFill>
                <a:latin typeface="Prata"/>
                <a:ea typeface="Prata"/>
                <a:cs typeface="Prata"/>
              </a:defRPr>
            </a:lvl1pPr>
            <a:lvl2pPr algn="l">
              <a:defRPr sz="2400" b="0" i="0">
                <a:solidFill>
                  <a:srgbClr val="2C2A29"/>
                </a:solidFill>
                <a:latin typeface="Prata"/>
                <a:ea typeface="Prata"/>
                <a:cs typeface="Prata"/>
              </a:defRPr>
            </a:lvl2pPr>
            <a:lvl3pPr algn="l">
              <a:defRPr sz="2400" b="0" i="0">
                <a:solidFill>
                  <a:srgbClr val="2C2A29"/>
                </a:solidFill>
                <a:latin typeface="Prata"/>
                <a:ea typeface="Prata"/>
                <a:cs typeface="Prata"/>
              </a:defRPr>
            </a:lvl3pPr>
            <a:lvl4pPr algn="l">
              <a:defRPr sz="2400" b="0" i="0">
                <a:solidFill>
                  <a:srgbClr val="2C2A29"/>
                </a:solidFill>
                <a:latin typeface="Prata"/>
                <a:ea typeface="Prata"/>
                <a:cs typeface="Prata"/>
              </a:defRPr>
            </a:lvl4pPr>
            <a:lvl5pPr algn="l">
              <a:defRPr sz="2400" b="0" i="0">
                <a:solidFill>
                  <a:srgbClr val="2C2A29"/>
                </a:solidFill>
                <a:latin typeface="Prata"/>
                <a:ea typeface="Prata"/>
                <a:cs typeface="Prata"/>
              </a:defRPr>
            </a:lvl5pPr>
            <a:lvl6pPr algn="l">
              <a:defRPr sz="2400" b="0" i="0">
                <a:solidFill>
                  <a:srgbClr val="2C2A29"/>
                </a:solidFill>
                <a:latin typeface="Prata"/>
                <a:ea typeface="Prata"/>
                <a:cs typeface="Prata"/>
              </a:defRPr>
            </a:lvl6pPr>
            <a:lvl7pPr algn="l">
              <a:defRPr sz="2400" b="0" i="0">
                <a:solidFill>
                  <a:srgbClr val="2C2A29"/>
                </a:solidFill>
                <a:latin typeface="Prata"/>
                <a:ea typeface="Prata"/>
                <a:cs typeface="Prata"/>
              </a:defRPr>
            </a:lvl7pPr>
            <a:lvl8pPr algn="l">
              <a:defRPr sz="2400" b="0" i="0">
                <a:solidFill>
                  <a:srgbClr val="2C2A29"/>
                </a:solidFill>
                <a:latin typeface="Prata"/>
                <a:ea typeface="Prata"/>
                <a:cs typeface="Prata"/>
              </a:defRPr>
            </a:lvl8pPr>
            <a:lvl9pPr algn="l">
              <a:defRPr sz="2400" b="0" i="0">
                <a:solidFill>
                  <a:srgbClr val="2C2A29"/>
                </a:solidFill>
                <a:latin typeface="Prata"/>
                <a:ea typeface="Prata"/>
                <a:cs typeface="Prata"/>
              </a:defRPr>
            </a:lvl9pPr>
          </a:lstStyle>
          <a:p>
            <a:pPr algn="l">
              <a:defRPr sz="2400" b="0" i="0">
                <a:solidFill>
                  <a:srgbClr val="2C2A29"/>
                </a:solidFill>
                <a:latin typeface="Prata"/>
                <a:ea typeface="Prata"/>
                <a:cs typeface="Prata"/>
              </a:defRPr>
            </a:pPr>
            <a:r>
              <a:rPr lang="en-US" sz="2400" b="1" i="0" dirty="0">
                <a:solidFill>
                  <a:srgbClr val="2C2A29"/>
                </a:solidFill>
                <a:latin typeface="Baghdad" pitchFamily="2" charset="-78"/>
                <a:cs typeface="Baghdad" pitchFamily="2" charset="-78"/>
              </a:rPr>
              <a:t>Sursa </a:t>
            </a:r>
            <a:r>
              <a:rPr lang="en-US" sz="2400" b="1" i="0" dirty="0" err="1">
                <a:solidFill>
                  <a:srgbClr val="2C2A29"/>
                </a:solidFill>
                <a:latin typeface="Baghdad" pitchFamily="2" charset="-78"/>
                <a:cs typeface="Baghdad" pitchFamily="2" charset="-78"/>
              </a:rPr>
              <a:t>problemei</a:t>
            </a:r>
            <a:endParaRPr sz="2400" b="1" i="0" dirty="0">
              <a:solidFill>
                <a:srgbClr val="2C2A29"/>
              </a:solidFill>
              <a:latin typeface="Baghdad" pitchFamily="2" charset="-78"/>
              <a:cs typeface="Baghdad" pitchFamily="2" charset="-78"/>
            </a:endParaRPr>
          </a:p>
        </p:txBody>
      </p:sp>
    </p:spTree>
    <p:extLst>
      <p:ext uri="{BB962C8B-B14F-4D97-AF65-F5344CB8AC3E}">
        <p14:creationId xmlns:p14="http://schemas.microsoft.com/office/powerpoint/2010/main" val="3889906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8BE8E71B-E490-4A2B-8BCA-587342FBC2AD}"/>
              </a:ext>
            </a:extLst>
          </p:cNvPr>
          <p:cNvPicPr>
            <a:picLocks noChangeAspect="1"/>
          </p:cNvPicPr>
          <p:nvPr/>
        </p:nvPicPr>
        <p:blipFill>
          <a:blip r:embed="rId3" cstate="screen">
            <a:extLst>
              <a:ext uri="{28A0092B-C50C-407E-A947-70E740481C1C}">
                <a14:useLocalDpi xmlns:a14="http://schemas.microsoft.com/office/drawing/2010/main"/>
              </a:ext>
            </a:extLst>
          </a:blip>
          <a:srcRect/>
          <a:stretch>
            <a:fillRect/>
          </a:stretch>
        </p:blipFill>
        <p:spPr>
          <a:xfrm>
            <a:off x="6626" y="0"/>
            <a:ext cx="9144000" cy="5143500"/>
          </a:xfrm>
          <a:prstGeom prst="rect">
            <a:avLst/>
          </a:prstGeom>
        </p:spPr>
      </p:pic>
      <p:sp>
        <p:nvSpPr>
          <p:cNvPr id="2" name="slide-3-title">
            <a:extLst>
              <a:ext uri="{FF2B5EF4-FFF2-40B4-BE49-F238E27FC236}">
                <a16:creationId xmlns:a16="http://schemas.microsoft.com/office/drawing/2014/main" id="{6B0DD8F4-9C00-43C4-A5ED-E80941A605F7}"/>
              </a:ext>
            </a:extLst>
          </p:cNvPr>
          <p:cNvSpPr>
            <a:spLocks noGrp="1"/>
          </p:cNvSpPr>
          <p:nvPr/>
        </p:nvSpPr>
        <p:spPr>
          <a:xfrm>
            <a:off x="552450" y="323850"/>
            <a:ext cx="7239000" cy="514350"/>
          </a:xfrm>
          <a:prstGeom prst="rect">
            <a:avLst/>
          </a:prstGeom>
          <a:noFill/>
          <a:ln w="0">
            <a:noFill/>
            <a:prstDash val="solid"/>
          </a:ln>
        </p:spPr>
        <p:txBody>
          <a:bodyPr wrap="square" lIns="0" tIns="0" rIns="0" bIns="0" anchor="t">
            <a:normAutofit/>
          </a:bodyPr>
          <a:lstStyle>
            <a:defPPr algn="l">
              <a:defRPr sz="2400" b="0" i="0">
                <a:solidFill>
                  <a:srgbClr val="2C2A29"/>
                </a:solidFill>
                <a:latin typeface="Prata"/>
                <a:ea typeface="Prata"/>
                <a:cs typeface="Prata"/>
              </a:defRPr>
            </a:defPPr>
            <a:lvl1pPr algn="l">
              <a:defRPr sz="2400" b="0" i="0">
                <a:solidFill>
                  <a:srgbClr val="2C2A29"/>
                </a:solidFill>
                <a:latin typeface="Prata"/>
                <a:ea typeface="Prata"/>
                <a:cs typeface="Prata"/>
              </a:defRPr>
            </a:lvl1pPr>
            <a:lvl2pPr algn="l">
              <a:defRPr sz="2400" b="0" i="0">
                <a:solidFill>
                  <a:srgbClr val="2C2A29"/>
                </a:solidFill>
                <a:latin typeface="Prata"/>
                <a:ea typeface="Prata"/>
                <a:cs typeface="Prata"/>
              </a:defRPr>
            </a:lvl2pPr>
            <a:lvl3pPr algn="l">
              <a:defRPr sz="2400" b="0" i="0">
                <a:solidFill>
                  <a:srgbClr val="2C2A29"/>
                </a:solidFill>
                <a:latin typeface="Prata"/>
                <a:ea typeface="Prata"/>
                <a:cs typeface="Prata"/>
              </a:defRPr>
            </a:lvl3pPr>
            <a:lvl4pPr algn="l">
              <a:defRPr sz="2400" b="0" i="0">
                <a:solidFill>
                  <a:srgbClr val="2C2A29"/>
                </a:solidFill>
                <a:latin typeface="Prata"/>
                <a:ea typeface="Prata"/>
                <a:cs typeface="Prata"/>
              </a:defRPr>
            </a:lvl4pPr>
            <a:lvl5pPr algn="l">
              <a:defRPr sz="2400" b="0" i="0">
                <a:solidFill>
                  <a:srgbClr val="2C2A29"/>
                </a:solidFill>
                <a:latin typeface="Prata"/>
                <a:ea typeface="Prata"/>
                <a:cs typeface="Prata"/>
              </a:defRPr>
            </a:lvl5pPr>
            <a:lvl6pPr algn="l">
              <a:defRPr sz="2400" b="0" i="0">
                <a:solidFill>
                  <a:srgbClr val="2C2A29"/>
                </a:solidFill>
                <a:latin typeface="Prata"/>
                <a:ea typeface="Prata"/>
                <a:cs typeface="Prata"/>
              </a:defRPr>
            </a:lvl6pPr>
            <a:lvl7pPr algn="l">
              <a:defRPr sz="2400" b="0" i="0">
                <a:solidFill>
                  <a:srgbClr val="2C2A29"/>
                </a:solidFill>
                <a:latin typeface="Prata"/>
                <a:ea typeface="Prata"/>
                <a:cs typeface="Prata"/>
              </a:defRPr>
            </a:lvl7pPr>
            <a:lvl8pPr algn="l">
              <a:defRPr sz="2400" b="0" i="0">
                <a:solidFill>
                  <a:srgbClr val="2C2A29"/>
                </a:solidFill>
                <a:latin typeface="Prata"/>
                <a:ea typeface="Prata"/>
                <a:cs typeface="Prata"/>
              </a:defRPr>
            </a:lvl8pPr>
            <a:lvl9pPr algn="l">
              <a:defRPr sz="2400" b="0" i="0">
                <a:solidFill>
                  <a:srgbClr val="2C2A29"/>
                </a:solidFill>
                <a:latin typeface="Prata"/>
                <a:ea typeface="Prata"/>
                <a:cs typeface="Prata"/>
              </a:defRPr>
            </a:lvl9pPr>
          </a:lstStyle>
          <a:p>
            <a:pPr algn="l">
              <a:defRPr sz="2400" b="0" i="0">
                <a:solidFill>
                  <a:srgbClr val="2C2A29"/>
                </a:solidFill>
                <a:latin typeface="Prata"/>
                <a:ea typeface="Prata"/>
                <a:cs typeface="Prata"/>
              </a:defRPr>
            </a:pPr>
            <a:r>
              <a:rPr sz="2400" b="1" i="0" dirty="0">
                <a:solidFill>
                  <a:srgbClr val="2C2A29"/>
                </a:solidFill>
                <a:latin typeface="Baghdad" pitchFamily="2" charset="-78"/>
                <a:cs typeface="Baghdad" pitchFamily="2" charset="-78"/>
              </a:rPr>
              <a:t>De </a:t>
            </a:r>
            <a:r>
              <a:rPr sz="2400" b="1" i="0" dirty="0" err="1">
                <a:solidFill>
                  <a:srgbClr val="2C2A29"/>
                </a:solidFill>
                <a:latin typeface="Baghdad" pitchFamily="2" charset="-78"/>
                <a:cs typeface="Baghdad" pitchFamily="2" charset="-78"/>
              </a:rPr>
              <a:t>ce</a:t>
            </a:r>
            <a:r>
              <a:rPr sz="2400" b="1" i="0" dirty="0">
                <a:solidFill>
                  <a:srgbClr val="2C2A29"/>
                </a:solidFill>
                <a:latin typeface="Baghdad" pitchFamily="2" charset="-78"/>
                <a:cs typeface="Baghdad" pitchFamily="2" charset="-78"/>
              </a:rPr>
              <a:t> nu </a:t>
            </a:r>
            <a:r>
              <a:rPr sz="2400" b="1" i="0" dirty="0" err="1">
                <a:solidFill>
                  <a:srgbClr val="2C2A29"/>
                </a:solidFill>
                <a:latin typeface="Baghdad" pitchFamily="2" charset="-78"/>
                <a:cs typeface="Baghdad" pitchFamily="2" charset="-78"/>
              </a:rPr>
              <a:t>ajunge</a:t>
            </a:r>
            <a:r>
              <a:rPr sz="2400" b="1" i="0" dirty="0">
                <a:solidFill>
                  <a:srgbClr val="2C2A29"/>
                </a:solidFill>
                <a:latin typeface="Baghdad" pitchFamily="2" charset="-78"/>
                <a:cs typeface="Baghdad" pitchFamily="2" charset="-78"/>
              </a:rPr>
              <a:t> </a:t>
            </a:r>
            <a:r>
              <a:rPr sz="2400" b="1" i="0" dirty="0" err="1">
                <a:solidFill>
                  <a:srgbClr val="2C2A29"/>
                </a:solidFill>
                <a:latin typeface="Baghdad" pitchFamily="2" charset="-78"/>
                <a:cs typeface="Baghdad" pitchFamily="2" charset="-78"/>
              </a:rPr>
              <a:t>ce</a:t>
            </a:r>
            <a:r>
              <a:rPr sz="2400" b="1" i="0" dirty="0">
                <a:solidFill>
                  <a:srgbClr val="2C2A29"/>
                </a:solidFill>
                <a:latin typeface="Baghdad" pitchFamily="2" charset="-78"/>
                <a:cs typeface="Baghdad" pitchFamily="2" charset="-78"/>
              </a:rPr>
              <a:t> </a:t>
            </a:r>
            <a:r>
              <a:rPr sz="2400" b="1" i="0" dirty="0" err="1">
                <a:solidFill>
                  <a:srgbClr val="2C2A29"/>
                </a:solidFill>
                <a:latin typeface="Baghdad" pitchFamily="2" charset="-78"/>
                <a:cs typeface="Baghdad" pitchFamily="2" charset="-78"/>
              </a:rPr>
              <a:t>există</a:t>
            </a:r>
            <a:r>
              <a:rPr sz="2400" b="1" i="0" dirty="0">
                <a:solidFill>
                  <a:srgbClr val="2C2A29"/>
                </a:solidFill>
                <a:latin typeface="Baghdad" pitchFamily="2" charset="-78"/>
                <a:cs typeface="Baghdad" pitchFamily="2" charset="-78"/>
              </a:rPr>
              <a:t> </a:t>
            </a:r>
            <a:r>
              <a:rPr sz="2400" b="1" i="0" dirty="0" err="1">
                <a:solidFill>
                  <a:srgbClr val="2C2A29"/>
                </a:solidFill>
                <a:latin typeface="Baghdad" pitchFamily="2" charset="-78"/>
                <a:cs typeface="Baghdad" pitchFamily="2" charset="-78"/>
              </a:rPr>
              <a:t>azi</a:t>
            </a:r>
            <a:endParaRPr sz="2400" b="1" i="0" dirty="0">
              <a:solidFill>
                <a:srgbClr val="2C2A29"/>
              </a:solidFill>
              <a:latin typeface="Baghdad" pitchFamily="2" charset="-78"/>
              <a:cs typeface="Baghdad" pitchFamily="2" charset="-78"/>
            </a:endParaRPr>
          </a:p>
        </p:txBody>
      </p:sp>
      <p:sp>
        <p:nvSpPr>
          <p:cNvPr id="3" name="slide-3-number">
            <a:extLst>
              <a:ext uri="{FF2B5EF4-FFF2-40B4-BE49-F238E27FC236}">
                <a16:creationId xmlns:a16="http://schemas.microsoft.com/office/drawing/2014/main" id="{BE68570C-5B60-4C46-B8F3-FB7A0536CD31}"/>
              </a:ext>
            </a:extLst>
          </p:cNvPr>
          <p:cNvSpPr>
            <a:spLocks noGrp="1"/>
          </p:cNvSpPr>
          <p:nvPr/>
        </p:nvSpPr>
        <p:spPr>
          <a:xfrm>
            <a:off x="8305800" y="323850"/>
            <a:ext cx="361950" cy="228600"/>
          </a:xfrm>
          <a:prstGeom prst="rect">
            <a:avLst/>
          </a:prstGeom>
          <a:noFill/>
          <a:ln w="0">
            <a:noFill/>
            <a:prstDash val="solid"/>
          </a:ln>
        </p:spPr>
        <p:txBody>
          <a:bodyPr wrap="square" lIns="0" tIns="0" rIns="0" bIns="0" anchor="t">
            <a:normAutofit/>
          </a:bodyPr>
          <a:lstStyle>
            <a:defPPr algn="r">
              <a:defRPr sz="975" b="0" i="0">
                <a:solidFill>
                  <a:srgbClr val="627356"/>
                </a:solidFill>
                <a:latin typeface="Prata"/>
                <a:ea typeface="Prata"/>
                <a:cs typeface="Prata"/>
              </a:defRPr>
            </a:defPPr>
            <a:lvl1pPr algn="r">
              <a:defRPr sz="975" b="0" i="0">
                <a:solidFill>
                  <a:srgbClr val="627356"/>
                </a:solidFill>
                <a:latin typeface="Prata"/>
                <a:ea typeface="Prata"/>
                <a:cs typeface="Prata"/>
              </a:defRPr>
            </a:lvl1pPr>
            <a:lvl2pPr algn="r">
              <a:defRPr sz="975" b="0" i="0">
                <a:solidFill>
                  <a:srgbClr val="627356"/>
                </a:solidFill>
                <a:latin typeface="Prata"/>
                <a:ea typeface="Prata"/>
                <a:cs typeface="Prata"/>
              </a:defRPr>
            </a:lvl2pPr>
            <a:lvl3pPr algn="r">
              <a:defRPr sz="975" b="0" i="0">
                <a:solidFill>
                  <a:srgbClr val="627356"/>
                </a:solidFill>
                <a:latin typeface="Prata"/>
                <a:ea typeface="Prata"/>
                <a:cs typeface="Prata"/>
              </a:defRPr>
            </a:lvl3pPr>
            <a:lvl4pPr algn="r">
              <a:defRPr sz="975" b="0" i="0">
                <a:solidFill>
                  <a:srgbClr val="627356"/>
                </a:solidFill>
                <a:latin typeface="Prata"/>
                <a:ea typeface="Prata"/>
                <a:cs typeface="Prata"/>
              </a:defRPr>
            </a:lvl4pPr>
            <a:lvl5pPr algn="r">
              <a:defRPr sz="975" b="0" i="0">
                <a:solidFill>
                  <a:srgbClr val="627356"/>
                </a:solidFill>
                <a:latin typeface="Prata"/>
                <a:ea typeface="Prata"/>
                <a:cs typeface="Prata"/>
              </a:defRPr>
            </a:lvl5pPr>
            <a:lvl6pPr algn="r">
              <a:defRPr sz="975" b="0" i="0">
                <a:solidFill>
                  <a:srgbClr val="627356"/>
                </a:solidFill>
                <a:latin typeface="Prata"/>
                <a:ea typeface="Prata"/>
                <a:cs typeface="Prata"/>
              </a:defRPr>
            </a:lvl6pPr>
            <a:lvl7pPr algn="r">
              <a:defRPr sz="975" b="0" i="0">
                <a:solidFill>
                  <a:srgbClr val="627356"/>
                </a:solidFill>
                <a:latin typeface="Prata"/>
                <a:ea typeface="Prata"/>
                <a:cs typeface="Prata"/>
              </a:defRPr>
            </a:lvl7pPr>
            <a:lvl8pPr algn="r">
              <a:defRPr sz="975" b="0" i="0">
                <a:solidFill>
                  <a:srgbClr val="627356"/>
                </a:solidFill>
                <a:latin typeface="Prata"/>
                <a:ea typeface="Prata"/>
                <a:cs typeface="Prata"/>
              </a:defRPr>
            </a:lvl8pPr>
            <a:lvl9pPr algn="r">
              <a:defRPr sz="975" b="0" i="0">
                <a:solidFill>
                  <a:srgbClr val="627356"/>
                </a:solidFill>
                <a:latin typeface="Prata"/>
                <a:ea typeface="Prata"/>
                <a:cs typeface="Prata"/>
              </a:defRPr>
            </a:lvl9pPr>
          </a:lstStyle>
          <a:p>
            <a:pPr algn="r">
              <a:defRPr sz="975" b="0" i="0">
                <a:solidFill>
                  <a:srgbClr val="627356"/>
                </a:solidFill>
                <a:latin typeface="Prata"/>
                <a:ea typeface="Prata"/>
                <a:cs typeface="Prata"/>
              </a:defRPr>
            </a:pPr>
            <a:r>
              <a:rPr sz="975" b="0" i="0">
                <a:solidFill>
                  <a:srgbClr val="627356"/>
                </a:solidFill>
                <a:latin typeface="Prata"/>
                <a:ea typeface="Prata"/>
                <a:cs typeface="Prata"/>
              </a:rPr>
              <a:t>03</a:t>
            </a:r>
          </a:p>
        </p:txBody>
      </p:sp>
      <p:graphicFrame>
        <p:nvGraphicFramePr>
          <p:cNvPr id="4" name="Table 3">
            <a:extLst>
              <a:ext uri="{FF2B5EF4-FFF2-40B4-BE49-F238E27FC236}">
                <a16:creationId xmlns:a16="http://schemas.microsoft.com/office/drawing/2014/main" id="{74FCC5D7-E4D2-4C4B-8D89-8AA936DC332F}"/>
              </a:ext>
            </a:extLst>
          </p:cNvPr>
          <p:cNvGraphicFramePr/>
          <p:nvPr>
            <p:extLst>
              <p:ext uri="{D42A27DB-BD31-4B8C-83A1-F6EECF244321}">
                <p14:modId xmlns:p14="http://schemas.microsoft.com/office/powerpoint/2010/main" val="3442568754"/>
              </p:ext>
            </p:extLst>
          </p:nvPr>
        </p:nvGraphicFramePr>
        <p:xfrm>
          <a:off x="561975" y="1004888"/>
          <a:ext cx="8039100" cy="2576512"/>
        </p:xfrm>
        <a:graphic>
          <a:graphicData uri="http://schemas.openxmlformats.org/drawingml/2006/table">
            <a:tbl>
              <a:tblPr firstRow="1" bandRow="1"/>
              <a:tblGrid>
                <a:gridCol w="1762125">
                  <a:extLst>
                    <a:ext uri="{9D8B030D-6E8A-4147-A177-3AD203B41FA5}">
                      <a16:colId xmlns:a16="http://schemas.microsoft.com/office/drawing/2014/main" val="20000"/>
                    </a:ext>
                  </a:extLst>
                </a:gridCol>
                <a:gridCol w="2476500">
                  <a:extLst>
                    <a:ext uri="{9D8B030D-6E8A-4147-A177-3AD203B41FA5}">
                      <a16:colId xmlns:a16="http://schemas.microsoft.com/office/drawing/2014/main" val="20001"/>
                    </a:ext>
                  </a:extLst>
                </a:gridCol>
                <a:gridCol w="3800475">
                  <a:extLst>
                    <a:ext uri="{9D8B030D-6E8A-4147-A177-3AD203B41FA5}">
                      <a16:colId xmlns:a16="http://schemas.microsoft.com/office/drawing/2014/main" val="20002"/>
                    </a:ext>
                  </a:extLst>
                </a:gridCol>
              </a:tblGrid>
              <a:tr h="647698">
                <a:tc>
                  <a:txBody>
                    <a:bodyPr/>
                    <a:lstStyle/>
                    <a:p>
                      <a:r>
                        <a:rPr sz="1125" b="1">
                          <a:solidFill>
                            <a:srgbClr val="FFFFFF"/>
                          </a:solidFill>
                          <a:latin typeface="Lato"/>
                          <a:ea typeface="Lato"/>
                          <a:cs typeface="Lato"/>
                        </a:rPr>
                        <a:t>Alternativa</a:t>
                      </a:r>
                    </a:p>
                  </a:txBody>
                  <a:tcPr>
                    <a:lnL w="9525">
                      <a:solidFill>
                        <a:srgbClr val="C8BBAA"/>
                      </a:solidFill>
                      <a:prstDash val="solid"/>
                    </a:lnL>
                    <a:lnR w="9525">
                      <a:solidFill>
                        <a:srgbClr val="C8BBAA"/>
                      </a:solidFill>
                      <a:prstDash val="solid"/>
                    </a:lnR>
                    <a:lnT w="9525">
                      <a:solidFill>
                        <a:srgbClr val="C8BBAA"/>
                      </a:solidFill>
                      <a:prstDash val="solid"/>
                    </a:lnT>
                    <a:lnB w="9525" cap="flat" cmpd="sng" algn="ctr">
                      <a:solidFill>
                        <a:srgbClr val="C8BBAA"/>
                      </a:solidFill>
                      <a:prstDash val="solid"/>
                      <a:round/>
                      <a:headEnd type="none" w="med" len="med"/>
                      <a:tailEnd type="none" w="med" len="med"/>
                    </a:lnB>
                    <a:solidFill>
                      <a:srgbClr val="627356"/>
                    </a:solidFill>
                  </a:tcPr>
                </a:tc>
                <a:tc>
                  <a:txBody>
                    <a:bodyPr/>
                    <a:lstStyle/>
                    <a:p>
                      <a:r>
                        <a:rPr sz="1125" b="1">
                          <a:solidFill>
                            <a:srgbClr val="FFFFFF"/>
                          </a:solidFill>
                          <a:latin typeface="Lato"/>
                          <a:ea typeface="Lato"/>
                          <a:cs typeface="Lato"/>
                        </a:rPr>
                        <a:t>Ce face</a:t>
                      </a:r>
                    </a:p>
                  </a:txBody>
                  <a:tcPr>
                    <a:lnL w="9525" cap="flat" cmpd="sng" algn="ctr">
                      <a:solidFill>
                        <a:srgbClr val="C8BBAA"/>
                      </a:solidFill>
                      <a:prstDash val="solid"/>
                      <a:round/>
                      <a:headEnd type="none" w="med" len="med"/>
                      <a:tailEnd type="none" w="med" len="med"/>
                    </a:lnL>
                    <a:lnR w="9525">
                      <a:solidFill>
                        <a:srgbClr val="C8BBAA"/>
                      </a:solidFill>
                      <a:prstDash val="solid"/>
                    </a:lnR>
                    <a:lnT w="9525">
                      <a:solidFill>
                        <a:srgbClr val="C8BBAA"/>
                      </a:solidFill>
                      <a:prstDash val="solid"/>
                    </a:lnT>
                    <a:lnB w="9525" cap="flat" cmpd="sng" algn="ctr">
                      <a:solidFill>
                        <a:srgbClr val="C8BBAA"/>
                      </a:solidFill>
                      <a:prstDash val="solid"/>
                      <a:round/>
                      <a:headEnd type="none" w="med" len="med"/>
                      <a:tailEnd type="none" w="med" len="med"/>
                    </a:lnB>
                    <a:solidFill>
                      <a:srgbClr val="627356"/>
                    </a:solidFill>
                  </a:tcPr>
                </a:tc>
                <a:tc>
                  <a:txBody>
                    <a:bodyPr/>
                    <a:lstStyle/>
                    <a:p>
                      <a:r>
                        <a:rPr sz="1125" b="1">
                          <a:solidFill>
                            <a:srgbClr val="FFFFFF"/>
                          </a:solidFill>
                          <a:latin typeface="Lato"/>
                          <a:ea typeface="Lato"/>
                          <a:cs typeface="Lato"/>
                        </a:rPr>
                        <a:t>Limita rămasă</a:t>
                      </a:r>
                    </a:p>
                  </a:txBody>
                  <a:tcPr>
                    <a:lnL w="9525" cap="flat" cmpd="sng" algn="ctr">
                      <a:solidFill>
                        <a:srgbClr val="C8BBAA"/>
                      </a:solidFill>
                      <a:prstDash val="solid"/>
                      <a:round/>
                      <a:headEnd type="none" w="med" len="med"/>
                      <a:tailEnd type="none" w="med" len="med"/>
                    </a:lnL>
                    <a:lnR w="9525">
                      <a:solidFill>
                        <a:srgbClr val="C8BBAA"/>
                      </a:solidFill>
                      <a:prstDash val="solid"/>
                    </a:lnR>
                    <a:lnT w="9525">
                      <a:solidFill>
                        <a:srgbClr val="C8BBAA"/>
                      </a:solidFill>
                      <a:prstDash val="solid"/>
                    </a:lnT>
                    <a:lnB w="9525" cap="flat" cmpd="sng" algn="ctr">
                      <a:solidFill>
                        <a:srgbClr val="C8BBAA"/>
                      </a:solidFill>
                      <a:prstDash val="solid"/>
                      <a:round/>
                      <a:headEnd type="none" w="med" len="med"/>
                      <a:tailEnd type="none" w="med" len="med"/>
                    </a:lnB>
                    <a:solidFill>
                      <a:srgbClr val="627356"/>
                    </a:solidFill>
                  </a:tcPr>
                </a:tc>
                <a:extLst>
                  <a:ext uri="{0D108BD9-81ED-4DB2-BD59-A6C34878D82A}">
                    <a16:rowId xmlns:a16="http://schemas.microsoft.com/office/drawing/2014/main" val="10000"/>
                  </a:ext>
                </a:extLst>
              </a:tr>
              <a:tr h="642938">
                <a:tc>
                  <a:txBody>
                    <a:bodyPr/>
                    <a:lstStyle/>
                    <a:p>
                      <a:r>
                        <a:rPr sz="1050" b="1" dirty="0" err="1">
                          <a:solidFill>
                            <a:srgbClr val="85441C"/>
                          </a:solidFill>
                          <a:latin typeface="Lato"/>
                          <a:ea typeface="Lato"/>
                          <a:cs typeface="Lato"/>
                        </a:rPr>
                        <a:t>Nimic</a:t>
                      </a:r>
                      <a:endParaRPr sz="1050" b="1" dirty="0">
                        <a:solidFill>
                          <a:srgbClr val="85441C"/>
                        </a:solidFill>
                        <a:latin typeface="Lato"/>
                        <a:ea typeface="Lato"/>
                        <a:cs typeface="Lato"/>
                      </a:endParaRPr>
                    </a:p>
                  </a:txBody>
                  <a:tcPr>
                    <a:lnL w="9525">
                      <a:solidFill>
                        <a:srgbClr val="C8BBAA"/>
                      </a:solidFill>
                      <a:prstDash val="solid"/>
                    </a:lnL>
                    <a:lnR w="9525" cap="flat" cmpd="sng" algn="ctr">
                      <a:solidFill>
                        <a:srgbClr val="C8BBAA"/>
                      </a:solidFill>
                      <a:prstDash val="solid"/>
                      <a:round/>
                      <a:headEnd type="none" w="med" len="med"/>
                      <a:tailEnd type="none" w="med" len="med"/>
                    </a:lnR>
                    <a:lnT w="9525" cap="flat" cmpd="sng" algn="ctr">
                      <a:solidFill>
                        <a:srgbClr val="C8BBAA"/>
                      </a:solidFill>
                      <a:prstDash val="solid"/>
                      <a:round/>
                      <a:headEnd type="none" w="med" len="med"/>
                      <a:tailEnd type="none" w="med" len="med"/>
                    </a:lnT>
                    <a:lnB w="9525" cap="flat" cmpd="sng" algn="ctr">
                      <a:solidFill>
                        <a:srgbClr val="C8BBAA"/>
                      </a:solidFill>
                      <a:prstDash val="solid"/>
                      <a:round/>
                      <a:headEnd type="none" w="med" len="med"/>
                      <a:tailEnd type="none" w="med" len="med"/>
                    </a:lnB>
                  </a:tcPr>
                </a:tc>
                <a:tc>
                  <a:txBody>
                    <a:bodyPr/>
                    <a:lstStyle/>
                    <a:p>
                      <a:r>
                        <a:rPr sz="1050" dirty="0" err="1">
                          <a:solidFill>
                            <a:srgbClr val="2C2A29"/>
                          </a:solidFill>
                          <a:latin typeface="Lato"/>
                          <a:ea typeface="Lato"/>
                          <a:cs typeface="Lato"/>
                        </a:rPr>
                        <a:t>Produsele</a:t>
                      </a:r>
                      <a:r>
                        <a:rPr sz="1050" dirty="0">
                          <a:solidFill>
                            <a:srgbClr val="2C2A29"/>
                          </a:solidFill>
                          <a:latin typeface="Lato"/>
                          <a:ea typeface="Lato"/>
                          <a:cs typeface="Lato"/>
                        </a:rPr>
                        <a:t> se </a:t>
                      </a:r>
                      <a:r>
                        <a:rPr sz="1050" dirty="0" err="1">
                          <a:solidFill>
                            <a:srgbClr val="2C2A29"/>
                          </a:solidFill>
                          <a:latin typeface="Lato"/>
                          <a:ea typeface="Lato"/>
                          <a:cs typeface="Lato"/>
                        </a:rPr>
                        <a:t>consumă</a:t>
                      </a:r>
                      <a:r>
                        <a:rPr sz="1050" dirty="0">
                          <a:solidFill>
                            <a:srgbClr val="2C2A29"/>
                          </a:solidFill>
                          <a:latin typeface="Lato"/>
                          <a:ea typeface="Lato"/>
                          <a:cs typeface="Lato"/>
                        </a:rPr>
                        <a:t>, </a:t>
                      </a:r>
                      <a:r>
                        <a:rPr sz="1050" dirty="0" err="1">
                          <a:solidFill>
                            <a:srgbClr val="2C2A29"/>
                          </a:solidFill>
                          <a:latin typeface="Lato"/>
                          <a:ea typeface="Lato"/>
                          <a:cs typeface="Lato"/>
                        </a:rPr>
                        <a:t>expiră</a:t>
                      </a:r>
                      <a:r>
                        <a:rPr sz="1050" dirty="0">
                          <a:solidFill>
                            <a:srgbClr val="2C2A29"/>
                          </a:solidFill>
                          <a:latin typeface="Lato"/>
                          <a:ea typeface="Lato"/>
                          <a:cs typeface="Lato"/>
                        </a:rPr>
                        <a:t> </a:t>
                      </a:r>
                      <a:r>
                        <a:rPr sz="1050" dirty="0" err="1">
                          <a:solidFill>
                            <a:srgbClr val="2C2A29"/>
                          </a:solidFill>
                          <a:latin typeface="Lato"/>
                          <a:ea typeface="Lato"/>
                          <a:cs typeface="Lato"/>
                        </a:rPr>
                        <a:t>sau</a:t>
                      </a:r>
                      <a:r>
                        <a:rPr sz="1050" dirty="0">
                          <a:solidFill>
                            <a:srgbClr val="2C2A29"/>
                          </a:solidFill>
                          <a:latin typeface="Lato"/>
                          <a:ea typeface="Lato"/>
                          <a:cs typeface="Lato"/>
                        </a:rPr>
                        <a:t> se </a:t>
                      </a:r>
                      <a:r>
                        <a:rPr sz="1050" dirty="0" err="1">
                          <a:solidFill>
                            <a:srgbClr val="2C2A29"/>
                          </a:solidFill>
                          <a:latin typeface="Lato"/>
                          <a:ea typeface="Lato"/>
                          <a:cs typeface="Lato"/>
                        </a:rPr>
                        <a:t>aruncă</a:t>
                      </a:r>
                      <a:endParaRPr sz="1050" dirty="0">
                        <a:solidFill>
                          <a:srgbClr val="2C2A29"/>
                        </a:solidFill>
                        <a:latin typeface="Lato"/>
                        <a:ea typeface="Lato"/>
                        <a:cs typeface="Lato"/>
                      </a:endParaRPr>
                    </a:p>
                  </a:txBody>
                  <a:tcPr>
                    <a:lnL w="9525" cap="flat" cmpd="sng" algn="ctr">
                      <a:solidFill>
                        <a:srgbClr val="C8BBAA"/>
                      </a:solidFill>
                      <a:prstDash val="solid"/>
                      <a:round/>
                      <a:headEnd type="none" w="med" len="med"/>
                      <a:tailEnd type="none" w="med" len="med"/>
                    </a:lnL>
                    <a:lnR w="9525" cap="flat" cmpd="sng" algn="ctr">
                      <a:solidFill>
                        <a:srgbClr val="C8BBAA"/>
                      </a:solidFill>
                      <a:prstDash val="solid"/>
                      <a:round/>
                      <a:headEnd type="none" w="med" len="med"/>
                      <a:tailEnd type="none" w="med" len="med"/>
                    </a:lnR>
                    <a:lnT w="9525" cap="flat" cmpd="sng" algn="ctr">
                      <a:solidFill>
                        <a:srgbClr val="C8BBAA"/>
                      </a:solidFill>
                      <a:prstDash val="solid"/>
                      <a:round/>
                      <a:headEnd type="none" w="med" len="med"/>
                      <a:tailEnd type="none" w="med" len="med"/>
                    </a:lnT>
                    <a:lnB w="9525" cap="flat" cmpd="sng" algn="ctr">
                      <a:solidFill>
                        <a:srgbClr val="C8BBAA"/>
                      </a:solidFill>
                      <a:prstDash val="solid"/>
                      <a:round/>
                      <a:headEnd type="none" w="med" len="med"/>
                      <a:tailEnd type="none" w="med" len="med"/>
                    </a:lnB>
                  </a:tcPr>
                </a:tc>
                <a:tc>
                  <a:txBody>
                    <a:bodyPr/>
                    <a:lstStyle/>
                    <a:p>
                      <a:r>
                        <a:rPr sz="1050" dirty="0" err="1">
                          <a:solidFill>
                            <a:srgbClr val="2C2A29"/>
                          </a:solidFill>
                          <a:latin typeface="Lato"/>
                          <a:ea typeface="Lato"/>
                          <a:cs typeface="Lato"/>
                        </a:rPr>
                        <a:t>Costul</a:t>
                      </a:r>
                      <a:r>
                        <a:rPr sz="1050" dirty="0">
                          <a:solidFill>
                            <a:srgbClr val="2C2A29"/>
                          </a:solidFill>
                          <a:latin typeface="Lato"/>
                          <a:ea typeface="Lato"/>
                          <a:cs typeface="Lato"/>
                        </a:rPr>
                        <a:t> </a:t>
                      </a:r>
                      <a:r>
                        <a:rPr sz="1050" dirty="0" err="1">
                          <a:solidFill>
                            <a:srgbClr val="2C2A29"/>
                          </a:solidFill>
                          <a:latin typeface="Lato"/>
                          <a:ea typeface="Lato"/>
                          <a:cs typeface="Lato"/>
                        </a:rPr>
                        <a:t>materiilor</a:t>
                      </a:r>
                      <a:r>
                        <a:rPr sz="1050" dirty="0">
                          <a:solidFill>
                            <a:srgbClr val="2C2A29"/>
                          </a:solidFill>
                          <a:latin typeface="Lato"/>
                          <a:ea typeface="Lato"/>
                          <a:cs typeface="Lato"/>
                        </a:rPr>
                        <a:t> prime </a:t>
                      </a:r>
                      <a:r>
                        <a:rPr sz="1050" dirty="0" err="1">
                          <a:solidFill>
                            <a:srgbClr val="2C2A29"/>
                          </a:solidFill>
                          <a:latin typeface="Lato"/>
                          <a:ea typeface="Lato"/>
                          <a:cs typeface="Lato"/>
                        </a:rPr>
                        <a:t>cumpărate</a:t>
                      </a:r>
                      <a:r>
                        <a:rPr sz="1050" dirty="0">
                          <a:solidFill>
                            <a:srgbClr val="2C2A29"/>
                          </a:solidFill>
                          <a:latin typeface="Lato"/>
                          <a:ea typeface="Lato"/>
                          <a:cs typeface="Lato"/>
                        </a:rPr>
                        <a:t> </a:t>
                      </a:r>
                      <a:r>
                        <a:rPr sz="1050" dirty="0" err="1">
                          <a:solidFill>
                            <a:srgbClr val="2C2A29"/>
                          </a:solidFill>
                          <a:latin typeface="Lato"/>
                          <a:ea typeface="Lato"/>
                          <a:cs typeface="Lato"/>
                        </a:rPr>
                        <a:t>și</a:t>
                      </a:r>
                      <a:r>
                        <a:rPr sz="1050" dirty="0">
                          <a:solidFill>
                            <a:srgbClr val="2C2A29"/>
                          </a:solidFill>
                          <a:latin typeface="Lato"/>
                          <a:ea typeface="Lato"/>
                          <a:cs typeface="Lato"/>
                        </a:rPr>
                        <a:t> </a:t>
                      </a:r>
                      <a:r>
                        <a:rPr sz="1050" dirty="0" err="1">
                          <a:solidFill>
                            <a:srgbClr val="2C2A29"/>
                          </a:solidFill>
                          <a:latin typeface="Lato"/>
                          <a:ea typeface="Lato"/>
                          <a:cs typeface="Lato"/>
                        </a:rPr>
                        <a:t>nevândute</a:t>
                      </a:r>
                      <a:r>
                        <a:rPr sz="1050" dirty="0">
                          <a:solidFill>
                            <a:srgbClr val="2C2A29"/>
                          </a:solidFill>
                          <a:latin typeface="Lato"/>
                          <a:ea typeface="Lato"/>
                          <a:cs typeface="Lato"/>
                        </a:rPr>
                        <a:t> </a:t>
                      </a:r>
                      <a:r>
                        <a:rPr sz="1050" dirty="0" err="1">
                          <a:solidFill>
                            <a:srgbClr val="2C2A29"/>
                          </a:solidFill>
                          <a:latin typeface="Lato"/>
                          <a:ea typeface="Lato"/>
                          <a:cs typeface="Lato"/>
                        </a:rPr>
                        <a:t>rămâne</a:t>
                      </a:r>
                      <a:r>
                        <a:rPr sz="1050" dirty="0">
                          <a:solidFill>
                            <a:srgbClr val="2C2A29"/>
                          </a:solidFill>
                          <a:latin typeface="Lato"/>
                          <a:ea typeface="Lato"/>
                          <a:cs typeface="Lato"/>
                        </a:rPr>
                        <a:t> </a:t>
                      </a:r>
                      <a:r>
                        <a:rPr sz="1050" dirty="0" err="1">
                          <a:solidFill>
                            <a:srgbClr val="2C2A29"/>
                          </a:solidFill>
                          <a:latin typeface="Lato"/>
                          <a:ea typeface="Lato"/>
                          <a:cs typeface="Lato"/>
                        </a:rPr>
                        <a:t>în</a:t>
                      </a:r>
                      <a:r>
                        <a:rPr sz="1050" dirty="0">
                          <a:solidFill>
                            <a:srgbClr val="2C2A29"/>
                          </a:solidFill>
                          <a:latin typeface="Lato"/>
                          <a:ea typeface="Lato"/>
                          <a:cs typeface="Lato"/>
                        </a:rPr>
                        <a:t> restaurant</a:t>
                      </a:r>
                    </a:p>
                  </a:txBody>
                  <a:tcPr>
                    <a:lnL w="9525" cap="flat" cmpd="sng" algn="ctr">
                      <a:solidFill>
                        <a:srgbClr val="C8BBAA"/>
                      </a:solidFill>
                      <a:prstDash val="solid"/>
                      <a:round/>
                      <a:headEnd type="none" w="med" len="med"/>
                      <a:tailEnd type="none" w="med" len="med"/>
                    </a:lnL>
                    <a:lnR w="9525">
                      <a:solidFill>
                        <a:srgbClr val="C8BBAA"/>
                      </a:solidFill>
                      <a:prstDash val="solid"/>
                    </a:lnR>
                    <a:lnT w="9525" cap="flat" cmpd="sng" algn="ctr">
                      <a:solidFill>
                        <a:srgbClr val="C8BBAA"/>
                      </a:solidFill>
                      <a:prstDash val="solid"/>
                      <a:round/>
                      <a:headEnd type="none" w="med" len="med"/>
                      <a:tailEnd type="none" w="med" len="med"/>
                    </a:lnT>
                    <a:lnB w="9525" cap="flat" cmpd="sng" algn="ctr">
                      <a:solidFill>
                        <a:srgbClr val="C8BBAA"/>
                      </a:solidFill>
                      <a:prstDash val="solid"/>
                      <a:round/>
                      <a:headEnd type="none" w="med" len="med"/>
                      <a:tailEnd type="none" w="med" len="med"/>
                    </a:lnB>
                  </a:tcPr>
                </a:tc>
                <a:extLst>
                  <a:ext uri="{0D108BD9-81ED-4DB2-BD59-A6C34878D82A}">
                    <a16:rowId xmlns:a16="http://schemas.microsoft.com/office/drawing/2014/main" val="2495667046"/>
                  </a:ext>
                </a:extLst>
              </a:tr>
              <a:tr h="642938">
                <a:tc>
                  <a:txBody>
                    <a:bodyPr/>
                    <a:lstStyle/>
                    <a:p>
                      <a:r>
                        <a:rPr sz="1050" b="1" dirty="0">
                          <a:solidFill>
                            <a:srgbClr val="85441C"/>
                          </a:solidFill>
                          <a:latin typeface="Lato"/>
                          <a:ea typeface="Lato"/>
                          <a:cs typeface="Lato"/>
                        </a:rPr>
                        <a:t>Excel / </a:t>
                      </a:r>
                      <a:r>
                        <a:rPr sz="1050" b="1" dirty="0" err="1">
                          <a:solidFill>
                            <a:srgbClr val="85441C"/>
                          </a:solidFill>
                          <a:latin typeface="Lato"/>
                          <a:ea typeface="Lato"/>
                          <a:cs typeface="Lato"/>
                        </a:rPr>
                        <a:t>gestiune</a:t>
                      </a:r>
                      <a:r>
                        <a:rPr sz="1050" b="1" dirty="0">
                          <a:solidFill>
                            <a:srgbClr val="85441C"/>
                          </a:solidFill>
                          <a:latin typeface="Lato"/>
                          <a:ea typeface="Lato"/>
                          <a:cs typeface="Lato"/>
                        </a:rPr>
                        <a:t> </a:t>
                      </a:r>
                      <a:r>
                        <a:rPr sz="1050" b="1" dirty="0" err="1">
                          <a:solidFill>
                            <a:srgbClr val="85441C"/>
                          </a:solidFill>
                          <a:latin typeface="Lato"/>
                          <a:ea typeface="Lato"/>
                          <a:cs typeface="Lato"/>
                        </a:rPr>
                        <a:t>manuală</a:t>
                      </a:r>
                      <a:endParaRPr sz="1050" b="1" dirty="0">
                        <a:solidFill>
                          <a:srgbClr val="85441C"/>
                        </a:solidFill>
                        <a:latin typeface="Lato"/>
                        <a:ea typeface="Lato"/>
                        <a:cs typeface="Lato"/>
                      </a:endParaRPr>
                    </a:p>
                  </a:txBody>
                  <a:tcPr>
                    <a:lnL w="9525">
                      <a:solidFill>
                        <a:srgbClr val="C8BBAA"/>
                      </a:solidFill>
                      <a:prstDash val="solid"/>
                    </a:lnL>
                    <a:lnR w="9525" cap="flat" cmpd="sng" algn="ctr">
                      <a:solidFill>
                        <a:srgbClr val="C8BBAA"/>
                      </a:solidFill>
                      <a:prstDash val="solid"/>
                      <a:round/>
                      <a:headEnd type="none" w="med" len="med"/>
                      <a:tailEnd type="none" w="med" len="med"/>
                    </a:lnR>
                    <a:lnT w="9525" cap="flat" cmpd="sng" algn="ctr">
                      <a:solidFill>
                        <a:srgbClr val="C8BBAA"/>
                      </a:solidFill>
                      <a:prstDash val="solid"/>
                      <a:round/>
                      <a:headEnd type="none" w="med" len="med"/>
                      <a:tailEnd type="none" w="med" len="med"/>
                    </a:lnT>
                    <a:lnB w="9525">
                      <a:solidFill>
                        <a:srgbClr val="C8BBAA"/>
                      </a:solidFill>
                      <a:prstDash val="solid"/>
                    </a:lnB>
                  </a:tcPr>
                </a:tc>
                <a:tc>
                  <a:txBody>
                    <a:bodyPr/>
                    <a:lstStyle/>
                    <a:p>
                      <a:r>
                        <a:rPr sz="1050" dirty="0" err="1">
                          <a:solidFill>
                            <a:srgbClr val="2C2A29"/>
                          </a:solidFill>
                          <a:latin typeface="Lato"/>
                          <a:ea typeface="Lato"/>
                          <a:cs typeface="Lato"/>
                        </a:rPr>
                        <a:t>Inventar</a:t>
                      </a:r>
                      <a:r>
                        <a:rPr sz="1050" dirty="0">
                          <a:solidFill>
                            <a:srgbClr val="2C2A29"/>
                          </a:solidFill>
                          <a:latin typeface="Lato"/>
                          <a:ea typeface="Lato"/>
                          <a:cs typeface="Lato"/>
                        </a:rPr>
                        <a:t> </a:t>
                      </a:r>
                      <a:r>
                        <a:rPr sz="1050" dirty="0" err="1">
                          <a:solidFill>
                            <a:srgbClr val="2C2A29"/>
                          </a:solidFill>
                          <a:latin typeface="Lato"/>
                          <a:ea typeface="Lato"/>
                          <a:cs typeface="Lato"/>
                        </a:rPr>
                        <a:t>și</a:t>
                      </a:r>
                      <a:r>
                        <a:rPr sz="1050" dirty="0">
                          <a:solidFill>
                            <a:srgbClr val="2C2A29"/>
                          </a:solidFill>
                          <a:latin typeface="Lato"/>
                          <a:ea typeface="Lato"/>
                          <a:cs typeface="Lato"/>
                        </a:rPr>
                        <a:t> </a:t>
                      </a:r>
                      <a:r>
                        <a:rPr sz="1050" dirty="0" err="1">
                          <a:solidFill>
                            <a:srgbClr val="2C2A29"/>
                          </a:solidFill>
                          <a:latin typeface="Lato"/>
                          <a:ea typeface="Lato"/>
                          <a:cs typeface="Lato"/>
                        </a:rPr>
                        <a:t>estimare</a:t>
                      </a:r>
                      <a:r>
                        <a:rPr sz="1050" dirty="0">
                          <a:solidFill>
                            <a:srgbClr val="2C2A29"/>
                          </a:solidFill>
                          <a:latin typeface="Lato"/>
                          <a:ea typeface="Lato"/>
                          <a:cs typeface="Lato"/>
                        </a:rPr>
                        <a:t> </a:t>
                      </a:r>
                      <a:r>
                        <a:rPr sz="1050" dirty="0" err="1">
                          <a:solidFill>
                            <a:srgbClr val="2C2A29"/>
                          </a:solidFill>
                          <a:latin typeface="Lato"/>
                          <a:ea typeface="Lato"/>
                          <a:cs typeface="Lato"/>
                        </a:rPr>
                        <a:t>făcute</a:t>
                      </a:r>
                      <a:r>
                        <a:rPr sz="1050" dirty="0">
                          <a:solidFill>
                            <a:srgbClr val="2C2A29"/>
                          </a:solidFill>
                          <a:latin typeface="Lato"/>
                          <a:ea typeface="Lato"/>
                          <a:cs typeface="Lato"/>
                        </a:rPr>
                        <a:t> de </a:t>
                      </a:r>
                      <a:r>
                        <a:rPr sz="1050" dirty="0" err="1">
                          <a:solidFill>
                            <a:srgbClr val="2C2A29"/>
                          </a:solidFill>
                          <a:latin typeface="Lato"/>
                          <a:ea typeface="Lato"/>
                          <a:cs typeface="Lato"/>
                        </a:rPr>
                        <a:t>echipă</a:t>
                      </a:r>
                      <a:endParaRPr sz="1050" dirty="0">
                        <a:solidFill>
                          <a:srgbClr val="2C2A29"/>
                        </a:solidFill>
                        <a:latin typeface="Lato"/>
                        <a:ea typeface="Lato"/>
                        <a:cs typeface="Lato"/>
                      </a:endParaRPr>
                    </a:p>
                  </a:txBody>
                  <a:tcPr>
                    <a:lnL w="9525" cap="flat" cmpd="sng" algn="ctr">
                      <a:solidFill>
                        <a:srgbClr val="C8BBAA"/>
                      </a:solidFill>
                      <a:prstDash val="solid"/>
                      <a:round/>
                      <a:headEnd type="none" w="med" len="med"/>
                      <a:tailEnd type="none" w="med" len="med"/>
                    </a:lnL>
                    <a:lnR w="9525" cap="flat" cmpd="sng" algn="ctr">
                      <a:solidFill>
                        <a:srgbClr val="C8BBAA"/>
                      </a:solidFill>
                      <a:prstDash val="solid"/>
                      <a:round/>
                      <a:headEnd type="none" w="med" len="med"/>
                      <a:tailEnd type="none" w="med" len="med"/>
                    </a:lnR>
                    <a:lnT w="9525" cap="flat" cmpd="sng" algn="ctr">
                      <a:solidFill>
                        <a:srgbClr val="C8BBAA"/>
                      </a:solidFill>
                      <a:prstDash val="solid"/>
                      <a:round/>
                      <a:headEnd type="none" w="med" len="med"/>
                      <a:tailEnd type="none" w="med" len="med"/>
                    </a:lnT>
                    <a:lnB w="9525">
                      <a:solidFill>
                        <a:srgbClr val="C8BBAA"/>
                      </a:solidFill>
                      <a:prstDash val="solid"/>
                    </a:lnB>
                  </a:tcPr>
                </a:tc>
                <a:tc>
                  <a:txBody>
                    <a:bodyPr/>
                    <a:lstStyle/>
                    <a:p>
                      <a:r>
                        <a:rPr sz="1050" dirty="0" err="1">
                          <a:solidFill>
                            <a:srgbClr val="2C2A29"/>
                          </a:solidFill>
                          <a:latin typeface="Lato"/>
                          <a:ea typeface="Lato"/>
                          <a:cs typeface="Lato"/>
                        </a:rPr>
                        <a:t>Consumă</a:t>
                      </a:r>
                      <a:r>
                        <a:rPr sz="1050" dirty="0">
                          <a:solidFill>
                            <a:srgbClr val="2C2A29"/>
                          </a:solidFill>
                          <a:latin typeface="Lato"/>
                          <a:ea typeface="Lato"/>
                          <a:cs typeface="Lato"/>
                        </a:rPr>
                        <a:t> ore </a:t>
                      </a:r>
                      <a:r>
                        <a:rPr sz="1050" dirty="0" err="1">
                          <a:solidFill>
                            <a:srgbClr val="2C2A29"/>
                          </a:solidFill>
                          <a:latin typeface="Lato"/>
                          <a:ea typeface="Lato"/>
                          <a:cs typeface="Lato"/>
                        </a:rPr>
                        <a:t>săptămânal</a:t>
                      </a:r>
                      <a:r>
                        <a:rPr sz="1050" dirty="0">
                          <a:solidFill>
                            <a:srgbClr val="2C2A29"/>
                          </a:solidFill>
                          <a:latin typeface="Lato"/>
                          <a:ea typeface="Lato"/>
                          <a:cs typeface="Lato"/>
                        </a:rPr>
                        <a:t> </a:t>
                      </a:r>
                      <a:r>
                        <a:rPr sz="1050" dirty="0" err="1">
                          <a:solidFill>
                            <a:srgbClr val="2C2A29"/>
                          </a:solidFill>
                          <a:latin typeface="Lato"/>
                          <a:ea typeface="Lato"/>
                          <a:cs typeface="Lato"/>
                        </a:rPr>
                        <a:t>și</a:t>
                      </a:r>
                      <a:r>
                        <a:rPr sz="1050" dirty="0">
                          <a:solidFill>
                            <a:srgbClr val="2C2A29"/>
                          </a:solidFill>
                          <a:latin typeface="Lato"/>
                          <a:ea typeface="Lato"/>
                          <a:cs typeface="Lato"/>
                        </a:rPr>
                        <a:t> </a:t>
                      </a:r>
                      <a:r>
                        <a:rPr sz="1050" dirty="0" err="1">
                          <a:solidFill>
                            <a:srgbClr val="2C2A29"/>
                          </a:solidFill>
                          <a:latin typeface="Lato"/>
                          <a:ea typeface="Lato"/>
                          <a:cs typeface="Lato"/>
                        </a:rPr>
                        <a:t>rămâne</a:t>
                      </a:r>
                      <a:r>
                        <a:rPr sz="1050" dirty="0">
                          <a:solidFill>
                            <a:srgbClr val="2C2A29"/>
                          </a:solidFill>
                          <a:latin typeface="Lato"/>
                          <a:ea typeface="Lato"/>
                          <a:cs typeface="Lato"/>
                        </a:rPr>
                        <a:t> </a:t>
                      </a:r>
                      <a:r>
                        <a:rPr sz="1050" dirty="0" err="1">
                          <a:solidFill>
                            <a:srgbClr val="2C2A29"/>
                          </a:solidFill>
                          <a:latin typeface="Lato"/>
                          <a:ea typeface="Lato"/>
                          <a:cs typeface="Lato"/>
                        </a:rPr>
                        <a:t>predispus</a:t>
                      </a:r>
                      <a:r>
                        <a:rPr sz="1050" dirty="0">
                          <a:solidFill>
                            <a:srgbClr val="2C2A29"/>
                          </a:solidFill>
                          <a:latin typeface="Lato"/>
                          <a:ea typeface="Lato"/>
                          <a:cs typeface="Lato"/>
                        </a:rPr>
                        <a:t> la </a:t>
                      </a:r>
                      <a:r>
                        <a:rPr sz="1050" dirty="0" err="1">
                          <a:solidFill>
                            <a:srgbClr val="2C2A29"/>
                          </a:solidFill>
                          <a:latin typeface="Lato"/>
                          <a:ea typeface="Lato"/>
                          <a:cs typeface="Lato"/>
                        </a:rPr>
                        <a:t>erori</a:t>
                      </a:r>
                      <a:endParaRPr sz="1050" dirty="0">
                        <a:solidFill>
                          <a:srgbClr val="2C2A29"/>
                        </a:solidFill>
                        <a:latin typeface="Lato"/>
                        <a:ea typeface="Lato"/>
                        <a:cs typeface="Lato"/>
                      </a:endParaRPr>
                    </a:p>
                  </a:txBody>
                  <a:tcPr>
                    <a:lnL w="9525" cap="flat" cmpd="sng" algn="ctr">
                      <a:solidFill>
                        <a:srgbClr val="C8BBAA"/>
                      </a:solidFill>
                      <a:prstDash val="solid"/>
                      <a:round/>
                      <a:headEnd type="none" w="med" len="med"/>
                      <a:tailEnd type="none" w="med" len="med"/>
                    </a:lnL>
                    <a:lnR w="9525">
                      <a:solidFill>
                        <a:srgbClr val="C8BBAA"/>
                      </a:solidFill>
                      <a:prstDash val="solid"/>
                    </a:lnR>
                    <a:lnT w="9525" cap="flat" cmpd="sng" algn="ctr">
                      <a:solidFill>
                        <a:srgbClr val="C8BBAA"/>
                      </a:solidFill>
                      <a:prstDash val="solid"/>
                      <a:round/>
                      <a:headEnd type="none" w="med" len="med"/>
                      <a:tailEnd type="none" w="med" len="med"/>
                    </a:lnT>
                    <a:lnB w="9525">
                      <a:solidFill>
                        <a:srgbClr val="C8BBAA"/>
                      </a:solidFill>
                      <a:prstDash val="solid"/>
                    </a:lnB>
                  </a:tcPr>
                </a:tc>
                <a:extLst>
                  <a:ext uri="{0D108BD9-81ED-4DB2-BD59-A6C34878D82A}">
                    <a16:rowId xmlns:a16="http://schemas.microsoft.com/office/drawing/2014/main" val="10001"/>
                  </a:ext>
                </a:extLst>
              </a:tr>
              <a:tr h="642938">
                <a:tc>
                  <a:txBody>
                    <a:bodyPr/>
                    <a:lstStyle/>
                    <a:p>
                      <a:r>
                        <a:rPr sz="1050" b="1" dirty="0" err="1">
                          <a:solidFill>
                            <a:srgbClr val="85441C"/>
                          </a:solidFill>
                          <a:latin typeface="Lato"/>
                          <a:ea typeface="Lato"/>
                          <a:cs typeface="Lato"/>
                        </a:rPr>
                        <a:t>MarketMan</a:t>
                      </a:r>
                      <a:r>
                        <a:rPr sz="1050" b="1" dirty="0">
                          <a:solidFill>
                            <a:srgbClr val="85441C"/>
                          </a:solidFill>
                          <a:latin typeface="Lato"/>
                          <a:ea typeface="Lato"/>
                          <a:cs typeface="Lato"/>
                        </a:rPr>
                        <a:t> / </a:t>
                      </a:r>
                      <a:r>
                        <a:rPr sz="1050" b="1" dirty="0" err="1">
                          <a:solidFill>
                            <a:srgbClr val="85441C"/>
                          </a:solidFill>
                          <a:latin typeface="Lato"/>
                          <a:ea typeface="Lato"/>
                          <a:cs typeface="Lato"/>
                        </a:rPr>
                        <a:t>Tenzo</a:t>
                      </a:r>
                      <a:endParaRPr sz="1050" b="1" dirty="0">
                        <a:solidFill>
                          <a:srgbClr val="85441C"/>
                        </a:solidFill>
                        <a:latin typeface="Lato"/>
                        <a:ea typeface="Lato"/>
                        <a:cs typeface="Lato"/>
                      </a:endParaRPr>
                    </a:p>
                  </a:txBody>
                  <a:tcPr>
                    <a:lnL w="9525">
                      <a:solidFill>
                        <a:srgbClr val="C8BBAA"/>
                      </a:solidFill>
                      <a:prstDash val="solid"/>
                    </a:lnL>
                    <a:lnR w="9525" cap="flat" cmpd="sng" algn="ctr">
                      <a:solidFill>
                        <a:srgbClr val="C8BBAA"/>
                      </a:solidFill>
                      <a:prstDash val="solid"/>
                      <a:round/>
                      <a:headEnd type="none" w="med" len="med"/>
                      <a:tailEnd type="none" w="med" len="med"/>
                    </a:lnR>
                    <a:lnT w="9525" cap="flat" cmpd="sng" algn="ctr">
                      <a:solidFill>
                        <a:srgbClr val="C8BBAA"/>
                      </a:solidFill>
                      <a:prstDash val="solid"/>
                      <a:round/>
                      <a:headEnd type="none" w="med" len="med"/>
                      <a:tailEnd type="none" w="med" len="med"/>
                    </a:lnT>
                    <a:lnB w="9525">
                      <a:solidFill>
                        <a:srgbClr val="C8BBAA"/>
                      </a:solidFill>
                      <a:prstDash val="solid"/>
                    </a:lnB>
                  </a:tcPr>
                </a:tc>
                <a:tc>
                  <a:txBody>
                    <a:bodyPr/>
                    <a:lstStyle/>
                    <a:p>
                      <a:r>
                        <a:rPr sz="1050" dirty="0" err="1">
                          <a:solidFill>
                            <a:srgbClr val="2C2A29"/>
                          </a:solidFill>
                          <a:latin typeface="Lato"/>
                          <a:ea typeface="Lato"/>
                          <a:cs typeface="Lato"/>
                        </a:rPr>
                        <a:t>Automatizează</a:t>
                      </a:r>
                      <a:r>
                        <a:rPr sz="1050" dirty="0">
                          <a:solidFill>
                            <a:srgbClr val="2C2A29"/>
                          </a:solidFill>
                          <a:latin typeface="Lato"/>
                          <a:ea typeface="Lato"/>
                          <a:cs typeface="Lato"/>
                        </a:rPr>
                        <a:t> </a:t>
                      </a:r>
                      <a:r>
                        <a:rPr sz="1050" dirty="0" err="1">
                          <a:solidFill>
                            <a:srgbClr val="2C2A29"/>
                          </a:solidFill>
                          <a:latin typeface="Lato"/>
                          <a:ea typeface="Lato"/>
                          <a:cs typeface="Lato"/>
                        </a:rPr>
                        <a:t>gestiunea</a:t>
                      </a:r>
                      <a:r>
                        <a:rPr sz="1050" dirty="0">
                          <a:solidFill>
                            <a:srgbClr val="2C2A29"/>
                          </a:solidFill>
                          <a:latin typeface="Lato"/>
                          <a:ea typeface="Lato"/>
                          <a:cs typeface="Lato"/>
                        </a:rPr>
                        <a:t> </a:t>
                      </a:r>
                      <a:r>
                        <a:rPr sz="1050" dirty="0" err="1">
                          <a:solidFill>
                            <a:srgbClr val="2C2A29"/>
                          </a:solidFill>
                          <a:latin typeface="Lato"/>
                          <a:ea typeface="Lato"/>
                          <a:cs typeface="Lato"/>
                        </a:rPr>
                        <a:t>și</a:t>
                      </a:r>
                      <a:r>
                        <a:rPr sz="1050" dirty="0">
                          <a:solidFill>
                            <a:srgbClr val="2C2A29"/>
                          </a:solidFill>
                          <a:latin typeface="Lato"/>
                          <a:ea typeface="Lato"/>
                          <a:cs typeface="Lato"/>
                        </a:rPr>
                        <a:t> </a:t>
                      </a:r>
                      <a:r>
                        <a:rPr sz="1050" dirty="0" err="1">
                          <a:solidFill>
                            <a:srgbClr val="2C2A29"/>
                          </a:solidFill>
                          <a:latin typeface="Lato"/>
                          <a:ea typeface="Lato"/>
                          <a:cs typeface="Lato"/>
                        </a:rPr>
                        <a:t>estimează</a:t>
                      </a:r>
                      <a:r>
                        <a:rPr sz="1050" dirty="0">
                          <a:solidFill>
                            <a:srgbClr val="2C2A29"/>
                          </a:solidFill>
                          <a:latin typeface="Lato"/>
                          <a:ea typeface="Lato"/>
                          <a:cs typeface="Lato"/>
                        </a:rPr>
                        <a:t> </a:t>
                      </a:r>
                      <a:r>
                        <a:rPr sz="1050" dirty="0" err="1">
                          <a:solidFill>
                            <a:srgbClr val="2C2A29"/>
                          </a:solidFill>
                          <a:latin typeface="Lato"/>
                          <a:ea typeface="Lato"/>
                          <a:cs typeface="Lato"/>
                        </a:rPr>
                        <a:t>cererea</a:t>
                      </a:r>
                      <a:endParaRPr sz="1050" dirty="0">
                        <a:solidFill>
                          <a:srgbClr val="2C2A29"/>
                        </a:solidFill>
                        <a:latin typeface="Lato"/>
                        <a:ea typeface="Lato"/>
                        <a:cs typeface="Lato"/>
                      </a:endParaRPr>
                    </a:p>
                  </a:txBody>
                  <a:tcPr>
                    <a:lnL w="9525" cap="flat" cmpd="sng" algn="ctr">
                      <a:solidFill>
                        <a:srgbClr val="C8BBAA"/>
                      </a:solidFill>
                      <a:prstDash val="solid"/>
                      <a:round/>
                      <a:headEnd type="none" w="med" len="med"/>
                      <a:tailEnd type="none" w="med" len="med"/>
                    </a:lnL>
                    <a:lnR w="9525" cap="flat" cmpd="sng" algn="ctr">
                      <a:solidFill>
                        <a:srgbClr val="C8BBAA"/>
                      </a:solidFill>
                      <a:prstDash val="solid"/>
                      <a:round/>
                      <a:headEnd type="none" w="med" len="med"/>
                      <a:tailEnd type="none" w="med" len="med"/>
                    </a:lnR>
                    <a:lnT w="9525" cap="flat" cmpd="sng" algn="ctr">
                      <a:solidFill>
                        <a:srgbClr val="C8BBAA"/>
                      </a:solidFill>
                      <a:prstDash val="solid"/>
                      <a:round/>
                      <a:headEnd type="none" w="med" len="med"/>
                      <a:tailEnd type="none" w="med" len="med"/>
                    </a:lnT>
                    <a:lnB w="9525">
                      <a:solidFill>
                        <a:srgbClr val="C8BBAA"/>
                      </a:solidFill>
                      <a:prstDash val="solid"/>
                    </a:lnB>
                  </a:tcPr>
                </a:tc>
                <a:tc>
                  <a:txBody>
                    <a:bodyPr/>
                    <a:lstStyle/>
                    <a:p>
                      <a:r>
                        <a:rPr sz="1050" dirty="0" err="1">
                          <a:solidFill>
                            <a:srgbClr val="2C2A29"/>
                          </a:solidFill>
                          <a:latin typeface="Lato"/>
                          <a:ea typeface="Lato"/>
                          <a:cs typeface="Lato"/>
                        </a:rPr>
                        <a:t>Prognoza</a:t>
                      </a:r>
                      <a:r>
                        <a:rPr sz="1050" dirty="0">
                          <a:solidFill>
                            <a:srgbClr val="2C2A29"/>
                          </a:solidFill>
                          <a:latin typeface="Lato"/>
                          <a:ea typeface="Lato"/>
                          <a:cs typeface="Lato"/>
                        </a:rPr>
                        <a:t> nu </a:t>
                      </a:r>
                      <a:r>
                        <a:rPr sz="1050" dirty="0" err="1">
                          <a:solidFill>
                            <a:srgbClr val="2C2A29"/>
                          </a:solidFill>
                          <a:latin typeface="Lato"/>
                          <a:ea typeface="Lato"/>
                          <a:cs typeface="Lato"/>
                        </a:rPr>
                        <a:t>elimină</a:t>
                      </a:r>
                      <a:r>
                        <a:rPr sz="1050" dirty="0">
                          <a:solidFill>
                            <a:srgbClr val="2C2A29"/>
                          </a:solidFill>
                          <a:latin typeface="Lato"/>
                          <a:ea typeface="Lato"/>
                          <a:cs typeface="Lato"/>
                        </a:rPr>
                        <a:t> </a:t>
                      </a:r>
                      <a:r>
                        <a:rPr sz="1050" dirty="0" err="1">
                          <a:solidFill>
                            <a:srgbClr val="2C2A29"/>
                          </a:solidFill>
                          <a:latin typeface="Lato"/>
                          <a:ea typeface="Lato"/>
                          <a:cs typeface="Lato"/>
                        </a:rPr>
                        <a:t>surplusul</a:t>
                      </a:r>
                      <a:r>
                        <a:rPr sz="1050" dirty="0">
                          <a:solidFill>
                            <a:srgbClr val="2C2A29"/>
                          </a:solidFill>
                          <a:latin typeface="Lato"/>
                          <a:ea typeface="Lato"/>
                          <a:cs typeface="Lato"/>
                        </a:rPr>
                        <a:t> </a:t>
                      </a:r>
                      <a:r>
                        <a:rPr sz="1050" dirty="0" err="1">
                          <a:solidFill>
                            <a:srgbClr val="2C2A29"/>
                          </a:solidFill>
                          <a:latin typeface="Lato"/>
                          <a:ea typeface="Lato"/>
                          <a:cs typeface="Lato"/>
                        </a:rPr>
                        <a:t>neprevăzut</a:t>
                      </a:r>
                      <a:r>
                        <a:rPr sz="1050" dirty="0">
                          <a:solidFill>
                            <a:srgbClr val="2C2A29"/>
                          </a:solidFill>
                          <a:latin typeface="Lato"/>
                          <a:ea typeface="Lato"/>
                          <a:cs typeface="Lato"/>
                        </a:rPr>
                        <a:t> </a:t>
                      </a:r>
                      <a:r>
                        <a:rPr sz="1050" dirty="0" err="1">
                          <a:solidFill>
                            <a:srgbClr val="2C2A29"/>
                          </a:solidFill>
                          <a:latin typeface="Lato"/>
                          <a:ea typeface="Lato"/>
                          <a:cs typeface="Lato"/>
                        </a:rPr>
                        <a:t>și</a:t>
                      </a:r>
                      <a:r>
                        <a:rPr sz="1050" dirty="0">
                          <a:solidFill>
                            <a:srgbClr val="2C2A29"/>
                          </a:solidFill>
                          <a:latin typeface="Lato"/>
                          <a:ea typeface="Lato"/>
                          <a:cs typeface="Lato"/>
                        </a:rPr>
                        <a:t> nu </a:t>
                      </a:r>
                      <a:r>
                        <a:rPr sz="1050" dirty="0" err="1">
                          <a:solidFill>
                            <a:srgbClr val="2C2A29"/>
                          </a:solidFill>
                          <a:latin typeface="Lato"/>
                          <a:ea typeface="Lato"/>
                          <a:cs typeface="Lato"/>
                        </a:rPr>
                        <a:t>gestionează</a:t>
                      </a:r>
                      <a:r>
                        <a:rPr sz="1050" dirty="0">
                          <a:solidFill>
                            <a:srgbClr val="2C2A29"/>
                          </a:solidFill>
                          <a:latin typeface="Lato"/>
                          <a:ea typeface="Lato"/>
                          <a:cs typeface="Lato"/>
                        </a:rPr>
                        <a:t> </a:t>
                      </a:r>
                      <a:r>
                        <a:rPr sz="1050" dirty="0" err="1">
                          <a:solidFill>
                            <a:srgbClr val="2C2A29"/>
                          </a:solidFill>
                          <a:latin typeface="Lato"/>
                          <a:ea typeface="Lato"/>
                          <a:cs typeface="Lato"/>
                        </a:rPr>
                        <a:t>ce</a:t>
                      </a:r>
                      <a:r>
                        <a:rPr sz="1050" dirty="0">
                          <a:solidFill>
                            <a:srgbClr val="2C2A29"/>
                          </a:solidFill>
                          <a:latin typeface="Lato"/>
                          <a:ea typeface="Lato"/>
                          <a:cs typeface="Lato"/>
                        </a:rPr>
                        <a:t> </a:t>
                      </a:r>
                      <a:r>
                        <a:rPr sz="1050" dirty="0" err="1">
                          <a:solidFill>
                            <a:srgbClr val="2C2A29"/>
                          </a:solidFill>
                          <a:latin typeface="Lato"/>
                          <a:ea typeface="Lato"/>
                          <a:cs typeface="Lato"/>
                        </a:rPr>
                        <a:t>rămâne</a:t>
                      </a:r>
                      <a:endParaRPr sz="1050" dirty="0">
                        <a:solidFill>
                          <a:srgbClr val="2C2A29"/>
                        </a:solidFill>
                        <a:latin typeface="Lato"/>
                        <a:ea typeface="Lato"/>
                        <a:cs typeface="Lato"/>
                      </a:endParaRPr>
                    </a:p>
                  </a:txBody>
                  <a:tcPr>
                    <a:lnL w="9525" cap="flat" cmpd="sng" algn="ctr">
                      <a:solidFill>
                        <a:srgbClr val="C8BBAA"/>
                      </a:solidFill>
                      <a:prstDash val="solid"/>
                      <a:round/>
                      <a:headEnd type="none" w="med" len="med"/>
                      <a:tailEnd type="none" w="med" len="med"/>
                    </a:lnL>
                    <a:lnR w="9525">
                      <a:solidFill>
                        <a:srgbClr val="C8BBAA"/>
                      </a:solidFill>
                      <a:prstDash val="solid"/>
                    </a:lnR>
                    <a:lnT w="9525" cap="flat" cmpd="sng" algn="ctr">
                      <a:solidFill>
                        <a:srgbClr val="C8BBAA"/>
                      </a:solidFill>
                      <a:prstDash val="solid"/>
                      <a:round/>
                      <a:headEnd type="none" w="med" len="med"/>
                      <a:tailEnd type="none" w="med" len="med"/>
                    </a:lnT>
                    <a:lnB w="9525">
                      <a:solidFill>
                        <a:srgbClr val="C8BBAA"/>
                      </a:solidFill>
                      <a:prstDash val="solid"/>
                    </a:lnB>
                  </a:tcPr>
                </a:tc>
                <a:extLst>
                  <a:ext uri="{0D108BD9-81ED-4DB2-BD59-A6C34878D82A}">
                    <a16:rowId xmlns:a16="http://schemas.microsoft.com/office/drawing/2014/main" val="10002"/>
                  </a:ext>
                </a:extLst>
              </a:tr>
            </a:tbl>
          </a:graphicData>
        </a:graphic>
      </p:graphicFrame>
      <p:sp>
        <p:nvSpPr>
          <p:cNvPr id="5" name="evidence-73">
            <a:extLst>
              <a:ext uri="{FF2B5EF4-FFF2-40B4-BE49-F238E27FC236}">
                <a16:creationId xmlns:a16="http://schemas.microsoft.com/office/drawing/2014/main" id="{21130FE0-2EC3-4D3F-976B-3FD6A89761E5}"/>
              </a:ext>
            </a:extLst>
          </p:cNvPr>
          <p:cNvSpPr>
            <a:spLocks noGrp="1"/>
          </p:cNvSpPr>
          <p:nvPr/>
        </p:nvSpPr>
        <p:spPr>
          <a:xfrm>
            <a:off x="685800" y="3943350"/>
            <a:ext cx="1104900" cy="523875"/>
          </a:xfrm>
          <a:prstGeom prst="rect">
            <a:avLst/>
          </a:prstGeom>
          <a:noFill/>
          <a:ln w="0">
            <a:noFill/>
            <a:prstDash val="solid"/>
          </a:ln>
        </p:spPr>
        <p:txBody>
          <a:bodyPr wrap="square" lIns="0" tIns="0" rIns="0" bIns="0" anchor="t">
            <a:normAutofit/>
          </a:bodyPr>
          <a:lstStyle>
            <a:defPPr algn="l">
              <a:defRPr sz="2850" b="0" i="0">
                <a:solidFill>
                  <a:srgbClr val="85441C"/>
                </a:solidFill>
                <a:latin typeface="Prata"/>
                <a:ea typeface="Prata"/>
                <a:cs typeface="Prata"/>
              </a:defRPr>
            </a:defPPr>
            <a:lvl1pPr algn="l">
              <a:defRPr sz="2850" b="0" i="0">
                <a:solidFill>
                  <a:srgbClr val="85441C"/>
                </a:solidFill>
                <a:latin typeface="Prata"/>
                <a:ea typeface="Prata"/>
                <a:cs typeface="Prata"/>
              </a:defRPr>
            </a:lvl1pPr>
            <a:lvl2pPr algn="l">
              <a:defRPr sz="2850" b="0" i="0">
                <a:solidFill>
                  <a:srgbClr val="85441C"/>
                </a:solidFill>
                <a:latin typeface="Prata"/>
                <a:ea typeface="Prata"/>
                <a:cs typeface="Prata"/>
              </a:defRPr>
            </a:lvl2pPr>
            <a:lvl3pPr algn="l">
              <a:defRPr sz="2850" b="0" i="0">
                <a:solidFill>
                  <a:srgbClr val="85441C"/>
                </a:solidFill>
                <a:latin typeface="Prata"/>
                <a:ea typeface="Prata"/>
                <a:cs typeface="Prata"/>
              </a:defRPr>
            </a:lvl3pPr>
            <a:lvl4pPr algn="l">
              <a:defRPr sz="2850" b="0" i="0">
                <a:solidFill>
                  <a:srgbClr val="85441C"/>
                </a:solidFill>
                <a:latin typeface="Prata"/>
                <a:ea typeface="Prata"/>
                <a:cs typeface="Prata"/>
              </a:defRPr>
            </a:lvl4pPr>
            <a:lvl5pPr algn="l">
              <a:defRPr sz="2850" b="0" i="0">
                <a:solidFill>
                  <a:srgbClr val="85441C"/>
                </a:solidFill>
                <a:latin typeface="Prata"/>
                <a:ea typeface="Prata"/>
                <a:cs typeface="Prata"/>
              </a:defRPr>
            </a:lvl5pPr>
            <a:lvl6pPr algn="l">
              <a:defRPr sz="2850" b="0" i="0">
                <a:solidFill>
                  <a:srgbClr val="85441C"/>
                </a:solidFill>
                <a:latin typeface="Prata"/>
                <a:ea typeface="Prata"/>
                <a:cs typeface="Prata"/>
              </a:defRPr>
            </a:lvl6pPr>
            <a:lvl7pPr algn="l">
              <a:defRPr sz="2850" b="0" i="0">
                <a:solidFill>
                  <a:srgbClr val="85441C"/>
                </a:solidFill>
                <a:latin typeface="Prata"/>
                <a:ea typeface="Prata"/>
                <a:cs typeface="Prata"/>
              </a:defRPr>
            </a:lvl7pPr>
            <a:lvl8pPr algn="l">
              <a:defRPr sz="2850" b="0" i="0">
                <a:solidFill>
                  <a:srgbClr val="85441C"/>
                </a:solidFill>
                <a:latin typeface="Prata"/>
                <a:ea typeface="Prata"/>
                <a:cs typeface="Prata"/>
              </a:defRPr>
            </a:lvl8pPr>
            <a:lvl9pPr algn="l">
              <a:defRPr sz="2850" b="0" i="0">
                <a:solidFill>
                  <a:srgbClr val="85441C"/>
                </a:solidFill>
                <a:latin typeface="Prata"/>
                <a:ea typeface="Prata"/>
                <a:cs typeface="Prata"/>
              </a:defRPr>
            </a:lvl9pPr>
          </a:lstStyle>
          <a:p>
            <a:pPr algn="l">
              <a:defRPr sz="2850" b="0" i="0">
                <a:solidFill>
                  <a:srgbClr val="85441C"/>
                </a:solidFill>
                <a:latin typeface="Prata"/>
                <a:ea typeface="Prata"/>
                <a:cs typeface="Prata"/>
              </a:defRPr>
            </a:pPr>
            <a:r>
              <a:rPr sz="2850" b="0" i="0">
                <a:solidFill>
                  <a:srgbClr val="85441C"/>
                </a:solidFill>
                <a:latin typeface="Prata"/>
                <a:ea typeface="Prata"/>
                <a:cs typeface="Prata"/>
              </a:rPr>
              <a:t>73%</a:t>
            </a:r>
          </a:p>
        </p:txBody>
      </p:sp>
      <p:sp>
        <p:nvSpPr>
          <p:cNvPr id="6" name="evidence-copy-1">
            <a:extLst>
              <a:ext uri="{FF2B5EF4-FFF2-40B4-BE49-F238E27FC236}">
                <a16:creationId xmlns:a16="http://schemas.microsoft.com/office/drawing/2014/main" id="{CD7707CA-8692-47FE-BBE9-8B67EC3BDFD4}"/>
              </a:ext>
            </a:extLst>
          </p:cNvPr>
          <p:cNvSpPr>
            <a:spLocks noGrp="1"/>
          </p:cNvSpPr>
          <p:nvPr/>
        </p:nvSpPr>
        <p:spPr>
          <a:xfrm>
            <a:off x="1828800" y="3981450"/>
            <a:ext cx="3067050" cy="457200"/>
          </a:xfrm>
          <a:prstGeom prst="rect">
            <a:avLst/>
          </a:prstGeom>
          <a:noFill/>
          <a:ln w="0">
            <a:noFill/>
            <a:prstDash val="solid"/>
          </a:ln>
        </p:spPr>
        <p:txBody>
          <a:bodyPr wrap="square" lIns="0" tIns="0" rIns="0" bIns="0" anchor="t">
            <a:normAutofit/>
          </a:bodyPr>
          <a:lstStyle>
            <a:defPPr algn="l">
              <a:defRPr sz="1200" b="0" i="0">
                <a:solidFill>
                  <a:srgbClr val="2C2A29"/>
                </a:solidFill>
                <a:latin typeface="Lato"/>
                <a:ea typeface="Lato"/>
                <a:cs typeface="Lato"/>
              </a:defRPr>
            </a:defPPr>
            <a:lvl1pPr algn="l">
              <a:defRPr sz="1200" b="0" i="0">
                <a:solidFill>
                  <a:srgbClr val="2C2A29"/>
                </a:solidFill>
                <a:latin typeface="Lato"/>
                <a:ea typeface="Lato"/>
                <a:cs typeface="Lato"/>
              </a:defRPr>
            </a:lvl1pPr>
            <a:lvl2pPr algn="l">
              <a:defRPr sz="1200" b="0" i="0">
                <a:solidFill>
                  <a:srgbClr val="2C2A29"/>
                </a:solidFill>
                <a:latin typeface="Lato"/>
                <a:ea typeface="Lato"/>
                <a:cs typeface="Lato"/>
              </a:defRPr>
            </a:lvl2pPr>
            <a:lvl3pPr algn="l">
              <a:defRPr sz="1200" b="0" i="0">
                <a:solidFill>
                  <a:srgbClr val="2C2A29"/>
                </a:solidFill>
                <a:latin typeface="Lato"/>
                <a:ea typeface="Lato"/>
                <a:cs typeface="Lato"/>
              </a:defRPr>
            </a:lvl3pPr>
            <a:lvl4pPr algn="l">
              <a:defRPr sz="1200" b="0" i="0">
                <a:solidFill>
                  <a:srgbClr val="2C2A29"/>
                </a:solidFill>
                <a:latin typeface="Lato"/>
                <a:ea typeface="Lato"/>
                <a:cs typeface="Lato"/>
              </a:defRPr>
            </a:lvl4pPr>
            <a:lvl5pPr algn="l">
              <a:defRPr sz="1200" b="0" i="0">
                <a:solidFill>
                  <a:srgbClr val="2C2A29"/>
                </a:solidFill>
                <a:latin typeface="Lato"/>
                <a:ea typeface="Lato"/>
                <a:cs typeface="Lato"/>
              </a:defRPr>
            </a:lvl5pPr>
            <a:lvl6pPr algn="l">
              <a:defRPr sz="1200" b="0" i="0">
                <a:solidFill>
                  <a:srgbClr val="2C2A29"/>
                </a:solidFill>
                <a:latin typeface="Lato"/>
                <a:ea typeface="Lato"/>
                <a:cs typeface="Lato"/>
              </a:defRPr>
            </a:lvl6pPr>
            <a:lvl7pPr algn="l">
              <a:defRPr sz="1200" b="0" i="0">
                <a:solidFill>
                  <a:srgbClr val="2C2A29"/>
                </a:solidFill>
                <a:latin typeface="Lato"/>
                <a:ea typeface="Lato"/>
                <a:cs typeface="Lato"/>
              </a:defRPr>
            </a:lvl7pPr>
            <a:lvl8pPr algn="l">
              <a:defRPr sz="1200" b="0" i="0">
                <a:solidFill>
                  <a:srgbClr val="2C2A29"/>
                </a:solidFill>
                <a:latin typeface="Lato"/>
                <a:ea typeface="Lato"/>
                <a:cs typeface="Lato"/>
              </a:defRPr>
            </a:lvl8pPr>
            <a:lvl9pPr algn="l">
              <a:defRPr sz="1200" b="0" i="0">
                <a:solidFill>
                  <a:srgbClr val="2C2A29"/>
                </a:solidFill>
                <a:latin typeface="Lato"/>
                <a:ea typeface="Lato"/>
                <a:cs typeface="Lato"/>
              </a:defRPr>
            </a:lvl9pPr>
          </a:lstStyle>
          <a:p>
            <a:pPr algn="l">
              <a:defRPr sz="1200" b="0" i="0">
                <a:solidFill>
                  <a:srgbClr val="2C2A29"/>
                </a:solidFill>
                <a:latin typeface="Lato"/>
                <a:ea typeface="Lato"/>
                <a:cs typeface="Lato"/>
              </a:defRPr>
            </a:pPr>
            <a:r>
              <a:rPr sz="1200" b="0" i="0">
                <a:solidFill>
                  <a:srgbClr val="2C2A29"/>
                </a:solidFill>
                <a:latin typeface="Lato"/>
                <a:ea typeface="Lato"/>
                <a:cs typeface="Lato"/>
              </a:rPr>
              <a:t>dintre operatorii HoReCa chestionați au declarat că se confruntă cu risipa alimentară</a:t>
            </a:r>
          </a:p>
        </p:txBody>
      </p:sp>
      <p:sp>
        <p:nvSpPr>
          <p:cNvPr id="7" name="evidence-50">
            <a:extLst>
              <a:ext uri="{FF2B5EF4-FFF2-40B4-BE49-F238E27FC236}">
                <a16:creationId xmlns:a16="http://schemas.microsoft.com/office/drawing/2014/main" id="{B2833503-AEA8-4D75-8101-E0D38BED0DCE}"/>
              </a:ext>
            </a:extLst>
          </p:cNvPr>
          <p:cNvSpPr>
            <a:spLocks noGrp="1"/>
          </p:cNvSpPr>
          <p:nvPr/>
        </p:nvSpPr>
        <p:spPr>
          <a:xfrm>
            <a:off x="5257800" y="3943350"/>
            <a:ext cx="1028700" cy="523875"/>
          </a:xfrm>
          <a:prstGeom prst="rect">
            <a:avLst/>
          </a:prstGeom>
          <a:noFill/>
          <a:ln w="0">
            <a:noFill/>
            <a:prstDash val="solid"/>
          </a:ln>
        </p:spPr>
        <p:txBody>
          <a:bodyPr wrap="square" lIns="0" tIns="0" rIns="0" bIns="0" anchor="t">
            <a:normAutofit/>
          </a:bodyPr>
          <a:lstStyle>
            <a:defPPr algn="l">
              <a:defRPr sz="2850" b="0" i="0">
                <a:solidFill>
                  <a:srgbClr val="627356"/>
                </a:solidFill>
                <a:latin typeface="Prata"/>
                <a:ea typeface="Prata"/>
                <a:cs typeface="Prata"/>
              </a:defRPr>
            </a:defPPr>
            <a:lvl1pPr algn="l">
              <a:defRPr sz="2850" b="0" i="0">
                <a:solidFill>
                  <a:srgbClr val="627356"/>
                </a:solidFill>
                <a:latin typeface="Prata"/>
                <a:ea typeface="Prata"/>
                <a:cs typeface="Prata"/>
              </a:defRPr>
            </a:lvl1pPr>
            <a:lvl2pPr algn="l">
              <a:defRPr sz="2850" b="0" i="0">
                <a:solidFill>
                  <a:srgbClr val="627356"/>
                </a:solidFill>
                <a:latin typeface="Prata"/>
                <a:ea typeface="Prata"/>
                <a:cs typeface="Prata"/>
              </a:defRPr>
            </a:lvl2pPr>
            <a:lvl3pPr algn="l">
              <a:defRPr sz="2850" b="0" i="0">
                <a:solidFill>
                  <a:srgbClr val="627356"/>
                </a:solidFill>
                <a:latin typeface="Prata"/>
                <a:ea typeface="Prata"/>
                <a:cs typeface="Prata"/>
              </a:defRPr>
            </a:lvl3pPr>
            <a:lvl4pPr algn="l">
              <a:defRPr sz="2850" b="0" i="0">
                <a:solidFill>
                  <a:srgbClr val="627356"/>
                </a:solidFill>
                <a:latin typeface="Prata"/>
                <a:ea typeface="Prata"/>
                <a:cs typeface="Prata"/>
              </a:defRPr>
            </a:lvl4pPr>
            <a:lvl5pPr algn="l">
              <a:defRPr sz="2850" b="0" i="0">
                <a:solidFill>
                  <a:srgbClr val="627356"/>
                </a:solidFill>
                <a:latin typeface="Prata"/>
                <a:ea typeface="Prata"/>
                <a:cs typeface="Prata"/>
              </a:defRPr>
            </a:lvl5pPr>
            <a:lvl6pPr algn="l">
              <a:defRPr sz="2850" b="0" i="0">
                <a:solidFill>
                  <a:srgbClr val="627356"/>
                </a:solidFill>
                <a:latin typeface="Prata"/>
                <a:ea typeface="Prata"/>
                <a:cs typeface="Prata"/>
              </a:defRPr>
            </a:lvl6pPr>
            <a:lvl7pPr algn="l">
              <a:defRPr sz="2850" b="0" i="0">
                <a:solidFill>
                  <a:srgbClr val="627356"/>
                </a:solidFill>
                <a:latin typeface="Prata"/>
                <a:ea typeface="Prata"/>
                <a:cs typeface="Prata"/>
              </a:defRPr>
            </a:lvl7pPr>
            <a:lvl8pPr algn="l">
              <a:defRPr sz="2850" b="0" i="0">
                <a:solidFill>
                  <a:srgbClr val="627356"/>
                </a:solidFill>
                <a:latin typeface="Prata"/>
                <a:ea typeface="Prata"/>
                <a:cs typeface="Prata"/>
              </a:defRPr>
            </a:lvl8pPr>
            <a:lvl9pPr algn="l">
              <a:defRPr sz="2850" b="0" i="0">
                <a:solidFill>
                  <a:srgbClr val="627356"/>
                </a:solidFill>
                <a:latin typeface="Prata"/>
                <a:ea typeface="Prata"/>
                <a:cs typeface="Prata"/>
              </a:defRPr>
            </a:lvl9pPr>
          </a:lstStyle>
          <a:p>
            <a:pPr algn="l">
              <a:defRPr sz="2850" b="0" i="0">
                <a:solidFill>
                  <a:srgbClr val="627356"/>
                </a:solidFill>
                <a:latin typeface="Prata"/>
                <a:ea typeface="Prata"/>
                <a:cs typeface="Prata"/>
              </a:defRPr>
            </a:pPr>
            <a:r>
              <a:rPr sz="2850" b="0" i="0">
                <a:solidFill>
                  <a:srgbClr val="627356"/>
                </a:solidFill>
                <a:latin typeface="Prata"/>
                <a:ea typeface="Prata"/>
                <a:cs typeface="Prata"/>
              </a:rPr>
              <a:t>50%</a:t>
            </a:r>
          </a:p>
        </p:txBody>
      </p:sp>
      <p:sp>
        <p:nvSpPr>
          <p:cNvPr id="8" name="evidence-copy-2">
            <a:extLst>
              <a:ext uri="{FF2B5EF4-FFF2-40B4-BE49-F238E27FC236}">
                <a16:creationId xmlns:a16="http://schemas.microsoft.com/office/drawing/2014/main" id="{FDCA3335-4E1A-4228-8199-1EAABDF1A843}"/>
              </a:ext>
            </a:extLst>
          </p:cNvPr>
          <p:cNvSpPr>
            <a:spLocks noGrp="1"/>
          </p:cNvSpPr>
          <p:nvPr/>
        </p:nvSpPr>
        <p:spPr>
          <a:xfrm>
            <a:off x="6305550" y="3981450"/>
            <a:ext cx="2181225" cy="457200"/>
          </a:xfrm>
          <a:prstGeom prst="rect">
            <a:avLst/>
          </a:prstGeom>
          <a:noFill/>
          <a:ln w="0">
            <a:noFill/>
            <a:prstDash val="solid"/>
          </a:ln>
        </p:spPr>
        <p:txBody>
          <a:bodyPr wrap="square" lIns="0" tIns="0" rIns="0" bIns="0" anchor="t">
            <a:normAutofit/>
          </a:bodyPr>
          <a:lstStyle>
            <a:defPPr algn="l">
              <a:defRPr sz="1200" b="0" i="0">
                <a:solidFill>
                  <a:srgbClr val="2C2A29"/>
                </a:solidFill>
                <a:latin typeface="Lato"/>
                <a:ea typeface="Lato"/>
                <a:cs typeface="Lato"/>
              </a:defRPr>
            </a:defPPr>
            <a:lvl1pPr algn="l">
              <a:defRPr sz="1200" b="0" i="0">
                <a:solidFill>
                  <a:srgbClr val="2C2A29"/>
                </a:solidFill>
                <a:latin typeface="Lato"/>
                <a:ea typeface="Lato"/>
                <a:cs typeface="Lato"/>
              </a:defRPr>
            </a:lvl1pPr>
            <a:lvl2pPr algn="l">
              <a:defRPr sz="1200" b="0" i="0">
                <a:solidFill>
                  <a:srgbClr val="2C2A29"/>
                </a:solidFill>
                <a:latin typeface="Lato"/>
                <a:ea typeface="Lato"/>
                <a:cs typeface="Lato"/>
              </a:defRPr>
            </a:lvl2pPr>
            <a:lvl3pPr algn="l">
              <a:defRPr sz="1200" b="0" i="0">
                <a:solidFill>
                  <a:srgbClr val="2C2A29"/>
                </a:solidFill>
                <a:latin typeface="Lato"/>
                <a:ea typeface="Lato"/>
                <a:cs typeface="Lato"/>
              </a:defRPr>
            </a:lvl3pPr>
            <a:lvl4pPr algn="l">
              <a:defRPr sz="1200" b="0" i="0">
                <a:solidFill>
                  <a:srgbClr val="2C2A29"/>
                </a:solidFill>
                <a:latin typeface="Lato"/>
                <a:ea typeface="Lato"/>
                <a:cs typeface="Lato"/>
              </a:defRPr>
            </a:lvl4pPr>
            <a:lvl5pPr algn="l">
              <a:defRPr sz="1200" b="0" i="0">
                <a:solidFill>
                  <a:srgbClr val="2C2A29"/>
                </a:solidFill>
                <a:latin typeface="Lato"/>
                <a:ea typeface="Lato"/>
                <a:cs typeface="Lato"/>
              </a:defRPr>
            </a:lvl5pPr>
            <a:lvl6pPr algn="l">
              <a:defRPr sz="1200" b="0" i="0">
                <a:solidFill>
                  <a:srgbClr val="2C2A29"/>
                </a:solidFill>
                <a:latin typeface="Lato"/>
                <a:ea typeface="Lato"/>
                <a:cs typeface="Lato"/>
              </a:defRPr>
            </a:lvl6pPr>
            <a:lvl7pPr algn="l">
              <a:defRPr sz="1200" b="0" i="0">
                <a:solidFill>
                  <a:srgbClr val="2C2A29"/>
                </a:solidFill>
                <a:latin typeface="Lato"/>
                <a:ea typeface="Lato"/>
                <a:cs typeface="Lato"/>
              </a:defRPr>
            </a:lvl7pPr>
            <a:lvl8pPr algn="l">
              <a:defRPr sz="1200" b="0" i="0">
                <a:solidFill>
                  <a:srgbClr val="2C2A29"/>
                </a:solidFill>
                <a:latin typeface="Lato"/>
                <a:ea typeface="Lato"/>
                <a:cs typeface="Lato"/>
              </a:defRPr>
            </a:lvl8pPr>
            <a:lvl9pPr algn="l">
              <a:defRPr sz="1200" b="0" i="0">
                <a:solidFill>
                  <a:srgbClr val="2C2A29"/>
                </a:solidFill>
                <a:latin typeface="Lato"/>
                <a:ea typeface="Lato"/>
                <a:cs typeface="Lato"/>
              </a:defRPr>
            </a:lvl9pPr>
          </a:lstStyle>
          <a:p>
            <a:pPr algn="l">
              <a:defRPr sz="1200" b="0" i="0">
                <a:solidFill>
                  <a:srgbClr val="2C2A29"/>
                </a:solidFill>
                <a:latin typeface="Lato"/>
                <a:ea typeface="Lato"/>
                <a:cs typeface="Lato"/>
              </a:defRPr>
            </a:pPr>
            <a:r>
              <a:rPr sz="1200" b="0" i="0">
                <a:solidFill>
                  <a:srgbClr val="2C2A29"/>
                </a:solidFill>
                <a:latin typeface="Lato"/>
                <a:ea typeface="Lato"/>
                <a:cs typeface="Lato"/>
              </a:rPr>
              <a:t>dintre alimentele pe cale să expire ajung să fie aruncate</a:t>
            </a:r>
          </a:p>
        </p:txBody>
      </p:sp>
      <p:sp>
        <p:nvSpPr>
          <p:cNvPr id="9" name="source-footer">
            <a:extLst>
              <a:ext uri="{FF2B5EF4-FFF2-40B4-BE49-F238E27FC236}">
                <a16:creationId xmlns:a16="http://schemas.microsoft.com/office/drawing/2014/main" id="{089D0D95-CAFC-4B4F-8810-B9FFA0E546C6}"/>
              </a:ext>
            </a:extLst>
          </p:cNvPr>
          <p:cNvSpPr>
            <a:spLocks noGrp="1"/>
          </p:cNvSpPr>
          <p:nvPr/>
        </p:nvSpPr>
        <p:spPr>
          <a:xfrm>
            <a:off x="552450" y="4829175"/>
            <a:ext cx="8048625" cy="171450"/>
          </a:xfrm>
          <a:prstGeom prst="rect">
            <a:avLst/>
          </a:prstGeom>
          <a:noFill/>
          <a:ln w="0">
            <a:noFill/>
            <a:prstDash val="solid"/>
          </a:ln>
        </p:spPr>
        <p:txBody>
          <a:bodyPr wrap="square" lIns="0" tIns="0" rIns="0" bIns="0" anchor="t">
            <a:normAutofit/>
          </a:bodyPr>
          <a:lstStyle>
            <a:defPPr algn="l">
              <a:defRPr sz="788" b="0" i="0">
                <a:solidFill>
                  <a:srgbClr val="5A5855"/>
                </a:solidFill>
                <a:latin typeface="Lato"/>
                <a:ea typeface="Lato"/>
                <a:cs typeface="Lato"/>
              </a:defRPr>
            </a:defPPr>
            <a:lvl1pPr algn="l">
              <a:defRPr sz="788" b="0" i="0">
                <a:solidFill>
                  <a:srgbClr val="5A5855"/>
                </a:solidFill>
                <a:latin typeface="Lato"/>
                <a:ea typeface="Lato"/>
                <a:cs typeface="Lato"/>
              </a:defRPr>
            </a:lvl1pPr>
            <a:lvl2pPr algn="l">
              <a:defRPr sz="788" b="0" i="0">
                <a:solidFill>
                  <a:srgbClr val="5A5855"/>
                </a:solidFill>
                <a:latin typeface="Lato"/>
                <a:ea typeface="Lato"/>
                <a:cs typeface="Lato"/>
              </a:defRPr>
            </a:lvl2pPr>
            <a:lvl3pPr algn="l">
              <a:defRPr sz="788" b="0" i="0">
                <a:solidFill>
                  <a:srgbClr val="5A5855"/>
                </a:solidFill>
                <a:latin typeface="Lato"/>
                <a:ea typeface="Lato"/>
                <a:cs typeface="Lato"/>
              </a:defRPr>
            </a:lvl3pPr>
            <a:lvl4pPr algn="l">
              <a:defRPr sz="788" b="0" i="0">
                <a:solidFill>
                  <a:srgbClr val="5A5855"/>
                </a:solidFill>
                <a:latin typeface="Lato"/>
                <a:ea typeface="Lato"/>
                <a:cs typeface="Lato"/>
              </a:defRPr>
            </a:lvl4pPr>
            <a:lvl5pPr algn="l">
              <a:defRPr sz="788" b="0" i="0">
                <a:solidFill>
                  <a:srgbClr val="5A5855"/>
                </a:solidFill>
                <a:latin typeface="Lato"/>
                <a:ea typeface="Lato"/>
                <a:cs typeface="Lato"/>
              </a:defRPr>
            </a:lvl5pPr>
            <a:lvl6pPr algn="l">
              <a:defRPr sz="788" b="0" i="0">
                <a:solidFill>
                  <a:srgbClr val="5A5855"/>
                </a:solidFill>
                <a:latin typeface="Lato"/>
                <a:ea typeface="Lato"/>
                <a:cs typeface="Lato"/>
              </a:defRPr>
            </a:lvl6pPr>
            <a:lvl7pPr algn="l">
              <a:defRPr sz="788" b="0" i="0">
                <a:solidFill>
                  <a:srgbClr val="5A5855"/>
                </a:solidFill>
                <a:latin typeface="Lato"/>
                <a:ea typeface="Lato"/>
                <a:cs typeface="Lato"/>
              </a:defRPr>
            </a:lvl7pPr>
            <a:lvl8pPr algn="l">
              <a:defRPr sz="788" b="0" i="0">
                <a:solidFill>
                  <a:srgbClr val="5A5855"/>
                </a:solidFill>
                <a:latin typeface="Lato"/>
                <a:ea typeface="Lato"/>
                <a:cs typeface="Lato"/>
              </a:defRPr>
            </a:lvl8pPr>
            <a:lvl9pPr algn="l">
              <a:defRPr sz="788" b="0" i="0">
                <a:solidFill>
                  <a:srgbClr val="5A5855"/>
                </a:solidFill>
                <a:latin typeface="Lato"/>
                <a:ea typeface="Lato"/>
                <a:cs typeface="Lato"/>
              </a:defRPr>
            </a:lvl9pPr>
          </a:lstStyle>
          <a:p>
            <a:pPr algn="l">
              <a:defRPr sz="788" b="0" i="0">
                <a:solidFill>
                  <a:srgbClr val="5A5855"/>
                </a:solidFill>
                <a:latin typeface="Lato"/>
                <a:ea typeface="Lato"/>
                <a:cs typeface="Lato"/>
              </a:defRPr>
            </a:pPr>
            <a:r>
              <a:rPr sz="788" b="0" i="0">
                <a:solidFill>
                  <a:srgbClr val="5A5855"/>
                </a:solidFill>
                <a:latin typeface="Lato"/>
                <a:ea typeface="Lato"/>
                <a:cs typeface="Lato"/>
              </a:rPr>
              <a:t>Surse: WISK, studiu de caz; MarketMan Suggestive Ordering, 2023; Edenred, HORA și Mastercard, 2022, n=97</a:t>
            </a:r>
          </a:p>
        </p:txBody>
      </p:sp>
    </p:spTree>
    <p:extLst>
      <p:ext uri="{BB962C8B-B14F-4D97-AF65-F5344CB8AC3E}">
        <p14:creationId xmlns:p14="http://schemas.microsoft.com/office/powerpoint/2010/main" val="108458058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 name="Picture 18">
            <a:extLst>
              <a:ext uri="{FF2B5EF4-FFF2-40B4-BE49-F238E27FC236}">
                <a16:creationId xmlns:a16="http://schemas.microsoft.com/office/drawing/2014/main" id="{707DB693-8CF4-4660-8F36-C53B42606BD9}"/>
              </a:ext>
            </a:extLst>
          </p:cNvPr>
          <p:cNvPicPr>
            <a:picLocks noChangeAspect="1"/>
          </p:cNvPicPr>
          <p:nvPr/>
        </p:nvPicPr>
        <p:blipFill>
          <a:blip r:embed="rId3" cstate="screen">
            <a:extLst>
              <a:ext uri="{28A0092B-C50C-407E-A947-70E740481C1C}">
                <a14:useLocalDpi xmlns:a14="http://schemas.microsoft.com/office/drawing/2010/main"/>
              </a:ext>
            </a:extLst>
          </a:blip>
          <a:srcRect/>
          <a:stretch>
            <a:fillRect/>
          </a:stretch>
        </p:blipFill>
        <p:spPr>
          <a:xfrm>
            <a:off x="0" y="828"/>
            <a:ext cx="9144000" cy="5143500"/>
          </a:xfrm>
          <a:prstGeom prst="rect">
            <a:avLst/>
          </a:prstGeom>
        </p:spPr>
      </p:pic>
      <p:sp>
        <p:nvSpPr>
          <p:cNvPr id="2" name="slide-4-title">
            <a:extLst>
              <a:ext uri="{FF2B5EF4-FFF2-40B4-BE49-F238E27FC236}">
                <a16:creationId xmlns:a16="http://schemas.microsoft.com/office/drawing/2014/main" id="{51A14C4C-71A6-48CC-8681-064CF3A2CAA6}"/>
              </a:ext>
            </a:extLst>
          </p:cNvPr>
          <p:cNvSpPr>
            <a:spLocks noGrp="1"/>
          </p:cNvSpPr>
          <p:nvPr/>
        </p:nvSpPr>
        <p:spPr>
          <a:xfrm>
            <a:off x="552450" y="323850"/>
            <a:ext cx="7239000" cy="514350"/>
          </a:xfrm>
          <a:prstGeom prst="rect">
            <a:avLst/>
          </a:prstGeom>
          <a:noFill/>
          <a:ln w="0">
            <a:noFill/>
            <a:prstDash val="solid"/>
          </a:ln>
        </p:spPr>
        <p:txBody>
          <a:bodyPr wrap="square" lIns="0" tIns="0" rIns="0" bIns="0" anchor="t">
            <a:normAutofit/>
          </a:bodyPr>
          <a:lstStyle>
            <a:defPPr algn="l">
              <a:defRPr sz="2325" b="0" i="0">
                <a:solidFill>
                  <a:srgbClr val="2C2A29"/>
                </a:solidFill>
                <a:latin typeface="Prata"/>
                <a:ea typeface="Prata"/>
                <a:cs typeface="Prata"/>
              </a:defRPr>
            </a:defPPr>
            <a:lvl1pPr algn="l">
              <a:defRPr sz="2325" b="0" i="0">
                <a:solidFill>
                  <a:srgbClr val="2C2A29"/>
                </a:solidFill>
                <a:latin typeface="Prata"/>
                <a:ea typeface="Prata"/>
                <a:cs typeface="Prata"/>
              </a:defRPr>
            </a:lvl1pPr>
            <a:lvl2pPr algn="l">
              <a:defRPr sz="2325" b="0" i="0">
                <a:solidFill>
                  <a:srgbClr val="2C2A29"/>
                </a:solidFill>
                <a:latin typeface="Prata"/>
                <a:ea typeface="Prata"/>
                <a:cs typeface="Prata"/>
              </a:defRPr>
            </a:lvl2pPr>
            <a:lvl3pPr algn="l">
              <a:defRPr sz="2325" b="0" i="0">
                <a:solidFill>
                  <a:srgbClr val="2C2A29"/>
                </a:solidFill>
                <a:latin typeface="Prata"/>
                <a:ea typeface="Prata"/>
                <a:cs typeface="Prata"/>
              </a:defRPr>
            </a:lvl3pPr>
            <a:lvl4pPr algn="l">
              <a:defRPr sz="2325" b="0" i="0">
                <a:solidFill>
                  <a:srgbClr val="2C2A29"/>
                </a:solidFill>
                <a:latin typeface="Prata"/>
                <a:ea typeface="Prata"/>
                <a:cs typeface="Prata"/>
              </a:defRPr>
            </a:lvl4pPr>
            <a:lvl5pPr algn="l">
              <a:defRPr sz="2325" b="0" i="0">
                <a:solidFill>
                  <a:srgbClr val="2C2A29"/>
                </a:solidFill>
                <a:latin typeface="Prata"/>
                <a:ea typeface="Prata"/>
                <a:cs typeface="Prata"/>
              </a:defRPr>
            </a:lvl5pPr>
            <a:lvl6pPr algn="l">
              <a:defRPr sz="2325" b="0" i="0">
                <a:solidFill>
                  <a:srgbClr val="2C2A29"/>
                </a:solidFill>
                <a:latin typeface="Prata"/>
                <a:ea typeface="Prata"/>
                <a:cs typeface="Prata"/>
              </a:defRPr>
            </a:lvl6pPr>
            <a:lvl7pPr algn="l">
              <a:defRPr sz="2325" b="0" i="0">
                <a:solidFill>
                  <a:srgbClr val="2C2A29"/>
                </a:solidFill>
                <a:latin typeface="Prata"/>
                <a:ea typeface="Prata"/>
                <a:cs typeface="Prata"/>
              </a:defRPr>
            </a:lvl7pPr>
            <a:lvl8pPr algn="l">
              <a:defRPr sz="2325" b="0" i="0">
                <a:solidFill>
                  <a:srgbClr val="2C2A29"/>
                </a:solidFill>
                <a:latin typeface="Prata"/>
                <a:ea typeface="Prata"/>
                <a:cs typeface="Prata"/>
              </a:defRPr>
            </a:lvl8pPr>
            <a:lvl9pPr algn="l">
              <a:defRPr sz="2325" b="0" i="0">
                <a:solidFill>
                  <a:srgbClr val="2C2A29"/>
                </a:solidFill>
                <a:latin typeface="Prata"/>
                <a:ea typeface="Prata"/>
                <a:cs typeface="Prata"/>
              </a:defRPr>
            </a:lvl9pPr>
          </a:lstStyle>
          <a:p>
            <a:pPr algn="l">
              <a:defRPr sz="2325" b="0" i="0">
                <a:solidFill>
                  <a:srgbClr val="2C2A29"/>
                </a:solidFill>
                <a:latin typeface="Prata"/>
                <a:ea typeface="Prata"/>
                <a:cs typeface="Prata"/>
              </a:defRPr>
            </a:pPr>
            <a:r>
              <a:rPr sz="2325" b="1" i="0" dirty="0" err="1">
                <a:solidFill>
                  <a:srgbClr val="2C2A29"/>
                </a:solidFill>
                <a:latin typeface="Baghdad" pitchFamily="2" charset="-78"/>
                <a:cs typeface="Baghdad" pitchFamily="2" charset="-78"/>
              </a:rPr>
              <a:t>WiseEat</a:t>
            </a:r>
            <a:r>
              <a:rPr sz="2325" b="1" i="0" dirty="0">
                <a:solidFill>
                  <a:srgbClr val="2C2A29"/>
                </a:solidFill>
                <a:latin typeface="Baghdad" pitchFamily="2" charset="-78"/>
                <a:cs typeface="Baghdad" pitchFamily="2" charset="-78"/>
              </a:rPr>
              <a:t>: din date, </a:t>
            </a:r>
            <a:r>
              <a:rPr sz="2325" b="1" i="0" dirty="0" err="1">
                <a:solidFill>
                  <a:srgbClr val="2C2A29"/>
                </a:solidFill>
                <a:latin typeface="Baghdad" pitchFamily="2" charset="-78"/>
                <a:cs typeface="Baghdad" pitchFamily="2" charset="-78"/>
              </a:rPr>
              <a:t>în</a:t>
            </a:r>
            <a:r>
              <a:rPr sz="2325" b="1" i="0" dirty="0">
                <a:solidFill>
                  <a:srgbClr val="2C2A29"/>
                </a:solidFill>
                <a:latin typeface="Baghdad" pitchFamily="2" charset="-78"/>
                <a:cs typeface="Baghdad" pitchFamily="2" charset="-78"/>
              </a:rPr>
              <a:t> </a:t>
            </a:r>
            <a:r>
              <a:rPr sz="2325" b="1" i="0" dirty="0" err="1">
                <a:solidFill>
                  <a:srgbClr val="2C2A29"/>
                </a:solidFill>
                <a:latin typeface="Baghdad" pitchFamily="2" charset="-78"/>
                <a:cs typeface="Baghdad" pitchFamily="2" charset="-78"/>
              </a:rPr>
              <a:t>decizia</a:t>
            </a:r>
            <a:r>
              <a:rPr sz="2325" b="1" i="0" dirty="0">
                <a:solidFill>
                  <a:srgbClr val="2C2A29"/>
                </a:solidFill>
                <a:latin typeface="Baghdad" pitchFamily="2" charset="-78"/>
                <a:cs typeface="Baghdad" pitchFamily="2" charset="-78"/>
              </a:rPr>
              <a:t> de </a:t>
            </a:r>
            <a:r>
              <a:rPr sz="2325" b="1" i="0" dirty="0" err="1">
                <a:solidFill>
                  <a:srgbClr val="2C2A29"/>
                </a:solidFill>
                <a:latin typeface="Baghdad" pitchFamily="2" charset="-78"/>
                <a:cs typeface="Baghdad" pitchFamily="2" charset="-78"/>
              </a:rPr>
              <a:t>mâine</a:t>
            </a:r>
            <a:endParaRPr sz="2325" b="1" i="0" dirty="0">
              <a:solidFill>
                <a:srgbClr val="2C2A29"/>
              </a:solidFill>
              <a:latin typeface="Baghdad" pitchFamily="2" charset="-78"/>
              <a:cs typeface="Baghdad" pitchFamily="2" charset="-78"/>
            </a:endParaRPr>
          </a:p>
        </p:txBody>
      </p:sp>
      <p:sp>
        <p:nvSpPr>
          <p:cNvPr id="3" name="slide-4-number">
            <a:extLst>
              <a:ext uri="{FF2B5EF4-FFF2-40B4-BE49-F238E27FC236}">
                <a16:creationId xmlns:a16="http://schemas.microsoft.com/office/drawing/2014/main" id="{648CC1FF-2270-40E6-8837-E8F05B157E2C}"/>
              </a:ext>
            </a:extLst>
          </p:cNvPr>
          <p:cNvSpPr>
            <a:spLocks noGrp="1"/>
          </p:cNvSpPr>
          <p:nvPr/>
        </p:nvSpPr>
        <p:spPr>
          <a:xfrm>
            <a:off x="8305800" y="323850"/>
            <a:ext cx="361950" cy="228600"/>
          </a:xfrm>
          <a:prstGeom prst="rect">
            <a:avLst/>
          </a:prstGeom>
          <a:noFill/>
          <a:ln w="0">
            <a:noFill/>
            <a:prstDash val="solid"/>
          </a:ln>
        </p:spPr>
        <p:txBody>
          <a:bodyPr wrap="square" lIns="0" tIns="0" rIns="0" bIns="0" anchor="t">
            <a:normAutofit/>
          </a:bodyPr>
          <a:lstStyle>
            <a:defPPr algn="r">
              <a:defRPr sz="975" b="0" i="0">
                <a:solidFill>
                  <a:srgbClr val="627356"/>
                </a:solidFill>
                <a:latin typeface="Prata"/>
                <a:ea typeface="Prata"/>
                <a:cs typeface="Prata"/>
              </a:defRPr>
            </a:defPPr>
            <a:lvl1pPr algn="r">
              <a:defRPr sz="975" b="0" i="0">
                <a:solidFill>
                  <a:srgbClr val="627356"/>
                </a:solidFill>
                <a:latin typeface="Prata"/>
                <a:ea typeface="Prata"/>
                <a:cs typeface="Prata"/>
              </a:defRPr>
            </a:lvl1pPr>
            <a:lvl2pPr algn="r">
              <a:defRPr sz="975" b="0" i="0">
                <a:solidFill>
                  <a:srgbClr val="627356"/>
                </a:solidFill>
                <a:latin typeface="Prata"/>
                <a:ea typeface="Prata"/>
                <a:cs typeface="Prata"/>
              </a:defRPr>
            </a:lvl2pPr>
            <a:lvl3pPr algn="r">
              <a:defRPr sz="975" b="0" i="0">
                <a:solidFill>
                  <a:srgbClr val="627356"/>
                </a:solidFill>
                <a:latin typeface="Prata"/>
                <a:ea typeface="Prata"/>
                <a:cs typeface="Prata"/>
              </a:defRPr>
            </a:lvl3pPr>
            <a:lvl4pPr algn="r">
              <a:defRPr sz="975" b="0" i="0">
                <a:solidFill>
                  <a:srgbClr val="627356"/>
                </a:solidFill>
                <a:latin typeface="Prata"/>
                <a:ea typeface="Prata"/>
                <a:cs typeface="Prata"/>
              </a:defRPr>
            </a:lvl4pPr>
            <a:lvl5pPr algn="r">
              <a:defRPr sz="975" b="0" i="0">
                <a:solidFill>
                  <a:srgbClr val="627356"/>
                </a:solidFill>
                <a:latin typeface="Prata"/>
                <a:ea typeface="Prata"/>
                <a:cs typeface="Prata"/>
              </a:defRPr>
            </a:lvl5pPr>
            <a:lvl6pPr algn="r">
              <a:defRPr sz="975" b="0" i="0">
                <a:solidFill>
                  <a:srgbClr val="627356"/>
                </a:solidFill>
                <a:latin typeface="Prata"/>
                <a:ea typeface="Prata"/>
                <a:cs typeface="Prata"/>
              </a:defRPr>
            </a:lvl6pPr>
            <a:lvl7pPr algn="r">
              <a:defRPr sz="975" b="0" i="0">
                <a:solidFill>
                  <a:srgbClr val="627356"/>
                </a:solidFill>
                <a:latin typeface="Prata"/>
                <a:ea typeface="Prata"/>
                <a:cs typeface="Prata"/>
              </a:defRPr>
            </a:lvl7pPr>
            <a:lvl8pPr algn="r">
              <a:defRPr sz="975" b="0" i="0">
                <a:solidFill>
                  <a:srgbClr val="627356"/>
                </a:solidFill>
                <a:latin typeface="Prata"/>
                <a:ea typeface="Prata"/>
                <a:cs typeface="Prata"/>
              </a:defRPr>
            </a:lvl8pPr>
            <a:lvl9pPr algn="r">
              <a:defRPr sz="975" b="0" i="0">
                <a:solidFill>
                  <a:srgbClr val="627356"/>
                </a:solidFill>
                <a:latin typeface="Prata"/>
                <a:ea typeface="Prata"/>
                <a:cs typeface="Prata"/>
              </a:defRPr>
            </a:lvl9pPr>
          </a:lstStyle>
          <a:p>
            <a:pPr algn="r">
              <a:defRPr sz="975" b="0" i="0">
                <a:solidFill>
                  <a:srgbClr val="627356"/>
                </a:solidFill>
                <a:latin typeface="Prata"/>
                <a:ea typeface="Prata"/>
                <a:cs typeface="Prata"/>
              </a:defRPr>
            </a:pPr>
            <a:r>
              <a:rPr sz="975" b="0" i="0">
                <a:solidFill>
                  <a:srgbClr val="627356"/>
                </a:solidFill>
                <a:latin typeface="Prata"/>
                <a:ea typeface="Prata"/>
                <a:cs typeface="Prata"/>
              </a:rPr>
              <a:t>04</a:t>
            </a:r>
          </a:p>
        </p:txBody>
      </p:sp>
      <p:sp>
        <p:nvSpPr>
          <p:cNvPr id="4" name="solution-one-liner">
            <a:extLst>
              <a:ext uri="{FF2B5EF4-FFF2-40B4-BE49-F238E27FC236}">
                <a16:creationId xmlns:a16="http://schemas.microsoft.com/office/drawing/2014/main" id="{2FABC376-BEA4-44B8-B4E2-29A0CCEC0BB3}"/>
              </a:ext>
            </a:extLst>
          </p:cNvPr>
          <p:cNvSpPr>
            <a:spLocks noGrp="1"/>
          </p:cNvSpPr>
          <p:nvPr/>
        </p:nvSpPr>
        <p:spPr>
          <a:xfrm>
            <a:off x="552450" y="942975"/>
            <a:ext cx="8039100" cy="514350"/>
          </a:xfrm>
          <a:prstGeom prst="rect">
            <a:avLst/>
          </a:prstGeom>
          <a:noFill/>
          <a:ln w="0">
            <a:noFill/>
            <a:prstDash val="solid"/>
          </a:ln>
        </p:spPr>
        <p:txBody>
          <a:bodyPr wrap="square" lIns="0" tIns="0" rIns="0" bIns="0" anchor="t">
            <a:normAutofit/>
          </a:bodyPr>
          <a:lstStyle>
            <a:defPPr algn="ctr">
              <a:defRPr sz="1575" b="1" i="0">
                <a:solidFill>
                  <a:srgbClr val="2C2A29"/>
                </a:solidFill>
                <a:latin typeface="Lato"/>
                <a:ea typeface="Lato"/>
                <a:cs typeface="Lato"/>
              </a:defRPr>
            </a:defPPr>
            <a:lvl1pPr algn="ctr">
              <a:defRPr sz="1575" b="1" i="0">
                <a:solidFill>
                  <a:srgbClr val="2C2A29"/>
                </a:solidFill>
                <a:latin typeface="Lato"/>
                <a:ea typeface="Lato"/>
                <a:cs typeface="Lato"/>
              </a:defRPr>
            </a:lvl1pPr>
            <a:lvl2pPr algn="ctr">
              <a:defRPr sz="1575" b="1" i="0">
                <a:solidFill>
                  <a:srgbClr val="2C2A29"/>
                </a:solidFill>
                <a:latin typeface="Lato"/>
                <a:ea typeface="Lato"/>
                <a:cs typeface="Lato"/>
              </a:defRPr>
            </a:lvl2pPr>
            <a:lvl3pPr algn="ctr">
              <a:defRPr sz="1575" b="1" i="0">
                <a:solidFill>
                  <a:srgbClr val="2C2A29"/>
                </a:solidFill>
                <a:latin typeface="Lato"/>
                <a:ea typeface="Lato"/>
                <a:cs typeface="Lato"/>
              </a:defRPr>
            </a:lvl3pPr>
            <a:lvl4pPr algn="ctr">
              <a:defRPr sz="1575" b="1" i="0">
                <a:solidFill>
                  <a:srgbClr val="2C2A29"/>
                </a:solidFill>
                <a:latin typeface="Lato"/>
                <a:ea typeface="Lato"/>
                <a:cs typeface="Lato"/>
              </a:defRPr>
            </a:lvl4pPr>
            <a:lvl5pPr algn="ctr">
              <a:defRPr sz="1575" b="1" i="0">
                <a:solidFill>
                  <a:srgbClr val="2C2A29"/>
                </a:solidFill>
                <a:latin typeface="Lato"/>
                <a:ea typeface="Lato"/>
                <a:cs typeface="Lato"/>
              </a:defRPr>
            </a:lvl5pPr>
            <a:lvl6pPr algn="ctr">
              <a:defRPr sz="1575" b="1" i="0">
                <a:solidFill>
                  <a:srgbClr val="2C2A29"/>
                </a:solidFill>
                <a:latin typeface="Lato"/>
                <a:ea typeface="Lato"/>
                <a:cs typeface="Lato"/>
              </a:defRPr>
            </a:lvl6pPr>
            <a:lvl7pPr algn="ctr">
              <a:defRPr sz="1575" b="1" i="0">
                <a:solidFill>
                  <a:srgbClr val="2C2A29"/>
                </a:solidFill>
                <a:latin typeface="Lato"/>
                <a:ea typeface="Lato"/>
                <a:cs typeface="Lato"/>
              </a:defRPr>
            </a:lvl7pPr>
            <a:lvl8pPr algn="ctr">
              <a:defRPr sz="1575" b="1" i="0">
                <a:solidFill>
                  <a:srgbClr val="2C2A29"/>
                </a:solidFill>
                <a:latin typeface="Lato"/>
                <a:ea typeface="Lato"/>
                <a:cs typeface="Lato"/>
              </a:defRPr>
            </a:lvl8pPr>
            <a:lvl9pPr algn="ctr">
              <a:defRPr sz="1575" b="1" i="0">
                <a:solidFill>
                  <a:srgbClr val="2C2A29"/>
                </a:solidFill>
                <a:latin typeface="Lato"/>
                <a:ea typeface="Lato"/>
                <a:cs typeface="Lato"/>
              </a:defRPr>
            </a:lvl9pPr>
          </a:lstStyle>
          <a:p>
            <a:pPr algn="ctr">
              <a:defRPr sz="1575" b="1" i="0">
                <a:solidFill>
                  <a:srgbClr val="2C2A29"/>
                </a:solidFill>
                <a:latin typeface="Lato"/>
                <a:ea typeface="Lato"/>
                <a:cs typeface="Lato"/>
              </a:defRPr>
            </a:pPr>
            <a:r>
              <a:rPr sz="1575" b="1" i="0" dirty="0" err="1">
                <a:solidFill>
                  <a:srgbClr val="2C2A29"/>
                </a:solidFill>
                <a:latin typeface="Lato"/>
                <a:ea typeface="Lato"/>
                <a:cs typeface="Lato"/>
              </a:rPr>
              <a:t>WiseEat</a:t>
            </a:r>
            <a:r>
              <a:rPr sz="1575" b="1" i="0" dirty="0">
                <a:solidFill>
                  <a:srgbClr val="2C2A29"/>
                </a:solidFill>
                <a:latin typeface="Lato"/>
                <a:ea typeface="Lato"/>
                <a:cs typeface="Lato"/>
              </a:rPr>
              <a:t> </a:t>
            </a:r>
            <a:r>
              <a:rPr sz="1575" b="1" i="0" dirty="0" err="1">
                <a:solidFill>
                  <a:srgbClr val="2C2A29"/>
                </a:solidFill>
                <a:latin typeface="Lato"/>
                <a:ea typeface="Lato"/>
                <a:cs typeface="Lato"/>
              </a:rPr>
              <a:t>îl</a:t>
            </a:r>
            <a:r>
              <a:rPr sz="1575" b="1" i="0" dirty="0">
                <a:solidFill>
                  <a:srgbClr val="2C2A29"/>
                </a:solidFill>
                <a:latin typeface="Lato"/>
                <a:ea typeface="Lato"/>
                <a:cs typeface="Lato"/>
              </a:rPr>
              <a:t> </a:t>
            </a:r>
            <a:r>
              <a:rPr sz="1575" b="1" i="0" dirty="0" err="1">
                <a:solidFill>
                  <a:srgbClr val="2C2A29"/>
                </a:solidFill>
                <a:latin typeface="Lato"/>
                <a:ea typeface="Lato"/>
                <a:cs typeface="Lato"/>
              </a:rPr>
              <a:t>ajută</a:t>
            </a:r>
            <a:r>
              <a:rPr sz="1575" b="1" i="0" dirty="0">
                <a:solidFill>
                  <a:srgbClr val="2C2A29"/>
                </a:solidFill>
                <a:latin typeface="Lato"/>
                <a:ea typeface="Lato"/>
                <a:cs typeface="Lato"/>
              </a:rPr>
              <a:t> pe manager </a:t>
            </a:r>
            <a:r>
              <a:rPr sz="1575" b="1" i="0" dirty="0" err="1">
                <a:solidFill>
                  <a:srgbClr val="2C2A29"/>
                </a:solidFill>
                <a:latin typeface="Lato"/>
                <a:ea typeface="Lato"/>
                <a:cs typeface="Lato"/>
              </a:rPr>
              <a:t>să</a:t>
            </a:r>
            <a:r>
              <a:rPr sz="1575" b="1" i="0" dirty="0">
                <a:solidFill>
                  <a:srgbClr val="2C2A29"/>
                </a:solidFill>
                <a:latin typeface="Lato"/>
                <a:ea typeface="Lato"/>
                <a:cs typeface="Lato"/>
              </a:rPr>
              <a:t> </a:t>
            </a:r>
            <a:r>
              <a:rPr sz="1575" b="1" i="0" dirty="0" err="1">
                <a:solidFill>
                  <a:srgbClr val="2C2A29"/>
                </a:solidFill>
                <a:latin typeface="Lato"/>
                <a:ea typeface="Lato"/>
                <a:cs typeface="Lato"/>
              </a:rPr>
              <a:t>reducă</a:t>
            </a:r>
            <a:r>
              <a:rPr sz="1575" b="1" i="0" dirty="0">
                <a:solidFill>
                  <a:srgbClr val="2C2A29"/>
                </a:solidFill>
                <a:latin typeface="Lato"/>
                <a:ea typeface="Lato"/>
                <a:cs typeface="Lato"/>
              </a:rPr>
              <a:t> </a:t>
            </a:r>
            <a:r>
              <a:rPr sz="1575" b="1" i="0" dirty="0" err="1">
                <a:solidFill>
                  <a:srgbClr val="2C2A29"/>
                </a:solidFill>
                <a:latin typeface="Lato"/>
                <a:ea typeface="Lato"/>
                <a:cs typeface="Lato"/>
              </a:rPr>
              <a:t>surplusul</a:t>
            </a:r>
            <a:r>
              <a:rPr sz="1575" b="1" i="0" dirty="0">
                <a:solidFill>
                  <a:srgbClr val="2C2A29"/>
                </a:solidFill>
                <a:latin typeface="Lato"/>
                <a:ea typeface="Lato"/>
                <a:cs typeface="Lato"/>
              </a:rPr>
              <a:t> </a:t>
            </a:r>
            <a:r>
              <a:rPr sz="1575" b="1" i="0" dirty="0" err="1">
                <a:solidFill>
                  <a:srgbClr val="2C2A29"/>
                </a:solidFill>
                <a:latin typeface="Lato"/>
                <a:ea typeface="Lato"/>
                <a:cs typeface="Lato"/>
              </a:rPr>
              <a:t>alimentar</a:t>
            </a:r>
            <a:r>
              <a:rPr sz="1575" b="1" i="0" dirty="0">
                <a:solidFill>
                  <a:srgbClr val="2C2A29"/>
                </a:solidFill>
                <a:latin typeface="Lato"/>
                <a:ea typeface="Lato"/>
                <a:cs typeface="Lato"/>
              </a:rPr>
              <a:t> </a:t>
            </a:r>
            <a:r>
              <a:rPr sz="1575" b="1" i="0" dirty="0" err="1">
                <a:solidFill>
                  <a:srgbClr val="2C2A29"/>
                </a:solidFill>
                <a:latin typeface="Lato"/>
                <a:ea typeface="Lato"/>
                <a:cs typeface="Lato"/>
              </a:rPr>
              <a:t>și</a:t>
            </a:r>
            <a:r>
              <a:rPr sz="1575" b="1" i="0" dirty="0">
                <a:solidFill>
                  <a:srgbClr val="2C2A29"/>
                </a:solidFill>
                <a:latin typeface="Lato"/>
                <a:ea typeface="Lato"/>
                <a:cs typeface="Lato"/>
              </a:rPr>
              <a:t> </a:t>
            </a:r>
            <a:r>
              <a:rPr sz="1575" b="1" i="0" dirty="0" err="1">
                <a:solidFill>
                  <a:srgbClr val="2C2A29"/>
                </a:solidFill>
                <a:latin typeface="Lato"/>
                <a:ea typeface="Lato"/>
                <a:cs typeface="Lato"/>
              </a:rPr>
              <a:t>să</a:t>
            </a:r>
            <a:r>
              <a:rPr sz="1575" b="1" i="0" dirty="0">
                <a:solidFill>
                  <a:srgbClr val="2C2A29"/>
                </a:solidFill>
                <a:latin typeface="Lato"/>
                <a:ea typeface="Lato"/>
                <a:cs typeface="Lato"/>
              </a:rPr>
              <a:t> </a:t>
            </a:r>
            <a:r>
              <a:rPr sz="1575" b="1" i="0" dirty="0" err="1">
                <a:solidFill>
                  <a:srgbClr val="2C2A29"/>
                </a:solidFill>
                <a:latin typeface="Lato"/>
                <a:ea typeface="Lato"/>
                <a:cs typeface="Lato"/>
              </a:rPr>
              <a:t>folosească</a:t>
            </a:r>
            <a:r>
              <a:rPr sz="1575" b="1" i="0" dirty="0">
                <a:solidFill>
                  <a:srgbClr val="2C2A29"/>
                </a:solidFill>
                <a:latin typeface="Lato"/>
                <a:ea typeface="Lato"/>
                <a:cs typeface="Lato"/>
              </a:rPr>
              <a:t> </a:t>
            </a:r>
            <a:r>
              <a:rPr sz="1575" b="1" i="0" dirty="0" err="1">
                <a:solidFill>
                  <a:srgbClr val="2C2A29"/>
                </a:solidFill>
                <a:latin typeface="Lato"/>
                <a:ea typeface="Lato"/>
                <a:cs typeface="Lato"/>
              </a:rPr>
              <a:t>mai</a:t>
            </a:r>
            <a:r>
              <a:rPr sz="1575" b="1" i="0" dirty="0">
                <a:solidFill>
                  <a:srgbClr val="2C2A29"/>
                </a:solidFill>
                <a:latin typeface="Lato"/>
                <a:ea typeface="Lato"/>
                <a:cs typeface="Lato"/>
              </a:rPr>
              <a:t> </a:t>
            </a:r>
            <a:r>
              <a:rPr sz="1575" b="1" i="0" dirty="0" err="1">
                <a:solidFill>
                  <a:srgbClr val="2C2A29"/>
                </a:solidFill>
                <a:latin typeface="Lato"/>
                <a:ea typeface="Lato"/>
                <a:cs typeface="Lato"/>
              </a:rPr>
              <a:t>eficient</a:t>
            </a:r>
            <a:r>
              <a:rPr sz="1575" b="1" i="0" dirty="0">
                <a:solidFill>
                  <a:srgbClr val="2C2A29"/>
                </a:solidFill>
                <a:latin typeface="Lato"/>
                <a:ea typeface="Lato"/>
                <a:cs typeface="Lato"/>
              </a:rPr>
              <a:t> </a:t>
            </a:r>
            <a:r>
              <a:rPr sz="1575" b="1" i="0" dirty="0" err="1">
                <a:solidFill>
                  <a:srgbClr val="2C2A29"/>
                </a:solidFill>
                <a:latin typeface="Lato"/>
                <a:ea typeface="Lato"/>
                <a:cs typeface="Lato"/>
              </a:rPr>
              <a:t>timpul</a:t>
            </a:r>
            <a:r>
              <a:rPr sz="1575" b="1" i="0" dirty="0">
                <a:solidFill>
                  <a:srgbClr val="2C2A29"/>
                </a:solidFill>
                <a:latin typeface="Lato"/>
                <a:ea typeface="Lato"/>
                <a:cs typeface="Lato"/>
              </a:rPr>
              <a:t> </a:t>
            </a:r>
            <a:r>
              <a:rPr sz="1575" b="1" i="0" dirty="0" err="1">
                <a:solidFill>
                  <a:srgbClr val="2C2A29"/>
                </a:solidFill>
                <a:latin typeface="Lato"/>
                <a:ea typeface="Lato"/>
                <a:cs typeface="Lato"/>
              </a:rPr>
              <a:t>și</a:t>
            </a:r>
            <a:r>
              <a:rPr sz="1575" b="1" i="0" dirty="0">
                <a:solidFill>
                  <a:srgbClr val="2C2A29"/>
                </a:solidFill>
                <a:latin typeface="Lato"/>
                <a:ea typeface="Lato"/>
                <a:cs typeface="Lato"/>
              </a:rPr>
              <a:t> </a:t>
            </a:r>
            <a:r>
              <a:rPr sz="1575" b="1" i="0" dirty="0" err="1">
                <a:solidFill>
                  <a:srgbClr val="2C2A29"/>
                </a:solidFill>
                <a:latin typeface="Lato"/>
                <a:ea typeface="Lato"/>
                <a:cs typeface="Lato"/>
              </a:rPr>
              <a:t>bugetul</a:t>
            </a:r>
            <a:r>
              <a:rPr sz="1575" b="1" i="0" dirty="0">
                <a:solidFill>
                  <a:srgbClr val="2C2A29"/>
                </a:solidFill>
                <a:latin typeface="Lato"/>
                <a:ea typeface="Lato"/>
                <a:cs typeface="Lato"/>
              </a:rPr>
              <a:t> </a:t>
            </a:r>
            <a:r>
              <a:rPr sz="1575" b="1" i="0" dirty="0" err="1">
                <a:solidFill>
                  <a:srgbClr val="2C2A29"/>
                </a:solidFill>
                <a:latin typeface="Lato"/>
                <a:ea typeface="Lato"/>
                <a:cs typeface="Lato"/>
              </a:rPr>
              <a:t>restaurantului</a:t>
            </a:r>
            <a:endParaRPr sz="1575" b="1" i="0" dirty="0">
              <a:solidFill>
                <a:srgbClr val="2C2A29"/>
              </a:solidFill>
              <a:latin typeface="Lato"/>
              <a:ea typeface="Lato"/>
              <a:cs typeface="Lato"/>
            </a:endParaRPr>
          </a:p>
        </p:txBody>
      </p:sp>
      <p:pic>
        <p:nvPicPr>
          <p:cNvPr id="5" name="Picture 4">
            <a:extLst>
              <a:ext uri="{FF2B5EF4-FFF2-40B4-BE49-F238E27FC236}">
                <a16:creationId xmlns:a16="http://schemas.microsoft.com/office/drawing/2014/main" id="{13B7C0C0-E7E8-471C-AC1C-DF77450E99FC}"/>
              </a:ext>
            </a:extLst>
          </p:cNvPr>
          <p:cNvPicPr>
            <a:picLocks noChangeAspect="1"/>
          </p:cNvPicPr>
          <p:nvPr/>
        </p:nvPicPr>
        <p:blipFill>
          <a:blip r:embed="rId4" cstate="screen">
            <a:extLst>
              <a:ext uri="{28A0092B-C50C-407E-A947-70E740481C1C}">
                <a14:useLocalDpi xmlns:a14="http://schemas.microsoft.com/office/drawing/2010/main"/>
              </a:ext>
            </a:extLst>
          </a:blip>
          <a:srcRect/>
          <a:stretch>
            <a:fillRect/>
          </a:stretch>
        </p:blipFill>
        <p:spPr>
          <a:xfrm>
            <a:off x="876300" y="1600200"/>
            <a:ext cx="7391400" cy="1028700"/>
          </a:xfrm>
          <a:prstGeom prst="rect">
            <a:avLst/>
          </a:prstGeom>
        </p:spPr>
      </p:pic>
      <p:sp>
        <p:nvSpPr>
          <p:cNvPr id="6" name="flow-num-0">
            <a:extLst>
              <a:ext uri="{FF2B5EF4-FFF2-40B4-BE49-F238E27FC236}">
                <a16:creationId xmlns:a16="http://schemas.microsoft.com/office/drawing/2014/main" id="{6E2700B0-C197-4ADA-BBDB-D87926C4C39D}"/>
              </a:ext>
            </a:extLst>
          </p:cNvPr>
          <p:cNvSpPr>
            <a:spLocks noGrp="1"/>
          </p:cNvSpPr>
          <p:nvPr/>
        </p:nvSpPr>
        <p:spPr>
          <a:xfrm>
            <a:off x="590550" y="2876550"/>
            <a:ext cx="495300" cy="323850"/>
          </a:xfrm>
          <a:prstGeom prst="rect">
            <a:avLst/>
          </a:prstGeom>
          <a:noFill/>
          <a:ln w="0">
            <a:noFill/>
            <a:prstDash val="solid"/>
          </a:ln>
        </p:spPr>
        <p:txBody>
          <a:bodyPr wrap="square" lIns="0" tIns="0" rIns="0" bIns="0" anchor="t">
            <a:normAutofit/>
          </a:bodyPr>
          <a:lstStyle>
            <a:defPPr algn="l">
              <a:defRPr sz="1875" b="0" i="0">
                <a:solidFill>
                  <a:srgbClr val="627356"/>
                </a:solidFill>
                <a:latin typeface="Prata"/>
                <a:ea typeface="Prata"/>
                <a:cs typeface="Prata"/>
              </a:defRPr>
            </a:defPPr>
            <a:lvl1pPr algn="l">
              <a:defRPr sz="1875" b="0" i="0">
                <a:solidFill>
                  <a:srgbClr val="627356"/>
                </a:solidFill>
                <a:latin typeface="Prata"/>
                <a:ea typeface="Prata"/>
                <a:cs typeface="Prata"/>
              </a:defRPr>
            </a:lvl1pPr>
            <a:lvl2pPr algn="l">
              <a:defRPr sz="1875" b="0" i="0">
                <a:solidFill>
                  <a:srgbClr val="627356"/>
                </a:solidFill>
                <a:latin typeface="Prata"/>
                <a:ea typeface="Prata"/>
                <a:cs typeface="Prata"/>
              </a:defRPr>
            </a:lvl2pPr>
            <a:lvl3pPr algn="l">
              <a:defRPr sz="1875" b="0" i="0">
                <a:solidFill>
                  <a:srgbClr val="627356"/>
                </a:solidFill>
                <a:latin typeface="Prata"/>
                <a:ea typeface="Prata"/>
                <a:cs typeface="Prata"/>
              </a:defRPr>
            </a:lvl3pPr>
            <a:lvl4pPr algn="l">
              <a:defRPr sz="1875" b="0" i="0">
                <a:solidFill>
                  <a:srgbClr val="627356"/>
                </a:solidFill>
                <a:latin typeface="Prata"/>
                <a:ea typeface="Prata"/>
                <a:cs typeface="Prata"/>
              </a:defRPr>
            </a:lvl4pPr>
            <a:lvl5pPr algn="l">
              <a:defRPr sz="1875" b="0" i="0">
                <a:solidFill>
                  <a:srgbClr val="627356"/>
                </a:solidFill>
                <a:latin typeface="Prata"/>
                <a:ea typeface="Prata"/>
                <a:cs typeface="Prata"/>
              </a:defRPr>
            </a:lvl5pPr>
            <a:lvl6pPr algn="l">
              <a:defRPr sz="1875" b="0" i="0">
                <a:solidFill>
                  <a:srgbClr val="627356"/>
                </a:solidFill>
                <a:latin typeface="Prata"/>
                <a:ea typeface="Prata"/>
                <a:cs typeface="Prata"/>
              </a:defRPr>
            </a:lvl6pPr>
            <a:lvl7pPr algn="l">
              <a:defRPr sz="1875" b="0" i="0">
                <a:solidFill>
                  <a:srgbClr val="627356"/>
                </a:solidFill>
                <a:latin typeface="Prata"/>
                <a:ea typeface="Prata"/>
                <a:cs typeface="Prata"/>
              </a:defRPr>
            </a:lvl7pPr>
            <a:lvl8pPr algn="l">
              <a:defRPr sz="1875" b="0" i="0">
                <a:solidFill>
                  <a:srgbClr val="627356"/>
                </a:solidFill>
                <a:latin typeface="Prata"/>
                <a:ea typeface="Prata"/>
                <a:cs typeface="Prata"/>
              </a:defRPr>
            </a:lvl8pPr>
            <a:lvl9pPr algn="l">
              <a:defRPr sz="1875" b="0" i="0">
                <a:solidFill>
                  <a:srgbClr val="627356"/>
                </a:solidFill>
                <a:latin typeface="Prata"/>
                <a:ea typeface="Prata"/>
                <a:cs typeface="Prata"/>
              </a:defRPr>
            </a:lvl9pPr>
          </a:lstStyle>
          <a:p>
            <a:pPr algn="l">
              <a:defRPr sz="1875" b="0" i="0">
                <a:solidFill>
                  <a:srgbClr val="627356"/>
                </a:solidFill>
                <a:latin typeface="Prata"/>
                <a:ea typeface="Prata"/>
                <a:cs typeface="Prata"/>
              </a:defRPr>
            </a:pPr>
            <a:r>
              <a:rPr sz="1875" b="0" i="0">
                <a:solidFill>
                  <a:srgbClr val="627356"/>
                </a:solidFill>
                <a:latin typeface="Prata"/>
                <a:ea typeface="Prata"/>
                <a:cs typeface="Prata"/>
              </a:rPr>
              <a:t>01</a:t>
            </a:r>
          </a:p>
        </p:txBody>
      </p:sp>
      <p:sp>
        <p:nvSpPr>
          <p:cNvPr id="7" name="flow-label-0">
            <a:extLst>
              <a:ext uri="{FF2B5EF4-FFF2-40B4-BE49-F238E27FC236}">
                <a16:creationId xmlns:a16="http://schemas.microsoft.com/office/drawing/2014/main" id="{6AAA1A39-4D3E-439D-BC37-D4D815251346}"/>
              </a:ext>
            </a:extLst>
          </p:cNvPr>
          <p:cNvSpPr>
            <a:spLocks noGrp="1"/>
          </p:cNvSpPr>
          <p:nvPr/>
        </p:nvSpPr>
        <p:spPr>
          <a:xfrm>
            <a:off x="1181100" y="2924175"/>
            <a:ext cx="1866900" cy="228600"/>
          </a:xfrm>
          <a:prstGeom prst="rect">
            <a:avLst/>
          </a:prstGeom>
          <a:noFill/>
          <a:ln w="0">
            <a:noFill/>
            <a:prstDash val="solid"/>
          </a:ln>
        </p:spPr>
        <p:txBody>
          <a:bodyPr wrap="square" lIns="0" tIns="0" rIns="0" bIns="0" anchor="t">
            <a:normAutofit/>
          </a:bodyPr>
          <a:lstStyle>
            <a:defPPr algn="l">
              <a:defRPr sz="975" b="1" i="0">
                <a:solidFill>
                  <a:srgbClr val="2C2A29"/>
                </a:solidFill>
                <a:latin typeface="Lato"/>
                <a:ea typeface="Lato"/>
                <a:cs typeface="Lato"/>
              </a:defRPr>
            </a:defPPr>
            <a:lvl1pPr algn="l">
              <a:defRPr sz="975" b="1" i="0">
                <a:solidFill>
                  <a:srgbClr val="2C2A29"/>
                </a:solidFill>
                <a:latin typeface="Lato"/>
                <a:ea typeface="Lato"/>
                <a:cs typeface="Lato"/>
              </a:defRPr>
            </a:lvl1pPr>
            <a:lvl2pPr algn="l">
              <a:defRPr sz="975" b="1" i="0">
                <a:solidFill>
                  <a:srgbClr val="2C2A29"/>
                </a:solidFill>
                <a:latin typeface="Lato"/>
                <a:ea typeface="Lato"/>
                <a:cs typeface="Lato"/>
              </a:defRPr>
            </a:lvl2pPr>
            <a:lvl3pPr algn="l">
              <a:defRPr sz="975" b="1" i="0">
                <a:solidFill>
                  <a:srgbClr val="2C2A29"/>
                </a:solidFill>
                <a:latin typeface="Lato"/>
                <a:ea typeface="Lato"/>
                <a:cs typeface="Lato"/>
              </a:defRPr>
            </a:lvl3pPr>
            <a:lvl4pPr algn="l">
              <a:defRPr sz="975" b="1" i="0">
                <a:solidFill>
                  <a:srgbClr val="2C2A29"/>
                </a:solidFill>
                <a:latin typeface="Lato"/>
                <a:ea typeface="Lato"/>
                <a:cs typeface="Lato"/>
              </a:defRPr>
            </a:lvl4pPr>
            <a:lvl5pPr algn="l">
              <a:defRPr sz="975" b="1" i="0">
                <a:solidFill>
                  <a:srgbClr val="2C2A29"/>
                </a:solidFill>
                <a:latin typeface="Lato"/>
                <a:ea typeface="Lato"/>
                <a:cs typeface="Lato"/>
              </a:defRPr>
            </a:lvl5pPr>
            <a:lvl6pPr algn="l">
              <a:defRPr sz="975" b="1" i="0">
                <a:solidFill>
                  <a:srgbClr val="2C2A29"/>
                </a:solidFill>
                <a:latin typeface="Lato"/>
                <a:ea typeface="Lato"/>
                <a:cs typeface="Lato"/>
              </a:defRPr>
            </a:lvl6pPr>
            <a:lvl7pPr algn="l">
              <a:defRPr sz="975" b="1" i="0">
                <a:solidFill>
                  <a:srgbClr val="2C2A29"/>
                </a:solidFill>
                <a:latin typeface="Lato"/>
                <a:ea typeface="Lato"/>
                <a:cs typeface="Lato"/>
              </a:defRPr>
            </a:lvl7pPr>
            <a:lvl8pPr algn="l">
              <a:defRPr sz="975" b="1" i="0">
                <a:solidFill>
                  <a:srgbClr val="2C2A29"/>
                </a:solidFill>
                <a:latin typeface="Lato"/>
                <a:ea typeface="Lato"/>
                <a:cs typeface="Lato"/>
              </a:defRPr>
            </a:lvl8pPr>
            <a:lvl9pPr algn="l">
              <a:defRPr sz="975" b="1" i="0">
                <a:solidFill>
                  <a:srgbClr val="2C2A29"/>
                </a:solidFill>
                <a:latin typeface="Lato"/>
                <a:ea typeface="Lato"/>
                <a:cs typeface="Lato"/>
              </a:defRPr>
            </a:lvl9pPr>
          </a:lstStyle>
          <a:p>
            <a:pPr algn="l">
              <a:defRPr sz="975" b="1" i="0">
                <a:solidFill>
                  <a:srgbClr val="2C2A29"/>
                </a:solidFill>
                <a:latin typeface="Lato"/>
                <a:ea typeface="Lato"/>
                <a:cs typeface="Lato"/>
              </a:defRPr>
            </a:pPr>
            <a:r>
              <a:rPr lang="en-US" sz="975" b="1" i="0" dirty="0">
                <a:solidFill>
                  <a:srgbClr val="2C2A29"/>
                </a:solidFill>
                <a:latin typeface="Lato"/>
                <a:ea typeface="Lato"/>
                <a:cs typeface="Lato"/>
              </a:rPr>
              <a:t>DATE DE </a:t>
            </a:r>
            <a:r>
              <a:rPr sz="975" b="1" i="0" dirty="0">
                <a:solidFill>
                  <a:srgbClr val="2C2A29"/>
                </a:solidFill>
                <a:latin typeface="Lato"/>
                <a:ea typeface="Lato"/>
                <a:cs typeface="Lato"/>
              </a:rPr>
              <a:t>INTR</a:t>
            </a:r>
            <a:r>
              <a:rPr lang="en-US" dirty="0"/>
              <a:t>ARE</a:t>
            </a:r>
            <a:endParaRPr sz="975" b="1" i="0" dirty="0">
              <a:solidFill>
                <a:srgbClr val="2C2A29"/>
              </a:solidFill>
              <a:latin typeface="Lato"/>
              <a:ea typeface="Lato"/>
              <a:cs typeface="Lato"/>
            </a:endParaRPr>
          </a:p>
        </p:txBody>
      </p:sp>
      <p:sp>
        <p:nvSpPr>
          <p:cNvPr id="8" name="flow-copy-0">
            <a:extLst>
              <a:ext uri="{FF2B5EF4-FFF2-40B4-BE49-F238E27FC236}">
                <a16:creationId xmlns:a16="http://schemas.microsoft.com/office/drawing/2014/main" id="{6CA2099F-A072-4A2E-9480-B64BE3307211}"/>
              </a:ext>
            </a:extLst>
          </p:cNvPr>
          <p:cNvSpPr>
            <a:spLocks noGrp="1"/>
          </p:cNvSpPr>
          <p:nvPr/>
        </p:nvSpPr>
        <p:spPr>
          <a:xfrm>
            <a:off x="590550" y="3286125"/>
            <a:ext cx="2457450" cy="666750"/>
          </a:xfrm>
          <a:prstGeom prst="rect">
            <a:avLst/>
          </a:prstGeom>
          <a:noFill/>
          <a:ln w="0">
            <a:noFill/>
            <a:prstDash val="solid"/>
          </a:ln>
        </p:spPr>
        <p:txBody>
          <a:bodyPr wrap="square" lIns="0" tIns="0" rIns="0" bIns="0" anchor="t">
            <a:normAutofit/>
          </a:bodyPr>
          <a:lstStyle>
            <a:defPPr algn="l">
              <a:defRPr sz="1275" b="0" i="0">
                <a:solidFill>
                  <a:srgbClr val="2C2A29"/>
                </a:solidFill>
                <a:latin typeface="Lato"/>
                <a:ea typeface="Lato"/>
                <a:cs typeface="Lato"/>
              </a:defRPr>
            </a:defPPr>
            <a:lvl1pPr algn="l">
              <a:defRPr sz="1275" b="0" i="0">
                <a:solidFill>
                  <a:srgbClr val="2C2A29"/>
                </a:solidFill>
                <a:latin typeface="Lato"/>
                <a:ea typeface="Lato"/>
                <a:cs typeface="Lato"/>
              </a:defRPr>
            </a:lvl1pPr>
            <a:lvl2pPr algn="l">
              <a:defRPr sz="1275" b="0" i="0">
                <a:solidFill>
                  <a:srgbClr val="2C2A29"/>
                </a:solidFill>
                <a:latin typeface="Lato"/>
                <a:ea typeface="Lato"/>
                <a:cs typeface="Lato"/>
              </a:defRPr>
            </a:lvl2pPr>
            <a:lvl3pPr algn="l">
              <a:defRPr sz="1275" b="0" i="0">
                <a:solidFill>
                  <a:srgbClr val="2C2A29"/>
                </a:solidFill>
                <a:latin typeface="Lato"/>
                <a:ea typeface="Lato"/>
                <a:cs typeface="Lato"/>
              </a:defRPr>
            </a:lvl3pPr>
            <a:lvl4pPr algn="l">
              <a:defRPr sz="1275" b="0" i="0">
                <a:solidFill>
                  <a:srgbClr val="2C2A29"/>
                </a:solidFill>
                <a:latin typeface="Lato"/>
                <a:ea typeface="Lato"/>
                <a:cs typeface="Lato"/>
              </a:defRPr>
            </a:lvl4pPr>
            <a:lvl5pPr algn="l">
              <a:defRPr sz="1275" b="0" i="0">
                <a:solidFill>
                  <a:srgbClr val="2C2A29"/>
                </a:solidFill>
                <a:latin typeface="Lato"/>
                <a:ea typeface="Lato"/>
                <a:cs typeface="Lato"/>
              </a:defRPr>
            </a:lvl5pPr>
            <a:lvl6pPr algn="l">
              <a:defRPr sz="1275" b="0" i="0">
                <a:solidFill>
                  <a:srgbClr val="2C2A29"/>
                </a:solidFill>
                <a:latin typeface="Lato"/>
                <a:ea typeface="Lato"/>
                <a:cs typeface="Lato"/>
              </a:defRPr>
            </a:lvl6pPr>
            <a:lvl7pPr algn="l">
              <a:defRPr sz="1275" b="0" i="0">
                <a:solidFill>
                  <a:srgbClr val="2C2A29"/>
                </a:solidFill>
                <a:latin typeface="Lato"/>
                <a:ea typeface="Lato"/>
                <a:cs typeface="Lato"/>
              </a:defRPr>
            </a:lvl7pPr>
            <a:lvl8pPr algn="l">
              <a:defRPr sz="1275" b="0" i="0">
                <a:solidFill>
                  <a:srgbClr val="2C2A29"/>
                </a:solidFill>
                <a:latin typeface="Lato"/>
                <a:ea typeface="Lato"/>
                <a:cs typeface="Lato"/>
              </a:defRPr>
            </a:lvl8pPr>
            <a:lvl9pPr algn="l">
              <a:defRPr sz="1275" b="0" i="0">
                <a:solidFill>
                  <a:srgbClr val="2C2A29"/>
                </a:solidFill>
                <a:latin typeface="Lato"/>
                <a:ea typeface="Lato"/>
                <a:cs typeface="Lato"/>
              </a:defRPr>
            </a:lvl9pPr>
          </a:lstStyle>
          <a:p>
            <a:pPr algn="l">
              <a:defRPr sz="1275" b="0" i="0">
                <a:solidFill>
                  <a:srgbClr val="2C2A29"/>
                </a:solidFill>
                <a:latin typeface="Lato"/>
                <a:ea typeface="Lato"/>
                <a:cs typeface="Lato"/>
              </a:defRPr>
            </a:pPr>
            <a:r>
              <a:rPr sz="1275" b="0" i="0">
                <a:solidFill>
                  <a:srgbClr val="2C2A29"/>
                </a:solidFill>
                <a:latin typeface="Lato"/>
                <a:ea typeface="Lato"/>
                <a:cs typeface="Lato"/>
              </a:rPr>
              <a:t>Datele de producție și vânzări din ultimele 3–6 luni</a:t>
            </a:r>
          </a:p>
        </p:txBody>
      </p:sp>
      <p:sp>
        <p:nvSpPr>
          <p:cNvPr id="9" name="flow-num-1">
            <a:extLst>
              <a:ext uri="{FF2B5EF4-FFF2-40B4-BE49-F238E27FC236}">
                <a16:creationId xmlns:a16="http://schemas.microsoft.com/office/drawing/2014/main" id="{9C544089-A89E-48F1-9564-6591732A4F52}"/>
              </a:ext>
            </a:extLst>
          </p:cNvPr>
          <p:cNvSpPr>
            <a:spLocks noGrp="1"/>
          </p:cNvSpPr>
          <p:nvPr/>
        </p:nvSpPr>
        <p:spPr>
          <a:xfrm>
            <a:off x="3448050" y="2876550"/>
            <a:ext cx="495300" cy="323850"/>
          </a:xfrm>
          <a:prstGeom prst="rect">
            <a:avLst/>
          </a:prstGeom>
          <a:noFill/>
          <a:ln w="0">
            <a:noFill/>
            <a:prstDash val="solid"/>
          </a:ln>
        </p:spPr>
        <p:txBody>
          <a:bodyPr wrap="square" lIns="0" tIns="0" rIns="0" bIns="0" anchor="t">
            <a:normAutofit/>
          </a:bodyPr>
          <a:lstStyle>
            <a:defPPr algn="l">
              <a:defRPr sz="1875" b="0" i="0">
                <a:solidFill>
                  <a:srgbClr val="85441C"/>
                </a:solidFill>
                <a:latin typeface="Prata"/>
                <a:ea typeface="Prata"/>
                <a:cs typeface="Prata"/>
              </a:defRPr>
            </a:defPPr>
            <a:lvl1pPr algn="l">
              <a:defRPr sz="1875" b="0" i="0">
                <a:solidFill>
                  <a:srgbClr val="85441C"/>
                </a:solidFill>
                <a:latin typeface="Prata"/>
                <a:ea typeface="Prata"/>
                <a:cs typeface="Prata"/>
              </a:defRPr>
            </a:lvl1pPr>
            <a:lvl2pPr algn="l">
              <a:defRPr sz="1875" b="0" i="0">
                <a:solidFill>
                  <a:srgbClr val="85441C"/>
                </a:solidFill>
                <a:latin typeface="Prata"/>
                <a:ea typeface="Prata"/>
                <a:cs typeface="Prata"/>
              </a:defRPr>
            </a:lvl2pPr>
            <a:lvl3pPr algn="l">
              <a:defRPr sz="1875" b="0" i="0">
                <a:solidFill>
                  <a:srgbClr val="85441C"/>
                </a:solidFill>
                <a:latin typeface="Prata"/>
                <a:ea typeface="Prata"/>
                <a:cs typeface="Prata"/>
              </a:defRPr>
            </a:lvl3pPr>
            <a:lvl4pPr algn="l">
              <a:defRPr sz="1875" b="0" i="0">
                <a:solidFill>
                  <a:srgbClr val="85441C"/>
                </a:solidFill>
                <a:latin typeface="Prata"/>
                <a:ea typeface="Prata"/>
                <a:cs typeface="Prata"/>
              </a:defRPr>
            </a:lvl4pPr>
            <a:lvl5pPr algn="l">
              <a:defRPr sz="1875" b="0" i="0">
                <a:solidFill>
                  <a:srgbClr val="85441C"/>
                </a:solidFill>
                <a:latin typeface="Prata"/>
                <a:ea typeface="Prata"/>
                <a:cs typeface="Prata"/>
              </a:defRPr>
            </a:lvl5pPr>
            <a:lvl6pPr algn="l">
              <a:defRPr sz="1875" b="0" i="0">
                <a:solidFill>
                  <a:srgbClr val="85441C"/>
                </a:solidFill>
                <a:latin typeface="Prata"/>
                <a:ea typeface="Prata"/>
                <a:cs typeface="Prata"/>
              </a:defRPr>
            </a:lvl6pPr>
            <a:lvl7pPr algn="l">
              <a:defRPr sz="1875" b="0" i="0">
                <a:solidFill>
                  <a:srgbClr val="85441C"/>
                </a:solidFill>
                <a:latin typeface="Prata"/>
                <a:ea typeface="Prata"/>
                <a:cs typeface="Prata"/>
              </a:defRPr>
            </a:lvl7pPr>
            <a:lvl8pPr algn="l">
              <a:defRPr sz="1875" b="0" i="0">
                <a:solidFill>
                  <a:srgbClr val="85441C"/>
                </a:solidFill>
                <a:latin typeface="Prata"/>
                <a:ea typeface="Prata"/>
                <a:cs typeface="Prata"/>
              </a:defRPr>
            </a:lvl8pPr>
            <a:lvl9pPr algn="l">
              <a:defRPr sz="1875" b="0" i="0">
                <a:solidFill>
                  <a:srgbClr val="85441C"/>
                </a:solidFill>
                <a:latin typeface="Prata"/>
                <a:ea typeface="Prata"/>
                <a:cs typeface="Prata"/>
              </a:defRPr>
            </a:lvl9pPr>
          </a:lstStyle>
          <a:p>
            <a:pPr algn="l">
              <a:defRPr sz="1875" b="0" i="0">
                <a:solidFill>
                  <a:srgbClr val="85441C"/>
                </a:solidFill>
                <a:latin typeface="Prata"/>
                <a:ea typeface="Prata"/>
                <a:cs typeface="Prata"/>
              </a:defRPr>
            </a:pPr>
            <a:r>
              <a:rPr sz="1875" b="0" i="0">
                <a:solidFill>
                  <a:srgbClr val="85441C"/>
                </a:solidFill>
                <a:latin typeface="Prata"/>
                <a:ea typeface="Prata"/>
                <a:cs typeface="Prata"/>
              </a:rPr>
              <a:t>02</a:t>
            </a:r>
          </a:p>
        </p:txBody>
      </p:sp>
      <p:sp>
        <p:nvSpPr>
          <p:cNvPr id="10" name="flow-label-1">
            <a:extLst>
              <a:ext uri="{FF2B5EF4-FFF2-40B4-BE49-F238E27FC236}">
                <a16:creationId xmlns:a16="http://schemas.microsoft.com/office/drawing/2014/main" id="{536D76B0-3525-427D-A7EC-4C34CDC64D99}"/>
              </a:ext>
            </a:extLst>
          </p:cNvPr>
          <p:cNvSpPr>
            <a:spLocks noGrp="1"/>
          </p:cNvSpPr>
          <p:nvPr/>
        </p:nvSpPr>
        <p:spPr>
          <a:xfrm>
            <a:off x="4038600" y="2924175"/>
            <a:ext cx="1866900" cy="228600"/>
          </a:xfrm>
          <a:prstGeom prst="rect">
            <a:avLst/>
          </a:prstGeom>
          <a:noFill/>
          <a:ln w="0">
            <a:noFill/>
            <a:prstDash val="solid"/>
          </a:ln>
        </p:spPr>
        <p:txBody>
          <a:bodyPr wrap="square" lIns="0" tIns="0" rIns="0" bIns="0" anchor="t">
            <a:normAutofit/>
          </a:bodyPr>
          <a:lstStyle>
            <a:defPPr algn="l">
              <a:defRPr sz="975" b="1" i="0">
                <a:solidFill>
                  <a:srgbClr val="2C2A29"/>
                </a:solidFill>
                <a:latin typeface="Lato"/>
                <a:ea typeface="Lato"/>
                <a:cs typeface="Lato"/>
              </a:defRPr>
            </a:defPPr>
            <a:lvl1pPr algn="l">
              <a:defRPr sz="975" b="1" i="0">
                <a:solidFill>
                  <a:srgbClr val="2C2A29"/>
                </a:solidFill>
                <a:latin typeface="Lato"/>
                <a:ea typeface="Lato"/>
                <a:cs typeface="Lato"/>
              </a:defRPr>
            </a:lvl1pPr>
            <a:lvl2pPr algn="l">
              <a:defRPr sz="975" b="1" i="0">
                <a:solidFill>
                  <a:srgbClr val="2C2A29"/>
                </a:solidFill>
                <a:latin typeface="Lato"/>
                <a:ea typeface="Lato"/>
                <a:cs typeface="Lato"/>
              </a:defRPr>
            </a:lvl2pPr>
            <a:lvl3pPr algn="l">
              <a:defRPr sz="975" b="1" i="0">
                <a:solidFill>
                  <a:srgbClr val="2C2A29"/>
                </a:solidFill>
                <a:latin typeface="Lato"/>
                <a:ea typeface="Lato"/>
                <a:cs typeface="Lato"/>
              </a:defRPr>
            </a:lvl3pPr>
            <a:lvl4pPr algn="l">
              <a:defRPr sz="975" b="1" i="0">
                <a:solidFill>
                  <a:srgbClr val="2C2A29"/>
                </a:solidFill>
                <a:latin typeface="Lato"/>
                <a:ea typeface="Lato"/>
                <a:cs typeface="Lato"/>
              </a:defRPr>
            </a:lvl4pPr>
            <a:lvl5pPr algn="l">
              <a:defRPr sz="975" b="1" i="0">
                <a:solidFill>
                  <a:srgbClr val="2C2A29"/>
                </a:solidFill>
                <a:latin typeface="Lato"/>
                <a:ea typeface="Lato"/>
                <a:cs typeface="Lato"/>
              </a:defRPr>
            </a:lvl5pPr>
            <a:lvl6pPr algn="l">
              <a:defRPr sz="975" b="1" i="0">
                <a:solidFill>
                  <a:srgbClr val="2C2A29"/>
                </a:solidFill>
                <a:latin typeface="Lato"/>
                <a:ea typeface="Lato"/>
                <a:cs typeface="Lato"/>
              </a:defRPr>
            </a:lvl6pPr>
            <a:lvl7pPr algn="l">
              <a:defRPr sz="975" b="1" i="0">
                <a:solidFill>
                  <a:srgbClr val="2C2A29"/>
                </a:solidFill>
                <a:latin typeface="Lato"/>
                <a:ea typeface="Lato"/>
                <a:cs typeface="Lato"/>
              </a:defRPr>
            </a:lvl7pPr>
            <a:lvl8pPr algn="l">
              <a:defRPr sz="975" b="1" i="0">
                <a:solidFill>
                  <a:srgbClr val="2C2A29"/>
                </a:solidFill>
                <a:latin typeface="Lato"/>
                <a:ea typeface="Lato"/>
                <a:cs typeface="Lato"/>
              </a:defRPr>
            </a:lvl8pPr>
            <a:lvl9pPr algn="l">
              <a:defRPr sz="975" b="1" i="0">
                <a:solidFill>
                  <a:srgbClr val="2C2A29"/>
                </a:solidFill>
                <a:latin typeface="Lato"/>
                <a:ea typeface="Lato"/>
                <a:cs typeface="Lato"/>
              </a:defRPr>
            </a:lvl9pPr>
          </a:lstStyle>
          <a:p>
            <a:pPr algn="l">
              <a:defRPr sz="975" b="1" i="0">
                <a:solidFill>
                  <a:srgbClr val="2C2A29"/>
                </a:solidFill>
                <a:latin typeface="Lato"/>
                <a:ea typeface="Lato"/>
                <a:cs typeface="Lato"/>
              </a:defRPr>
            </a:pPr>
            <a:r>
              <a:rPr lang="en-US" sz="975" b="1" i="0" dirty="0">
                <a:solidFill>
                  <a:srgbClr val="2C2A29"/>
                </a:solidFill>
                <a:latin typeface="Lato"/>
                <a:ea typeface="Lato"/>
                <a:cs typeface="Lato"/>
              </a:rPr>
              <a:t>CE ESTE </a:t>
            </a:r>
            <a:r>
              <a:rPr sz="975" b="1" i="0" dirty="0">
                <a:solidFill>
                  <a:srgbClr val="2C2A29"/>
                </a:solidFill>
                <a:latin typeface="Lato"/>
                <a:ea typeface="Lato"/>
                <a:cs typeface="Lato"/>
              </a:rPr>
              <a:t>ANALIZ</a:t>
            </a:r>
            <a:r>
              <a:rPr lang="en-US" dirty="0"/>
              <a:t>AT</a:t>
            </a:r>
            <a:endParaRPr sz="975" b="1" i="0" dirty="0">
              <a:solidFill>
                <a:srgbClr val="2C2A29"/>
              </a:solidFill>
              <a:latin typeface="Lato"/>
              <a:ea typeface="Lato"/>
              <a:cs typeface="Lato"/>
            </a:endParaRPr>
          </a:p>
        </p:txBody>
      </p:sp>
      <p:sp>
        <p:nvSpPr>
          <p:cNvPr id="11" name="flow-copy-1">
            <a:extLst>
              <a:ext uri="{FF2B5EF4-FFF2-40B4-BE49-F238E27FC236}">
                <a16:creationId xmlns:a16="http://schemas.microsoft.com/office/drawing/2014/main" id="{A2DB46CF-E6FC-4805-9FBB-2649CEA92B5B}"/>
              </a:ext>
            </a:extLst>
          </p:cNvPr>
          <p:cNvSpPr>
            <a:spLocks noGrp="1"/>
          </p:cNvSpPr>
          <p:nvPr/>
        </p:nvSpPr>
        <p:spPr>
          <a:xfrm>
            <a:off x="3448050" y="3286125"/>
            <a:ext cx="2457450" cy="666750"/>
          </a:xfrm>
          <a:prstGeom prst="rect">
            <a:avLst/>
          </a:prstGeom>
          <a:noFill/>
          <a:ln w="0">
            <a:noFill/>
            <a:prstDash val="solid"/>
          </a:ln>
        </p:spPr>
        <p:txBody>
          <a:bodyPr wrap="square" lIns="0" tIns="0" rIns="0" bIns="0" anchor="t">
            <a:normAutofit/>
          </a:bodyPr>
          <a:lstStyle>
            <a:defPPr algn="l">
              <a:defRPr sz="1275" b="0" i="0">
                <a:solidFill>
                  <a:srgbClr val="2C2A29"/>
                </a:solidFill>
                <a:latin typeface="Lato"/>
                <a:ea typeface="Lato"/>
                <a:cs typeface="Lato"/>
              </a:defRPr>
            </a:defPPr>
            <a:lvl1pPr algn="l">
              <a:defRPr sz="1275" b="0" i="0">
                <a:solidFill>
                  <a:srgbClr val="2C2A29"/>
                </a:solidFill>
                <a:latin typeface="Lato"/>
                <a:ea typeface="Lato"/>
                <a:cs typeface="Lato"/>
              </a:defRPr>
            </a:lvl1pPr>
            <a:lvl2pPr algn="l">
              <a:defRPr sz="1275" b="0" i="0">
                <a:solidFill>
                  <a:srgbClr val="2C2A29"/>
                </a:solidFill>
                <a:latin typeface="Lato"/>
                <a:ea typeface="Lato"/>
                <a:cs typeface="Lato"/>
              </a:defRPr>
            </a:lvl2pPr>
            <a:lvl3pPr algn="l">
              <a:defRPr sz="1275" b="0" i="0">
                <a:solidFill>
                  <a:srgbClr val="2C2A29"/>
                </a:solidFill>
                <a:latin typeface="Lato"/>
                <a:ea typeface="Lato"/>
                <a:cs typeface="Lato"/>
              </a:defRPr>
            </a:lvl3pPr>
            <a:lvl4pPr algn="l">
              <a:defRPr sz="1275" b="0" i="0">
                <a:solidFill>
                  <a:srgbClr val="2C2A29"/>
                </a:solidFill>
                <a:latin typeface="Lato"/>
                <a:ea typeface="Lato"/>
                <a:cs typeface="Lato"/>
              </a:defRPr>
            </a:lvl4pPr>
            <a:lvl5pPr algn="l">
              <a:defRPr sz="1275" b="0" i="0">
                <a:solidFill>
                  <a:srgbClr val="2C2A29"/>
                </a:solidFill>
                <a:latin typeface="Lato"/>
                <a:ea typeface="Lato"/>
                <a:cs typeface="Lato"/>
              </a:defRPr>
            </a:lvl5pPr>
            <a:lvl6pPr algn="l">
              <a:defRPr sz="1275" b="0" i="0">
                <a:solidFill>
                  <a:srgbClr val="2C2A29"/>
                </a:solidFill>
                <a:latin typeface="Lato"/>
                <a:ea typeface="Lato"/>
                <a:cs typeface="Lato"/>
              </a:defRPr>
            </a:lvl6pPr>
            <a:lvl7pPr algn="l">
              <a:defRPr sz="1275" b="0" i="0">
                <a:solidFill>
                  <a:srgbClr val="2C2A29"/>
                </a:solidFill>
                <a:latin typeface="Lato"/>
                <a:ea typeface="Lato"/>
                <a:cs typeface="Lato"/>
              </a:defRPr>
            </a:lvl7pPr>
            <a:lvl8pPr algn="l">
              <a:defRPr sz="1275" b="0" i="0">
                <a:solidFill>
                  <a:srgbClr val="2C2A29"/>
                </a:solidFill>
                <a:latin typeface="Lato"/>
                <a:ea typeface="Lato"/>
                <a:cs typeface="Lato"/>
              </a:defRPr>
            </a:lvl8pPr>
            <a:lvl9pPr algn="l">
              <a:defRPr sz="1275" b="0" i="0">
                <a:solidFill>
                  <a:srgbClr val="2C2A29"/>
                </a:solidFill>
                <a:latin typeface="Lato"/>
                <a:ea typeface="Lato"/>
                <a:cs typeface="Lato"/>
              </a:defRPr>
            </a:lvl9pPr>
          </a:lstStyle>
          <a:p>
            <a:pPr algn="l">
              <a:defRPr sz="1275" b="0" i="0">
                <a:solidFill>
                  <a:srgbClr val="2C2A29"/>
                </a:solidFill>
                <a:latin typeface="Lato"/>
                <a:ea typeface="Lato"/>
                <a:cs typeface="Lato"/>
              </a:defRPr>
            </a:pPr>
            <a:r>
              <a:rPr sz="1275" b="0" i="0">
                <a:solidFill>
                  <a:srgbClr val="2C2A29"/>
                </a:solidFill>
                <a:latin typeface="Lato"/>
                <a:ea typeface="Lato"/>
                <a:cs typeface="Lato"/>
              </a:rPr>
              <a:t>Sursele surplusului, riscul și cantitățile potrivite</a:t>
            </a:r>
          </a:p>
        </p:txBody>
      </p:sp>
      <p:sp>
        <p:nvSpPr>
          <p:cNvPr id="12" name="flow-num-2">
            <a:extLst>
              <a:ext uri="{FF2B5EF4-FFF2-40B4-BE49-F238E27FC236}">
                <a16:creationId xmlns:a16="http://schemas.microsoft.com/office/drawing/2014/main" id="{5E398A23-C107-485B-BBC5-FC40FE4F87ED}"/>
              </a:ext>
            </a:extLst>
          </p:cNvPr>
          <p:cNvSpPr>
            <a:spLocks noGrp="1"/>
          </p:cNvSpPr>
          <p:nvPr/>
        </p:nvSpPr>
        <p:spPr>
          <a:xfrm>
            <a:off x="6305550" y="2876550"/>
            <a:ext cx="495300" cy="323850"/>
          </a:xfrm>
          <a:prstGeom prst="rect">
            <a:avLst/>
          </a:prstGeom>
          <a:noFill/>
          <a:ln w="0">
            <a:noFill/>
            <a:prstDash val="solid"/>
          </a:ln>
        </p:spPr>
        <p:txBody>
          <a:bodyPr wrap="square" lIns="0" tIns="0" rIns="0" bIns="0" anchor="t">
            <a:normAutofit/>
          </a:bodyPr>
          <a:lstStyle>
            <a:defPPr algn="l">
              <a:defRPr sz="1875" b="0" i="0">
                <a:solidFill>
                  <a:srgbClr val="627356"/>
                </a:solidFill>
                <a:latin typeface="Prata"/>
                <a:ea typeface="Prata"/>
                <a:cs typeface="Prata"/>
              </a:defRPr>
            </a:defPPr>
            <a:lvl1pPr algn="l">
              <a:defRPr sz="1875" b="0" i="0">
                <a:solidFill>
                  <a:srgbClr val="627356"/>
                </a:solidFill>
                <a:latin typeface="Prata"/>
                <a:ea typeface="Prata"/>
                <a:cs typeface="Prata"/>
              </a:defRPr>
            </a:lvl1pPr>
            <a:lvl2pPr algn="l">
              <a:defRPr sz="1875" b="0" i="0">
                <a:solidFill>
                  <a:srgbClr val="627356"/>
                </a:solidFill>
                <a:latin typeface="Prata"/>
                <a:ea typeface="Prata"/>
                <a:cs typeface="Prata"/>
              </a:defRPr>
            </a:lvl2pPr>
            <a:lvl3pPr algn="l">
              <a:defRPr sz="1875" b="0" i="0">
                <a:solidFill>
                  <a:srgbClr val="627356"/>
                </a:solidFill>
                <a:latin typeface="Prata"/>
                <a:ea typeface="Prata"/>
                <a:cs typeface="Prata"/>
              </a:defRPr>
            </a:lvl3pPr>
            <a:lvl4pPr algn="l">
              <a:defRPr sz="1875" b="0" i="0">
                <a:solidFill>
                  <a:srgbClr val="627356"/>
                </a:solidFill>
                <a:latin typeface="Prata"/>
                <a:ea typeface="Prata"/>
                <a:cs typeface="Prata"/>
              </a:defRPr>
            </a:lvl4pPr>
            <a:lvl5pPr algn="l">
              <a:defRPr sz="1875" b="0" i="0">
                <a:solidFill>
                  <a:srgbClr val="627356"/>
                </a:solidFill>
                <a:latin typeface="Prata"/>
                <a:ea typeface="Prata"/>
                <a:cs typeface="Prata"/>
              </a:defRPr>
            </a:lvl5pPr>
            <a:lvl6pPr algn="l">
              <a:defRPr sz="1875" b="0" i="0">
                <a:solidFill>
                  <a:srgbClr val="627356"/>
                </a:solidFill>
                <a:latin typeface="Prata"/>
                <a:ea typeface="Prata"/>
                <a:cs typeface="Prata"/>
              </a:defRPr>
            </a:lvl6pPr>
            <a:lvl7pPr algn="l">
              <a:defRPr sz="1875" b="0" i="0">
                <a:solidFill>
                  <a:srgbClr val="627356"/>
                </a:solidFill>
                <a:latin typeface="Prata"/>
                <a:ea typeface="Prata"/>
                <a:cs typeface="Prata"/>
              </a:defRPr>
            </a:lvl7pPr>
            <a:lvl8pPr algn="l">
              <a:defRPr sz="1875" b="0" i="0">
                <a:solidFill>
                  <a:srgbClr val="627356"/>
                </a:solidFill>
                <a:latin typeface="Prata"/>
                <a:ea typeface="Prata"/>
                <a:cs typeface="Prata"/>
              </a:defRPr>
            </a:lvl8pPr>
            <a:lvl9pPr algn="l">
              <a:defRPr sz="1875" b="0" i="0">
                <a:solidFill>
                  <a:srgbClr val="627356"/>
                </a:solidFill>
                <a:latin typeface="Prata"/>
                <a:ea typeface="Prata"/>
                <a:cs typeface="Prata"/>
              </a:defRPr>
            </a:lvl9pPr>
          </a:lstStyle>
          <a:p>
            <a:pPr algn="l">
              <a:defRPr sz="1875" b="0" i="0">
                <a:solidFill>
                  <a:srgbClr val="627356"/>
                </a:solidFill>
                <a:latin typeface="Prata"/>
                <a:ea typeface="Prata"/>
                <a:cs typeface="Prata"/>
              </a:defRPr>
            </a:pPr>
            <a:r>
              <a:rPr sz="1875" b="0" i="0">
                <a:solidFill>
                  <a:srgbClr val="627356"/>
                </a:solidFill>
                <a:latin typeface="Prata"/>
                <a:ea typeface="Prata"/>
                <a:cs typeface="Prata"/>
              </a:rPr>
              <a:t>03</a:t>
            </a:r>
          </a:p>
        </p:txBody>
      </p:sp>
      <p:sp>
        <p:nvSpPr>
          <p:cNvPr id="13" name="flow-label-2">
            <a:extLst>
              <a:ext uri="{FF2B5EF4-FFF2-40B4-BE49-F238E27FC236}">
                <a16:creationId xmlns:a16="http://schemas.microsoft.com/office/drawing/2014/main" id="{BA66DD60-86CA-41ED-B643-4ECB5EA3708D}"/>
              </a:ext>
            </a:extLst>
          </p:cNvPr>
          <p:cNvSpPr>
            <a:spLocks noGrp="1"/>
          </p:cNvSpPr>
          <p:nvPr/>
        </p:nvSpPr>
        <p:spPr>
          <a:xfrm>
            <a:off x="6896100" y="2924175"/>
            <a:ext cx="1866900" cy="228600"/>
          </a:xfrm>
          <a:prstGeom prst="rect">
            <a:avLst/>
          </a:prstGeom>
          <a:noFill/>
          <a:ln w="0">
            <a:noFill/>
            <a:prstDash val="solid"/>
          </a:ln>
        </p:spPr>
        <p:txBody>
          <a:bodyPr wrap="square" lIns="0" tIns="0" rIns="0" bIns="0" anchor="t">
            <a:normAutofit/>
          </a:bodyPr>
          <a:lstStyle>
            <a:defPPr algn="l">
              <a:defRPr sz="975" b="1" i="0">
                <a:solidFill>
                  <a:srgbClr val="2C2A29"/>
                </a:solidFill>
                <a:latin typeface="Lato"/>
                <a:ea typeface="Lato"/>
                <a:cs typeface="Lato"/>
              </a:defRPr>
            </a:defPPr>
            <a:lvl1pPr algn="l">
              <a:defRPr sz="975" b="1" i="0">
                <a:solidFill>
                  <a:srgbClr val="2C2A29"/>
                </a:solidFill>
                <a:latin typeface="Lato"/>
                <a:ea typeface="Lato"/>
                <a:cs typeface="Lato"/>
              </a:defRPr>
            </a:lvl1pPr>
            <a:lvl2pPr algn="l">
              <a:defRPr sz="975" b="1" i="0">
                <a:solidFill>
                  <a:srgbClr val="2C2A29"/>
                </a:solidFill>
                <a:latin typeface="Lato"/>
                <a:ea typeface="Lato"/>
                <a:cs typeface="Lato"/>
              </a:defRPr>
            </a:lvl2pPr>
            <a:lvl3pPr algn="l">
              <a:defRPr sz="975" b="1" i="0">
                <a:solidFill>
                  <a:srgbClr val="2C2A29"/>
                </a:solidFill>
                <a:latin typeface="Lato"/>
                <a:ea typeface="Lato"/>
                <a:cs typeface="Lato"/>
              </a:defRPr>
            </a:lvl3pPr>
            <a:lvl4pPr algn="l">
              <a:defRPr sz="975" b="1" i="0">
                <a:solidFill>
                  <a:srgbClr val="2C2A29"/>
                </a:solidFill>
                <a:latin typeface="Lato"/>
                <a:ea typeface="Lato"/>
                <a:cs typeface="Lato"/>
              </a:defRPr>
            </a:lvl4pPr>
            <a:lvl5pPr algn="l">
              <a:defRPr sz="975" b="1" i="0">
                <a:solidFill>
                  <a:srgbClr val="2C2A29"/>
                </a:solidFill>
                <a:latin typeface="Lato"/>
                <a:ea typeface="Lato"/>
                <a:cs typeface="Lato"/>
              </a:defRPr>
            </a:lvl5pPr>
            <a:lvl6pPr algn="l">
              <a:defRPr sz="975" b="1" i="0">
                <a:solidFill>
                  <a:srgbClr val="2C2A29"/>
                </a:solidFill>
                <a:latin typeface="Lato"/>
                <a:ea typeface="Lato"/>
                <a:cs typeface="Lato"/>
              </a:defRPr>
            </a:lvl6pPr>
            <a:lvl7pPr algn="l">
              <a:defRPr sz="975" b="1" i="0">
                <a:solidFill>
                  <a:srgbClr val="2C2A29"/>
                </a:solidFill>
                <a:latin typeface="Lato"/>
                <a:ea typeface="Lato"/>
                <a:cs typeface="Lato"/>
              </a:defRPr>
            </a:lvl7pPr>
            <a:lvl8pPr algn="l">
              <a:defRPr sz="975" b="1" i="0">
                <a:solidFill>
                  <a:srgbClr val="2C2A29"/>
                </a:solidFill>
                <a:latin typeface="Lato"/>
                <a:ea typeface="Lato"/>
                <a:cs typeface="Lato"/>
              </a:defRPr>
            </a:lvl8pPr>
            <a:lvl9pPr algn="l">
              <a:defRPr sz="975" b="1" i="0">
                <a:solidFill>
                  <a:srgbClr val="2C2A29"/>
                </a:solidFill>
                <a:latin typeface="Lato"/>
                <a:ea typeface="Lato"/>
                <a:cs typeface="Lato"/>
              </a:defRPr>
            </a:lvl9pPr>
          </a:lstStyle>
          <a:p>
            <a:pPr algn="l">
              <a:defRPr sz="975" b="1" i="0">
                <a:solidFill>
                  <a:srgbClr val="2C2A29"/>
                </a:solidFill>
                <a:latin typeface="Lato"/>
                <a:ea typeface="Lato"/>
                <a:cs typeface="Lato"/>
              </a:defRPr>
            </a:pPr>
            <a:r>
              <a:rPr lang="en-US" sz="975" b="1" i="0" dirty="0">
                <a:solidFill>
                  <a:srgbClr val="2C2A29"/>
                </a:solidFill>
                <a:latin typeface="Lato"/>
                <a:ea typeface="Lato"/>
                <a:cs typeface="Lato"/>
              </a:rPr>
              <a:t>CE IESE</a:t>
            </a:r>
            <a:endParaRPr sz="975" b="1" i="0" dirty="0">
              <a:solidFill>
                <a:srgbClr val="2C2A29"/>
              </a:solidFill>
              <a:latin typeface="Lato"/>
              <a:ea typeface="Lato"/>
              <a:cs typeface="Lato"/>
            </a:endParaRPr>
          </a:p>
        </p:txBody>
      </p:sp>
      <p:sp>
        <p:nvSpPr>
          <p:cNvPr id="14" name="flow-copy-2">
            <a:extLst>
              <a:ext uri="{FF2B5EF4-FFF2-40B4-BE49-F238E27FC236}">
                <a16:creationId xmlns:a16="http://schemas.microsoft.com/office/drawing/2014/main" id="{D00C1070-4395-4E3C-9857-8C5FB98090C4}"/>
              </a:ext>
            </a:extLst>
          </p:cNvPr>
          <p:cNvSpPr>
            <a:spLocks noGrp="1"/>
          </p:cNvSpPr>
          <p:nvPr/>
        </p:nvSpPr>
        <p:spPr>
          <a:xfrm>
            <a:off x="6305550" y="3286125"/>
            <a:ext cx="2457450" cy="666750"/>
          </a:xfrm>
          <a:prstGeom prst="rect">
            <a:avLst/>
          </a:prstGeom>
          <a:noFill/>
          <a:ln w="0">
            <a:noFill/>
            <a:prstDash val="solid"/>
          </a:ln>
        </p:spPr>
        <p:txBody>
          <a:bodyPr wrap="square" lIns="0" tIns="0" rIns="0" bIns="0" anchor="t">
            <a:normAutofit/>
          </a:bodyPr>
          <a:lstStyle>
            <a:defPPr algn="l">
              <a:defRPr sz="1275" b="0" i="0">
                <a:solidFill>
                  <a:srgbClr val="2C2A29"/>
                </a:solidFill>
                <a:latin typeface="Lato"/>
                <a:ea typeface="Lato"/>
                <a:cs typeface="Lato"/>
              </a:defRPr>
            </a:defPPr>
            <a:lvl1pPr algn="l">
              <a:defRPr sz="1275" b="0" i="0">
                <a:solidFill>
                  <a:srgbClr val="2C2A29"/>
                </a:solidFill>
                <a:latin typeface="Lato"/>
                <a:ea typeface="Lato"/>
                <a:cs typeface="Lato"/>
              </a:defRPr>
            </a:lvl1pPr>
            <a:lvl2pPr algn="l">
              <a:defRPr sz="1275" b="0" i="0">
                <a:solidFill>
                  <a:srgbClr val="2C2A29"/>
                </a:solidFill>
                <a:latin typeface="Lato"/>
                <a:ea typeface="Lato"/>
                <a:cs typeface="Lato"/>
              </a:defRPr>
            </a:lvl2pPr>
            <a:lvl3pPr algn="l">
              <a:defRPr sz="1275" b="0" i="0">
                <a:solidFill>
                  <a:srgbClr val="2C2A29"/>
                </a:solidFill>
                <a:latin typeface="Lato"/>
                <a:ea typeface="Lato"/>
                <a:cs typeface="Lato"/>
              </a:defRPr>
            </a:lvl3pPr>
            <a:lvl4pPr algn="l">
              <a:defRPr sz="1275" b="0" i="0">
                <a:solidFill>
                  <a:srgbClr val="2C2A29"/>
                </a:solidFill>
                <a:latin typeface="Lato"/>
                <a:ea typeface="Lato"/>
                <a:cs typeface="Lato"/>
              </a:defRPr>
            </a:lvl4pPr>
            <a:lvl5pPr algn="l">
              <a:defRPr sz="1275" b="0" i="0">
                <a:solidFill>
                  <a:srgbClr val="2C2A29"/>
                </a:solidFill>
                <a:latin typeface="Lato"/>
                <a:ea typeface="Lato"/>
                <a:cs typeface="Lato"/>
              </a:defRPr>
            </a:lvl5pPr>
            <a:lvl6pPr algn="l">
              <a:defRPr sz="1275" b="0" i="0">
                <a:solidFill>
                  <a:srgbClr val="2C2A29"/>
                </a:solidFill>
                <a:latin typeface="Lato"/>
                <a:ea typeface="Lato"/>
                <a:cs typeface="Lato"/>
              </a:defRPr>
            </a:lvl6pPr>
            <a:lvl7pPr algn="l">
              <a:defRPr sz="1275" b="0" i="0">
                <a:solidFill>
                  <a:srgbClr val="2C2A29"/>
                </a:solidFill>
                <a:latin typeface="Lato"/>
                <a:ea typeface="Lato"/>
                <a:cs typeface="Lato"/>
              </a:defRPr>
            </a:lvl7pPr>
            <a:lvl8pPr algn="l">
              <a:defRPr sz="1275" b="0" i="0">
                <a:solidFill>
                  <a:srgbClr val="2C2A29"/>
                </a:solidFill>
                <a:latin typeface="Lato"/>
                <a:ea typeface="Lato"/>
                <a:cs typeface="Lato"/>
              </a:defRPr>
            </a:lvl8pPr>
            <a:lvl9pPr algn="l">
              <a:defRPr sz="1275" b="0" i="0">
                <a:solidFill>
                  <a:srgbClr val="2C2A29"/>
                </a:solidFill>
                <a:latin typeface="Lato"/>
                <a:ea typeface="Lato"/>
                <a:cs typeface="Lato"/>
              </a:defRPr>
            </a:lvl9pPr>
          </a:lstStyle>
          <a:p>
            <a:pPr algn="l">
              <a:defRPr sz="1275" b="0" i="0">
                <a:solidFill>
                  <a:srgbClr val="2C2A29"/>
                </a:solidFill>
                <a:latin typeface="Lato"/>
                <a:ea typeface="Lato"/>
                <a:cs typeface="Lato"/>
              </a:defRPr>
            </a:pPr>
            <a:r>
              <a:rPr sz="1275" b="0" i="0">
                <a:solidFill>
                  <a:srgbClr val="2C2A29"/>
                </a:solidFill>
                <a:latin typeface="Lato"/>
                <a:ea typeface="Lato"/>
                <a:cs typeface="Lato"/>
              </a:rPr>
              <a:t>Recomandări de producție și opțiuni de redistribuire</a:t>
            </a:r>
          </a:p>
        </p:txBody>
      </p:sp>
      <p:sp>
        <p:nvSpPr>
          <p:cNvPr id="15" name="real-label">
            <a:extLst>
              <a:ext uri="{FF2B5EF4-FFF2-40B4-BE49-F238E27FC236}">
                <a16:creationId xmlns:a16="http://schemas.microsoft.com/office/drawing/2014/main" id="{5925ADFB-3A3E-4DF1-815A-D29120D00880}"/>
              </a:ext>
            </a:extLst>
          </p:cNvPr>
          <p:cNvSpPr>
            <a:spLocks noGrp="1"/>
          </p:cNvSpPr>
          <p:nvPr/>
        </p:nvSpPr>
        <p:spPr>
          <a:xfrm>
            <a:off x="704850" y="4257675"/>
            <a:ext cx="514350" cy="209550"/>
          </a:xfrm>
          <a:prstGeom prst="rect">
            <a:avLst/>
          </a:prstGeom>
          <a:noFill/>
          <a:ln w="0">
            <a:noFill/>
            <a:prstDash val="solid"/>
          </a:ln>
        </p:spPr>
        <p:txBody>
          <a:bodyPr wrap="square" lIns="0" tIns="0" rIns="0" bIns="0" anchor="t">
            <a:normAutofit/>
          </a:bodyPr>
          <a:lstStyle>
            <a:defPPr algn="l">
              <a:defRPr sz="900" b="1" i="0">
                <a:solidFill>
                  <a:srgbClr val="627356"/>
                </a:solidFill>
                <a:latin typeface="Lato"/>
                <a:ea typeface="Lato"/>
                <a:cs typeface="Lato"/>
              </a:defRPr>
            </a:defPPr>
            <a:lvl1pPr algn="l">
              <a:defRPr sz="900" b="1" i="0">
                <a:solidFill>
                  <a:srgbClr val="627356"/>
                </a:solidFill>
                <a:latin typeface="Lato"/>
                <a:ea typeface="Lato"/>
                <a:cs typeface="Lato"/>
              </a:defRPr>
            </a:lvl1pPr>
            <a:lvl2pPr algn="l">
              <a:defRPr sz="900" b="1" i="0">
                <a:solidFill>
                  <a:srgbClr val="627356"/>
                </a:solidFill>
                <a:latin typeface="Lato"/>
                <a:ea typeface="Lato"/>
                <a:cs typeface="Lato"/>
              </a:defRPr>
            </a:lvl2pPr>
            <a:lvl3pPr algn="l">
              <a:defRPr sz="900" b="1" i="0">
                <a:solidFill>
                  <a:srgbClr val="627356"/>
                </a:solidFill>
                <a:latin typeface="Lato"/>
                <a:ea typeface="Lato"/>
                <a:cs typeface="Lato"/>
              </a:defRPr>
            </a:lvl3pPr>
            <a:lvl4pPr algn="l">
              <a:defRPr sz="900" b="1" i="0">
                <a:solidFill>
                  <a:srgbClr val="627356"/>
                </a:solidFill>
                <a:latin typeface="Lato"/>
                <a:ea typeface="Lato"/>
                <a:cs typeface="Lato"/>
              </a:defRPr>
            </a:lvl4pPr>
            <a:lvl5pPr algn="l">
              <a:defRPr sz="900" b="1" i="0">
                <a:solidFill>
                  <a:srgbClr val="627356"/>
                </a:solidFill>
                <a:latin typeface="Lato"/>
                <a:ea typeface="Lato"/>
                <a:cs typeface="Lato"/>
              </a:defRPr>
            </a:lvl5pPr>
            <a:lvl6pPr algn="l">
              <a:defRPr sz="900" b="1" i="0">
                <a:solidFill>
                  <a:srgbClr val="627356"/>
                </a:solidFill>
                <a:latin typeface="Lato"/>
                <a:ea typeface="Lato"/>
                <a:cs typeface="Lato"/>
              </a:defRPr>
            </a:lvl6pPr>
            <a:lvl7pPr algn="l">
              <a:defRPr sz="900" b="1" i="0">
                <a:solidFill>
                  <a:srgbClr val="627356"/>
                </a:solidFill>
                <a:latin typeface="Lato"/>
                <a:ea typeface="Lato"/>
                <a:cs typeface="Lato"/>
              </a:defRPr>
            </a:lvl7pPr>
            <a:lvl8pPr algn="l">
              <a:defRPr sz="900" b="1" i="0">
                <a:solidFill>
                  <a:srgbClr val="627356"/>
                </a:solidFill>
                <a:latin typeface="Lato"/>
                <a:ea typeface="Lato"/>
                <a:cs typeface="Lato"/>
              </a:defRPr>
            </a:lvl8pPr>
            <a:lvl9pPr algn="l">
              <a:defRPr sz="900" b="1" i="0">
                <a:solidFill>
                  <a:srgbClr val="627356"/>
                </a:solidFill>
                <a:latin typeface="Lato"/>
                <a:ea typeface="Lato"/>
                <a:cs typeface="Lato"/>
              </a:defRPr>
            </a:lvl9pPr>
          </a:lstStyle>
          <a:p>
            <a:pPr algn="l">
              <a:defRPr sz="900" b="1" i="0">
                <a:solidFill>
                  <a:srgbClr val="627356"/>
                </a:solidFill>
                <a:latin typeface="Lato"/>
                <a:ea typeface="Lato"/>
                <a:cs typeface="Lato"/>
              </a:defRPr>
            </a:pPr>
            <a:r>
              <a:rPr sz="900" b="1" i="0">
                <a:solidFill>
                  <a:srgbClr val="627356"/>
                </a:solidFill>
                <a:latin typeface="Lato"/>
                <a:ea typeface="Lato"/>
                <a:cs typeface="Lato"/>
              </a:rPr>
              <a:t>REAL</a:t>
            </a:r>
          </a:p>
        </p:txBody>
      </p:sp>
      <p:sp>
        <p:nvSpPr>
          <p:cNvPr id="16" name="real-copy">
            <a:extLst>
              <a:ext uri="{FF2B5EF4-FFF2-40B4-BE49-F238E27FC236}">
                <a16:creationId xmlns:a16="http://schemas.microsoft.com/office/drawing/2014/main" id="{D146FFE3-73B6-4110-BA48-C7BE0A423395}"/>
              </a:ext>
            </a:extLst>
          </p:cNvPr>
          <p:cNvSpPr>
            <a:spLocks noGrp="1"/>
          </p:cNvSpPr>
          <p:nvPr/>
        </p:nvSpPr>
        <p:spPr>
          <a:xfrm>
            <a:off x="1123950" y="4222060"/>
            <a:ext cx="3333750" cy="323850"/>
          </a:xfrm>
          <a:prstGeom prst="rect">
            <a:avLst/>
          </a:prstGeom>
          <a:noFill/>
          <a:ln w="0">
            <a:noFill/>
            <a:prstDash val="solid"/>
          </a:ln>
        </p:spPr>
        <p:txBody>
          <a:bodyPr wrap="square" lIns="0" tIns="0" rIns="0" bIns="0" anchor="t">
            <a:normAutofit fontScale="97656" lnSpcReduction="10000"/>
          </a:bodyPr>
          <a:lstStyle>
            <a:defPPr algn="l">
              <a:defRPr sz="1088" b="0" i="0">
                <a:solidFill>
                  <a:srgbClr val="2C2A29"/>
                </a:solidFill>
                <a:latin typeface="Lato"/>
                <a:ea typeface="Lato"/>
                <a:cs typeface="Lato"/>
              </a:defRPr>
            </a:defPPr>
            <a:lvl1pPr algn="l">
              <a:defRPr sz="1088" b="0" i="0">
                <a:solidFill>
                  <a:srgbClr val="2C2A29"/>
                </a:solidFill>
                <a:latin typeface="Lato"/>
                <a:ea typeface="Lato"/>
                <a:cs typeface="Lato"/>
              </a:defRPr>
            </a:lvl1pPr>
            <a:lvl2pPr algn="l">
              <a:defRPr sz="1088" b="0" i="0">
                <a:solidFill>
                  <a:srgbClr val="2C2A29"/>
                </a:solidFill>
                <a:latin typeface="Lato"/>
                <a:ea typeface="Lato"/>
                <a:cs typeface="Lato"/>
              </a:defRPr>
            </a:lvl2pPr>
            <a:lvl3pPr algn="l">
              <a:defRPr sz="1088" b="0" i="0">
                <a:solidFill>
                  <a:srgbClr val="2C2A29"/>
                </a:solidFill>
                <a:latin typeface="Lato"/>
                <a:ea typeface="Lato"/>
                <a:cs typeface="Lato"/>
              </a:defRPr>
            </a:lvl3pPr>
            <a:lvl4pPr algn="l">
              <a:defRPr sz="1088" b="0" i="0">
                <a:solidFill>
                  <a:srgbClr val="2C2A29"/>
                </a:solidFill>
                <a:latin typeface="Lato"/>
                <a:ea typeface="Lato"/>
                <a:cs typeface="Lato"/>
              </a:defRPr>
            </a:lvl4pPr>
            <a:lvl5pPr algn="l">
              <a:defRPr sz="1088" b="0" i="0">
                <a:solidFill>
                  <a:srgbClr val="2C2A29"/>
                </a:solidFill>
                <a:latin typeface="Lato"/>
                <a:ea typeface="Lato"/>
                <a:cs typeface="Lato"/>
              </a:defRPr>
            </a:lvl5pPr>
            <a:lvl6pPr algn="l">
              <a:defRPr sz="1088" b="0" i="0">
                <a:solidFill>
                  <a:srgbClr val="2C2A29"/>
                </a:solidFill>
                <a:latin typeface="Lato"/>
                <a:ea typeface="Lato"/>
                <a:cs typeface="Lato"/>
              </a:defRPr>
            </a:lvl6pPr>
            <a:lvl7pPr algn="l">
              <a:defRPr sz="1088" b="0" i="0">
                <a:solidFill>
                  <a:srgbClr val="2C2A29"/>
                </a:solidFill>
                <a:latin typeface="Lato"/>
                <a:ea typeface="Lato"/>
                <a:cs typeface="Lato"/>
              </a:defRPr>
            </a:lvl7pPr>
            <a:lvl8pPr algn="l">
              <a:defRPr sz="1088" b="0" i="0">
                <a:solidFill>
                  <a:srgbClr val="2C2A29"/>
                </a:solidFill>
                <a:latin typeface="Lato"/>
                <a:ea typeface="Lato"/>
                <a:cs typeface="Lato"/>
              </a:defRPr>
            </a:lvl8pPr>
            <a:lvl9pPr algn="l">
              <a:defRPr sz="1088" b="0" i="0">
                <a:solidFill>
                  <a:srgbClr val="2C2A29"/>
                </a:solidFill>
                <a:latin typeface="Lato"/>
                <a:ea typeface="Lato"/>
                <a:cs typeface="Lato"/>
              </a:defRPr>
            </a:lvl9pPr>
          </a:lstStyle>
          <a:p>
            <a:pPr algn="l">
              <a:defRPr sz="1088" b="0" i="0">
                <a:solidFill>
                  <a:srgbClr val="2C2A29"/>
                </a:solidFill>
                <a:latin typeface="Lato"/>
                <a:ea typeface="Lato"/>
                <a:cs typeface="Lato"/>
              </a:defRPr>
            </a:pPr>
            <a:r>
              <a:rPr sz="1088" b="0" i="0" dirty="0">
                <a:solidFill>
                  <a:srgbClr val="2C2A29"/>
                </a:solidFill>
                <a:latin typeface="Lato"/>
                <a:ea typeface="Lato"/>
                <a:cs typeface="Lato"/>
              </a:rPr>
              <a:t>Analiza, </a:t>
            </a:r>
            <a:r>
              <a:rPr sz="1088" b="0" i="0" dirty="0" err="1">
                <a:solidFill>
                  <a:srgbClr val="2C2A29"/>
                </a:solidFill>
                <a:latin typeface="Lato"/>
                <a:ea typeface="Lato"/>
                <a:cs typeface="Lato"/>
              </a:rPr>
              <a:t>predicțiile</a:t>
            </a:r>
            <a:r>
              <a:rPr sz="1088" b="0" i="0" dirty="0">
                <a:solidFill>
                  <a:srgbClr val="2C2A29"/>
                </a:solidFill>
                <a:latin typeface="Lato"/>
                <a:ea typeface="Lato"/>
                <a:cs typeface="Lato"/>
              </a:rPr>
              <a:t>, </a:t>
            </a:r>
            <a:r>
              <a:rPr sz="1088" b="0" i="0" dirty="0" err="1">
                <a:solidFill>
                  <a:srgbClr val="2C2A29"/>
                </a:solidFill>
                <a:latin typeface="Lato"/>
                <a:ea typeface="Lato"/>
                <a:cs typeface="Lato"/>
              </a:rPr>
              <a:t>recomandările</a:t>
            </a:r>
            <a:r>
              <a:rPr sz="1088" b="0" i="0" dirty="0">
                <a:solidFill>
                  <a:srgbClr val="2C2A29"/>
                </a:solidFill>
                <a:latin typeface="Lato"/>
                <a:ea typeface="Lato"/>
                <a:cs typeface="Lato"/>
              </a:rPr>
              <a:t> </a:t>
            </a:r>
            <a:r>
              <a:rPr sz="1088" b="0" i="0" dirty="0" err="1">
                <a:solidFill>
                  <a:srgbClr val="2C2A29"/>
                </a:solidFill>
                <a:latin typeface="Lato"/>
                <a:ea typeface="Lato"/>
                <a:cs typeface="Lato"/>
              </a:rPr>
              <a:t>și</a:t>
            </a:r>
            <a:r>
              <a:rPr sz="1088" b="0" i="0" dirty="0">
                <a:solidFill>
                  <a:srgbClr val="2C2A29"/>
                </a:solidFill>
                <a:latin typeface="Lato"/>
                <a:ea typeface="Lato"/>
                <a:cs typeface="Lato"/>
              </a:rPr>
              <a:t> </a:t>
            </a:r>
            <a:r>
              <a:rPr sz="1088" b="0" i="0" dirty="0" err="1">
                <a:solidFill>
                  <a:srgbClr val="2C2A29"/>
                </a:solidFill>
                <a:latin typeface="Lato"/>
                <a:ea typeface="Lato"/>
                <a:cs typeface="Lato"/>
              </a:rPr>
              <a:t>simulatorul</a:t>
            </a:r>
            <a:r>
              <a:rPr sz="1088" b="0" i="0" dirty="0">
                <a:solidFill>
                  <a:srgbClr val="2C2A29"/>
                </a:solidFill>
                <a:latin typeface="Lato"/>
                <a:ea typeface="Lato"/>
                <a:cs typeface="Lato"/>
              </a:rPr>
              <a:t> </a:t>
            </a:r>
            <a:r>
              <a:rPr sz="1088" b="0" i="0" dirty="0" err="1">
                <a:solidFill>
                  <a:srgbClr val="2C2A29"/>
                </a:solidFill>
                <a:latin typeface="Lato"/>
                <a:ea typeface="Lato"/>
                <a:cs typeface="Lato"/>
              </a:rPr>
              <a:t>rulează</a:t>
            </a:r>
            <a:r>
              <a:rPr sz="1088" b="0" i="0" dirty="0">
                <a:solidFill>
                  <a:srgbClr val="2C2A29"/>
                </a:solidFill>
                <a:latin typeface="Lato"/>
                <a:ea typeface="Lato"/>
                <a:cs typeface="Lato"/>
              </a:rPr>
              <a:t> </a:t>
            </a:r>
            <a:r>
              <a:rPr sz="1088" b="0" i="0" dirty="0" err="1">
                <a:solidFill>
                  <a:srgbClr val="2C2A29"/>
                </a:solidFill>
                <a:latin typeface="Lato"/>
                <a:ea typeface="Lato"/>
                <a:cs typeface="Lato"/>
              </a:rPr>
              <a:t>în</a:t>
            </a:r>
            <a:r>
              <a:rPr sz="1088" b="0" i="0" dirty="0">
                <a:solidFill>
                  <a:srgbClr val="2C2A29"/>
                </a:solidFill>
                <a:latin typeface="Lato"/>
                <a:ea typeface="Lato"/>
                <a:cs typeface="Lato"/>
              </a:rPr>
              <a:t> </a:t>
            </a:r>
            <a:r>
              <a:rPr sz="1088" b="0" i="0" dirty="0" err="1">
                <a:solidFill>
                  <a:srgbClr val="2C2A29"/>
                </a:solidFill>
                <a:latin typeface="Lato"/>
                <a:ea typeface="Lato"/>
                <a:cs typeface="Lato"/>
              </a:rPr>
              <a:t>produs</a:t>
            </a:r>
            <a:endParaRPr sz="1088" b="0" i="0" dirty="0">
              <a:solidFill>
                <a:srgbClr val="2C2A29"/>
              </a:solidFill>
              <a:latin typeface="Lato"/>
              <a:ea typeface="Lato"/>
              <a:cs typeface="Lato"/>
            </a:endParaRPr>
          </a:p>
        </p:txBody>
      </p:sp>
      <p:sp>
        <p:nvSpPr>
          <p:cNvPr id="17" name="sim-label">
            <a:extLst>
              <a:ext uri="{FF2B5EF4-FFF2-40B4-BE49-F238E27FC236}">
                <a16:creationId xmlns:a16="http://schemas.microsoft.com/office/drawing/2014/main" id="{14801A24-C0B7-4075-8B25-98180C0E6B34}"/>
              </a:ext>
            </a:extLst>
          </p:cNvPr>
          <p:cNvSpPr>
            <a:spLocks noGrp="1"/>
          </p:cNvSpPr>
          <p:nvPr/>
        </p:nvSpPr>
        <p:spPr>
          <a:xfrm>
            <a:off x="4838700" y="4257675"/>
            <a:ext cx="685800" cy="209550"/>
          </a:xfrm>
          <a:prstGeom prst="rect">
            <a:avLst/>
          </a:prstGeom>
          <a:noFill/>
          <a:ln w="0">
            <a:noFill/>
            <a:prstDash val="solid"/>
          </a:ln>
        </p:spPr>
        <p:txBody>
          <a:bodyPr wrap="square" lIns="0" tIns="0" rIns="0" bIns="0" anchor="t">
            <a:normAutofit/>
          </a:bodyPr>
          <a:lstStyle>
            <a:defPPr algn="l">
              <a:defRPr sz="900" b="1" i="0">
                <a:solidFill>
                  <a:srgbClr val="85441C"/>
                </a:solidFill>
                <a:latin typeface="Lato"/>
                <a:ea typeface="Lato"/>
                <a:cs typeface="Lato"/>
              </a:defRPr>
            </a:defPPr>
            <a:lvl1pPr algn="l">
              <a:defRPr sz="900" b="1" i="0">
                <a:solidFill>
                  <a:srgbClr val="85441C"/>
                </a:solidFill>
                <a:latin typeface="Lato"/>
                <a:ea typeface="Lato"/>
                <a:cs typeface="Lato"/>
              </a:defRPr>
            </a:lvl1pPr>
            <a:lvl2pPr algn="l">
              <a:defRPr sz="900" b="1" i="0">
                <a:solidFill>
                  <a:srgbClr val="85441C"/>
                </a:solidFill>
                <a:latin typeface="Lato"/>
                <a:ea typeface="Lato"/>
                <a:cs typeface="Lato"/>
              </a:defRPr>
            </a:lvl2pPr>
            <a:lvl3pPr algn="l">
              <a:defRPr sz="900" b="1" i="0">
                <a:solidFill>
                  <a:srgbClr val="85441C"/>
                </a:solidFill>
                <a:latin typeface="Lato"/>
                <a:ea typeface="Lato"/>
                <a:cs typeface="Lato"/>
              </a:defRPr>
            </a:lvl3pPr>
            <a:lvl4pPr algn="l">
              <a:defRPr sz="900" b="1" i="0">
                <a:solidFill>
                  <a:srgbClr val="85441C"/>
                </a:solidFill>
                <a:latin typeface="Lato"/>
                <a:ea typeface="Lato"/>
                <a:cs typeface="Lato"/>
              </a:defRPr>
            </a:lvl4pPr>
            <a:lvl5pPr algn="l">
              <a:defRPr sz="900" b="1" i="0">
                <a:solidFill>
                  <a:srgbClr val="85441C"/>
                </a:solidFill>
                <a:latin typeface="Lato"/>
                <a:ea typeface="Lato"/>
                <a:cs typeface="Lato"/>
              </a:defRPr>
            </a:lvl5pPr>
            <a:lvl6pPr algn="l">
              <a:defRPr sz="900" b="1" i="0">
                <a:solidFill>
                  <a:srgbClr val="85441C"/>
                </a:solidFill>
                <a:latin typeface="Lato"/>
                <a:ea typeface="Lato"/>
                <a:cs typeface="Lato"/>
              </a:defRPr>
            </a:lvl6pPr>
            <a:lvl7pPr algn="l">
              <a:defRPr sz="900" b="1" i="0">
                <a:solidFill>
                  <a:srgbClr val="85441C"/>
                </a:solidFill>
                <a:latin typeface="Lato"/>
                <a:ea typeface="Lato"/>
                <a:cs typeface="Lato"/>
              </a:defRPr>
            </a:lvl7pPr>
            <a:lvl8pPr algn="l">
              <a:defRPr sz="900" b="1" i="0">
                <a:solidFill>
                  <a:srgbClr val="85441C"/>
                </a:solidFill>
                <a:latin typeface="Lato"/>
                <a:ea typeface="Lato"/>
                <a:cs typeface="Lato"/>
              </a:defRPr>
            </a:lvl8pPr>
            <a:lvl9pPr algn="l">
              <a:defRPr sz="900" b="1" i="0">
                <a:solidFill>
                  <a:srgbClr val="85441C"/>
                </a:solidFill>
                <a:latin typeface="Lato"/>
                <a:ea typeface="Lato"/>
                <a:cs typeface="Lato"/>
              </a:defRPr>
            </a:lvl9pPr>
          </a:lstStyle>
          <a:p>
            <a:pPr algn="l">
              <a:defRPr sz="900" b="1" i="0">
                <a:solidFill>
                  <a:srgbClr val="85441C"/>
                </a:solidFill>
                <a:latin typeface="Lato"/>
                <a:ea typeface="Lato"/>
                <a:cs typeface="Lato"/>
              </a:defRPr>
            </a:pPr>
            <a:r>
              <a:rPr sz="900" b="1" i="0">
                <a:solidFill>
                  <a:srgbClr val="85441C"/>
                </a:solidFill>
                <a:latin typeface="Lato"/>
                <a:ea typeface="Lato"/>
                <a:cs typeface="Lato"/>
              </a:rPr>
              <a:t>SIMULAT</a:t>
            </a:r>
          </a:p>
        </p:txBody>
      </p:sp>
      <p:sp>
        <p:nvSpPr>
          <p:cNvPr id="18" name="sim-copy">
            <a:extLst>
              <a:ext uri="{FF2B5EF4-FFF2-40B4-BE49-F238E27FC236}">
                <a16:creationId xmlns:a16="http://schemas.microsoft.com/office/drawing/2014/main" id="{C933BC68-061C-4057-BFEE-E6CC2021C845}"/>
              </a:ext>
            </a:extLst>
          </p:cNvPr>
          <p:cNvSpPr>
            <a:spLocks noGrp="1"/>
          </p:cNvSpPr>
          <p:nvPr/>
        </p:nvSpPr>
        <p:spPr>
          <a:xfrm>
            <a:off x="5454926" y="4238625"/>
            <a:ext cx="2952750" cy="381000"/>
          </a:xfrm>
          <a:prstGeom prst="rect">
            <a:avLst/>
          </a:prstGeom>
          <a:noFill/>
          <a:ln w="0">
            <a:noFill/>
            <a:prstDash val="solid"/>
          </a:ln>
        </p:spPr>
        <p:txBody>
          <a:bodyPr wrap="square" lIns="0" tIns="0" rIns="0" bIns="0" anchor="t">
            <a:normAutofit/>
          </a:bodyPr>
          <a:lstStyle>
            <a:defPPr algn="l">
              <a:defRPr sz="1088" b="0" i="0">
                <a:solidFill>
                  <a:srgbClr val="2C2A29"/>
                </a:solidFill>
                <a:latin typeface="Lato"/>
                <a:ea typeface="Lato"/>
                <a:cs typeface="Lato"/>
              </a:defRPr>
            </a:defPPr>
            <a:lvl1pPr algn="l">
              <a:defRPr sz="1088" b="0" i="0">
                <a:solidFill>
                  <a:srgbClr val="2C2A29"/>
                </a:solidFill>
                <a:latin typeface="Lato"/>
                <a:ea typeface="Lato"/>
                <a:cs typeface="Lato"/>
              </a:defRPr>
            </a:lvl1pPr>
            <a:lvl2pPr algn="l">
              <a:defRPr sz="1088" b="0" i="0">
                <a:solidFill>
                  <a:srgbClr val="2C2A29"/>
                </a:solidFill>
                <a:latin typeface="Lato"/>
                <a:ea typeface="Lato"/>
                <a:cs typeface="Lato"/>
              </a:defRPr>
            </a:lvl2pPr>
            <a:lvl3pPr algn="l">
              <a:defRPr sz="1088" b="0" i="0">
                <a:solidFill>
                  <a:srgbClr val="2C2A29"/>
                </a:solidFill>
                <a:latin typeface="Lato"/>
                <a:ea typeface="Lato"/>
                <a:cs typeface="Lato"/>
              </a:defRPr>
            </a:lvl3pPr>
            <a:lvl4pPr algn="l">
              <a:defRPr sz="1088" b="0" i="0">
                <a:solidFill>
                  <a:srgbClr val="2C2A29"/>
                </a:solidFill>
                <a:latin typeface="Lato"/>
                <a:ea typeface="Lato"/>
                <a:cs typeface="Lato"/>
              </a:defRPr>
            </a:lvl4pPr>
            <a:lvl5pPr algn="l">
              <a:defRPr sz="1088" b="0" i="0">
                <a:solidFill>
                  <a:srgbClr val="2C2A29"/>
                </a:solidFill>
                <a:latin typeface="Lato"/>
                <a:ea typeface="Lato"/>
                <a:cs typeface="Lato"/>
              </a:defRPr>
            </a:lvl5pPr>
            <a:lvl6pPr algn="l">
              <a:defRPr sz="1088" b="0" i="0">
                <a:solidFill>
                  <a:srgbClr val="2C2A29"/>
                </a:solidFill>
                <a:latin typeface="Lato"/>
                <a:ea typeface="Lato"/>
                <a:cs typeface="Lato"/>
              </a:defRPr>
            </a:lvl6pPr>
            <a:lvl7pPr algn="l">
              <a:defRPr sz="1088" b="0" i="0">
                <a:solidFill>
                  <a:srgbClr val="2C2A29"/>
                </a:solidFill>
                <a:latin typeface="Lato"/>
                <a:ea typeface="Lato"/>
                <a:cs typeface="Lato"/>
              </a:defRPr>
            </a:lvl7pPr>
            <a:lvl8pPr algn="l">
              <a:defRPr sz="1088" b="0" i="0">
                <a:solidFill>
                  <a:srgbClr val="2C2A29"/>
                </a:solidFill>
                <a:latin typeface="Lato"/>
                <a:ea typeface="Lato"/>
                <a:cs typeface="Lato"/>
              </a:defRPr>
            </a:lvl8pPr>
            <a:lvl9pPr algn="l">
              <a:defRPr sz="1088" b="0" i="0">
                <a:solidFill>
                  <a:srgbClr val="2C2A29"/>
                </a:solidFill>
                <a:latin typeface="Lato"/>
                <a:ea typeface="Lato"/>
                <a:cs typeface="Lato"/>
              </a:defRPr>
            </a:lvl9pPr>
          </a:lstStyle>
          <a:p>
            <a:pPr algn="l">
              <a:defRPr sz="1088" b="0" i="0">
                <a:solidFill>
                  <a:srgbClr val="2C2A29"/>
                </a:solidFill>
                <a:latin typeface="Lato"/>
                <a:ea typeface="Lato"/>
                <a:cs typeface="Lato"/>
              </a:defRPr>
            </a:pPr>
            <a:r>
              <a:rPr sz="1088" b="0" i="0" dirty="0" err="1">
                <a:solidFill>
                  <a:srgbClr val="2C2A29"/>
                </a:solidFill>
                <a:latin typeface="Lato"/>
                <a:ea typeface="Lato"/>
                <a:cs typeface="Lato"/>
              </a:rPr>
              <a:t>Inventarul</a:t>
            </a:r>
            <a:r>
              <a:rPr sz="1088" b="0" i="0" dirty="0">
                <a:solidFill>
                  <a:srgbClr val="2C2A29"/>
                </a:solidFill>
                <a:latin typeface="Lato"/>
                <a:ea typeface="Lato"/>
                <a:cs typeface="Lato"/>
              </a:rPr>
              <a:t> </a:t>
            </a:r>
            <a:r>
              <a:rPr sz="1088" b="0" i="0" dirty="0" err="1">
                <a:solidFill>
                  <a:srgbClr val="2C2A29"/>
                </a:solidFill>
                <a:latin typeface="Lato"/>
                <a:ea typeface="Lato"/>
                <a:cs typeface="Lato"/>
              </a:rPr>
              <a:t>și</a:t>
            </a:r>
            <a:r>
              <a:rPr sz="1088" b="0" i="0" dirty="0">
                <a:solidFill>
                  <a:srgbClr val="2C2A29"/>
                </a:solidFill>
                <a:latin typeface="Lato"/>
                <a:ea typeface="Lato"/>
                <a:cs typeface="Lato"/>
              </a:rPr>
              <a:t> </a:t>
            </a:r>
            <a:r>
              <a:rPr sz="1088" b="0" i="0" dirty="0" err="1">
                <a:solidFill>
                  <a:srgbClr val="2C2A29"/>
                </a:solidFill>
                <a:latin typeface="Lato"/>
                <a:ea typeface="Lato"/>
                <a:cs typeface="Lato"/>
              </a:rPr>
              <a:t>vânzările</a:t>
            </a:r>
            <a:r>
              <a:rPr sz="1088" b="0" i="0" dirty="0">
                <a:solidFill>
                  <a:srgbClr val="2C2A29"/>
                </a:solidFill>
                <a:latin typeface="Lato"/>
                <a:ea typeface="Lato"/>
                <a:cs typeface="Lato"/>
              </a:rPr>
              <a:t> demo sunt </a:t>
            </a:r>
            <a:r>
              <a:rPr sz="1088" b="0" i="0" dirty="0" err="1">
                <a:solidFill>
                  <a:srgbClr val="2C2A29"/>
                </a:solidFill>
                <a:latin typeface="Lato"/>
                <a:ea typeface="Lato"/>
                <a:cs typeface="Lato"/>
              </a:rPr>
              <a:t>sintetice</a:t>
            </a:r>
            <a:r>
              <a:rPr sz="1088" b="0" i="0" dirty="0">
                <a:solidFill>
                  <a:srgbClr val="2C2A29"/>
                </a:solidFill>
                <a:latin typeface="Lato"/>
                <a:ea typeface="Lato"/>
                <a:cs typeface="Lato"/>
              </a:rPr>
              <a:t>, </a:t>
            </a:r>
            <a:r>
              <a:rPr sz="1088" b="0" i="0" dirty="0" err="1">
                <a:solidFill>
                  <a:srgbClr val="2C2A29"/>
                </a:solidFill>
                <a:latin typeface="Lato"/>
                <a:ea typeface="Lato"/>
                <a:cs typeface="Lato"/>
              </a:rPr>
              <a:t>iar</a:t>
            </a:r>
            <a:r>
              <a:rPr sz="1088" b="0" i="0" dirty="0">
                <a:solidFill>
                  <a:srgbClr val="2C2A29"/>
                </a:solidFill>
                <a:latin typeface="Lato"/>
                <a:ea typeface="Lato"/>
                <a:cs typeface="Lato"/>
              </a:rPr>
              <a:t> </a:t>
            </a:r>
            <a:r>
              <a:rPr sz="1088" b="0" i="0" dirty="0" err="1">
                <a:solidFill>
                  <a:srgbClr val="2C2A29"/>
                </a:solidFill>
                <a:latin typeface="Lato"/>
                <a:ea typeface="Lato"/>
                <a:cs typeface="Lato"/>
              </a:rPr>
              <a:t>utilizatorul</a:t>
            </a:r>
            <a:r>
              <a:rPr sz="1088" b="0" i="0" dirty="0">
                <a:solidFill>
                  <a:srgbClr val="2C2A29"/>
                </a:solidFill>
                <a:latin typeface="Lato"/>
                <a:ea typeface="Lato"/>
                <a:cs typeface="Lato"/>
              </a:rPr>
              <a:t> </a:t>
            </a:r>
            <a:r>
              <a:rPr sz="1088" b="0" i="0" dirty="0" err="1">
                <a:solidFill>
                  <a:srgbClr val="2C2A29"/>
                </a:solidFill>
                <a:latin typeface="Lato"/>
                <a:ea typeface="Lato"/>
                <a:cs typeface="Lato"/>
              </a:rPr>
              <a:t>este</a:t>
            </a:r>
            <a:r>
              <a:rPr sz="1088" b="0" i="0" dirty="0">
                <a:solidFill>
                  <a:srgbClr val="2C2A29"/>
                </a:solidFill>
                <a:latin typeface="Lato"/>
                <a:ea typeface="Lato"/>
                <a:cs typeface="Lato"/>
              </a:rPr>
              <a:t> </a:t>
            </a:r>
            <a:r>
              <a:rPr sz="1088" b="0" i="0" dirty="0" err="1">
                <a:solidFill>
                  <a:srgbClr val="2C2A29"/>
                </a:solidFill>
                <a:latin typeface="Lato"/>
                <a:ea typeface="Lato"/>
                <a:cs typeface="Lato"/>
              </a:rPr>
              <a:t>hardcodat</a:t>
            </a:r>
            <a:endParaRPr sz="1088" b="0" i="0" dirty="0">
              <a:solidFill>
                <a:srgbClr val="2C2A29"/>
              </a:solidFill>
              <a:latin typeface="Lato"/>
              <a:ea typeface="Lato"/>
              <a:cs typeface="Lato"/>
            </a:endParaRPr>
          </a:p>
        </p:txBody>
      </p:sp>
    </p:spTree>
    <p:extLst>
      <p:ext uri="{BB962C8B-B14F-4D97-AF65-F5344CB8AC3E}">
        <p14:creationId xmlns:p14="http://schemas.microsoft.com/office/powerpoint/2010/main" val="44998264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 name="Picture 17">
            <a:extLst>
              <a:ext uri="{FF2B5EF4-FFF2-40B4-BE49-F238E27FC236}">
                <a16:creationId xmlns:a16="http://schemas.microsoft.com/office/drawing/2014/main" id="{2FB81788-3432-48B0-AA5F-7BF4871B0F18}"/>
              </a:ext>
            </a:extLst>
          </p:cNvPr>
          <p:cNvPicPr>
            <a:picLocks noChangeAspect="1"/>
          </p:cNvPicPr>
          <p:nvPr/>
        </p:nvPicPr>
        <p:blipFill>
          <a:blip r:embed="rId5" cstate="screen">
            <a:extLst>
              <a:ext uri="{28A0092B-C50C-407E-A947-70E740481C1C}">
                <a14:useLocalDpi xmlns:a14="http://schemas.microsoft.com/office/drawing/2010/main"/>
              </a:ext>
            </a:extLst>
          </a:blip>
          <a:srcRect/>
          <a:stretch>
            <a:fillRect/>
          </a:stretch>
        </p:blipFill>
        <p:spPr>
          <a:xfrm>
            <a:off x="8615035" y="4711604"/>
            <a:ext cx="9144000" cy="5143500"/>
          </a:xfrm>
          <a:prstGeom prst="rect">
            <a:avLst/>
          </a:prstGeom>
        </p:spPr>
      </p:pic>
      <p:sp>
        <p:nvSpPr>
          <p:cNvPr id="2" name="slide-5-title">
            <a:extLst>
              <a:ext uri="{FF2B5EF4-FFF2-40B4-BE49-F238E27FC236}">
                <a16:creationId xmlns:a16="http://schemas.microsoft.com/office/drawing/2014/main" id="{04995120-A22D-4269-AEBC-EE9F4EF12A0F}"/>
              </a:ext>
            </a:extLst>
          </p:cNvPr>
          <p:cNvSpPr>
            <a:spLocks noGrp="1"/>
          </p:cNvSpPr>
          <p:nvPr/>
        </p:nvSpPr>
        <p:spPr>
          <a:xfrm>
            <a:off x="538490" y="215403"/>
            <a:ext cx="7239000" cy="514350"/>
          </a:xfrm>
          <a:prstGeom prst="rect">
            <a:avLst/>
          </a:prstGeom>
          <a:noFill/>
          <a:ln w="0">
            <a:noFill/>
            <a:prstDash val="solid"/>
          </a:ln>
        </p:spPr>
        <p:txBody>
          <a:bodyPr wrap="square" lIns="0" tIns="0" rIns="0" bIns="0" anchor="t">
            <a:normAutofit/>
          </a:bodyPr>
          <a:lstStyle>
            <a:defPPr algn="l">
              <a:defRPr sz="2475" b="0" i="0">
                <a:solidFill>
                  <a:srgbClr val="2C2A29"/>
                </a:solidFill>
                <a:latin typeface="Prata"/>
                <a:ea typeface="Prata"/>
                <a:cs typeface="Prata"/>
              </a:defRPr>
            </a:defPPr>
            <a:lvl1pPr algn="l">
              <a:defRPr sz="2475" b="0" i="0">
                <a:solidFill>
                  <a:srgbClr val="2C2A29"/>
                </a:solidFill>
                <a:latin typeface="Prata"/>
                <a:ea typeface="Prata"/>
                <a:cs typeface="Prata"/>
              </a:defRPr>
            </a:lvl1pPr>
            <a:lvl2pPr algn="l">
              <a:defRPr sz="2475" b="0" i="0">
                <a:solidFill>
                  <a:srgbClr val="2C2A29"/>
                </a:solidFill>
                <a:latin typeface="Prata"/>
                <a:ea typeface="Prata"/>
                <a:cs typeface="Prata"/>
              </a:defRPr>
            </a:lvl2pPr>
            <a:lvl3pPr algn="l">
              <a:defRPr sz="2475" b="0" i="0">
                <a:solidFill>
                  <a:srgbClr val="2C2A29"/>
                </a:solidFill>
                <a:latin typeface="Prata"/>
                <a:ea typeface="Prata"/>
                <a:cs typeface="Prata"/>
              </a:defRPr>
            </a:lvl3pPr>
            <a:lvl4pPr algn="l">
              <a:defRPr sz="2475" b="0" i="0">
                <a:solidFill>
                  <a:srgbClr val="2C2A29"/>
                </a:solidFill>
                <a:latin typeface="Prata"/>
                <a:ea typeface="Prata"/>
                <a:cs typeface="Prata"/>
              </a:defRPr>
            </a:lvl4pPr>
            <a:lvl5pPr algn="l">
              <a:defRPr sz="2475" b="0" i="0">
                <a:solidFill>
                  <a:srgbClr val="2C2A29"/>
                </a:solidFill>
                <a:latin typeface="Prata"/>
                <a:ea typeface="Prata"/>
                <a:cs typeface="Prata"/>
              </a:defRPr>
            </a:lvl5pPr>
            <a:lvl6pPr algn="l">
              <a:defRPr sz="2475" b="0" i="0">
                <a:solidFill>
                  <a:srgbClr val="2C2A29"/>
                </a:solidFill>
                <a:latin typeface="Prata"/>
                <a:ea typeface="Prata"/>
                <a:cs typeface="Prata"/>
              </a:defRPr>
            </a:lvl6pPr>
            <a:lvl7pPr algn="l">
              <a:defRPr sz="2475" b="0" i="0">
                <a:solidFill>
                  <a:srgbClr val="2C2A29"/>
                </a:solidFill>
                <a:latin typeface="Prata"/>
                <a:ea typeface="Prata"/>
                <a:cs typeface="Prata"/>
              </a:defRPr>
            </a:lvl7pPr>
            <a:lvl8pPr algn="l">
              <a:defRPr sz="2475" b="0" i="0">
                <a:solidFill>
                  <a:srgbClr val="2C2A29"/>
                </a:solidFill>
                <a:latin typeface="Prata"/>
                <a:ea typeface="Prata"/>
                <a:cs typeface="Prata"/>
              </a:defRPr>
            </a:lvl8pPr>
            <a:lvl9pPr algn="l">
              <a:defRPr sz="2475" b="0" i="0">
                <a:solidFill>
                  <a:srgbClr val="2C2A29"/>
                </a:solidFill>
                <a:latin typeface="Prata"/>
                <a:ea typeface="Prata"/>
                <a:cs typeface="Prata"/>
              </a:defRPr>
            </a:lvl9pPr>
          </a:lstStyle>
          <a:p>
            <a:pPr algn="l">
              <a:defRPr sz="2475" b="0" i="0">
                <a:solidFill>
                  <a:srgbClr val="2C2A29"/>
                </a:solidFill>
                <a:latin typeface="Prata"/>
                <a:ea typeface="Prata"/>
                <a:cs typeface="Prata"/>
              </a:defRPr>
            </a:pPr>
            <a:r>
              <a:rPr sz="2475" b="1" i="0" dirty="0">
                <a:solidFill>
                  <a:srgbClr val="2C2A29"/>
                </a:solidFill>
                <a:latin typeface="Baghdad" pitchFamily="2" charset="-78"/>
                <a:cs typeface="Baghdad" pitchFamily="2" charset="-78"/>
              </a:rPr>
              <a:t>Demo: de la date la </a:t>
            </a:r>
            <a:r>
              <a:rPr sz="2475" b="1" i="0" dirty="0" err="1">
                <a:solidFill>
                  <a:srgbClr val="2C2A29"/>
                </a:solidFill>
                <a:latin typeface="Baghdad" pitchFamily="2" charset="-78"/>
                <a:cs typeface="Baghdad" pitchFamily="2" charset="-78"/>
              </a:rPr>
              <a:t>decizie</a:t>
            </a:r>
            <a:endParaRPr sz="2475" b="1" i="0" dirty="0">
              <a:solidFill>
                <a:srgbClr val="2C2A29"/>
              </a:solidFill>
              <a:latin typeface="Baghdad" pitchFamily="2" charset="-78"/>
              <a:cs typeface="Baghdad" pitchFamily="2" charset="-78"/>
            </a:endParaRPr>
          </a:p>
        </p:txBody>
      </p:sp>
      <p:sp>
        <p:nvSpPr>
          <p:cNvPr id="3" name="slide-5-number">
            <a:extLst>
              <a:ext uri="{FF2B5EF4-FFF2-40B4-BE49-F238E27FC236}">
                <a16:creationId xmlns:a16="http://schemas.microsoft.com/office/drawing/2014/main" id="{22D1C72D-8E0E-4640-B2CB-0E267E01659C}"/>
              </a:ext>
            </a:extLst>
          </p:cNvPr>
          <p:cNvSpPr>
            <a:spLocks noGrp="1"/>
          </p:cNvSpPr>
          <p:nvPr/>
        </p:nvSpPr>
        <p:spPr>
          <a:xfrm>
            <a:off x="8305800" y="323850"/>
            <a:ext cx="361950" cy="228600"/>
          </a:xfrm>
          <a:prstGeom prst="rect">
            <a:avLst/>
          </a:prstGeom>
          <a:noFill/>
          <a:ln w="0">
            <a:noFill/>
            <a:prstDash val="solid"/>
          </a:ln>
        </p:spPr>
        <p:txBody>
          <a:bodyPr wrap="square" lIns="0" tIns="0" rIns="0" bIns="0" anchor="t">
            <a:normAutofit/>
          </a:bodyPr>
          <a:lstStyle>
            <a:defPPr algn="r">
              <a:defRPr sz="975" b="0" i="0">
                <a:solidFill>
                  <a:srgbClr val="627356"/>
                </a:solidFill>
                <a:latin typeface="Prata"/>
                <a:ea typeface="Prata"/>
                <a:cs typeface="Prata"/>
              </a:defRPr>
            </a:defPPr>
            <a:lvl1pPr algn="r">
              <a:defRPr sz="975" b="0" i="0">
                <a:solidFill>
                  <a:srgbClr val="627356"/>
                </a:solidFill>
                <a:latin typeface="Prata"/>
                <a:ea typeface="Prata"/>
                <a:cs typeface="Prata"/>
              </a:defRPr>
            </a:lvl1pPr>
            <a:lvl2pPr algn="r">
              <a:defRPr sz="975" b="0" i="0">
                <a:solidFill>
                  <a:srgbClr val="627356"/>
                </a:solidFill>
                <a:latin typeface="Prata"/>
                <a:ea typeface="Prata"/>
                <a:cs typeface="Prata"/>
              </a:defRPr>
            </a:lvl2pPr>
            <a:lvl3pPr algn="r">
              <a:defRPr sz="975" b="0" i="0">
                <a:solidFill>
                  <a:srgbClr val="627356"/>
                </a:solidFill>
                <a:latin typeface="Prata"/>
                <a:ea typeface="Prata"/>
                <a:cs typeface="Prata"/>
              </a:defRPr>
            </a:lvl3pPr>
            <a:lvl4pPr algn="r">
              <a:defRPr sz="975" b="0" i="0">
                <a:solidFill>
                  <a:srgbClr val="627356"/>
                </a:solidFill>
                <a:latin typeface="Prata"/>
                <a:ea typeface="Prata"/>
                <a:cs typeface="Prata"/>
              </a:defRPr>
            </a:lvl4pPr>
            <a:lvl5pPr algn="r">
              <a:defRPr sz="975" b="0" i="0">
                <a:solidFill>
                  <a:srgbClr val="627356"/>
                </a:solidFill>
                <a:latin typeface="Prata"/>
                <a:ea typeface="Prata"/>
                <a:cs typeface="Prata"/>
              </a:defRPr>
            </a:lvl5pPr>
            <a:lvl6pPr algn="r">
              <a:defRPr sz="975" b="0" i="0">
                <a:solidFill>
                  <a:srgbClr val="627356"/>
                </a:solidFill>
                <a:latin typeface="Prata"/>
                <a:ea typeface="Prata"/>
                <a:cs typeface="Prata"/>
              </a:defRPr>
            </a:lvl6pPr>
            <a:lvl7pPr algn="r">
              <a:defRPr sz="975" b="0" i="0">
                <a:solidFill>
                  <a:srgbClr val="627356"/>
                </a:solidFill>
                <a:latin typeface="Prata"/>
                <a:ea typeface="Prata"/>
                <a:cs typeface="Prata"/>
              </a:defRPr>
            </a:lvl7pPr>
            <a:lvl8pPr algn="r">
              <a:defRPr sz="975" b="0" i="0">
                <a:solidFill>
                  <a:srgbClr val="627356"/>
                </a:solidFill>
                <a:latin typeface="Prata"/>
                <a:ea typeface="Prata"/>
                <a:cs typeface="Prata"/>
              </a:defRPr>
            </a:lvl8pPr>
            <a:lvl9pPr algn="r">
              <a:defRPr sz="975" b="0" i="0">
                <a:solidFill>
                  <a:srgbClr val="627356"/>
                </a:solidFill>
                <a:latin typeface="Prata"/>
                <a:ea typeface="Prata"/>
                <a:cs typeface="Prata"/>
              </a:defRPr>
            </a:lvl9pPr>
          </a:lstStyle>
          <a:p>
            <a:pPr algn="r">
              <a:defRPr sz="975" b="0" i="0">
                <a:solidFill>
                  <a:srgbClr val="627356"/>
                </a:solidFill>
                <a:latin typeface="Prata"/>
                <a:ea typeface="Prata"/>
                <a:cs typeface="Prata"/>
              </a:defRPr>
            </a:pPr>
            <a:r>
              <a:rPr sz="975" b="0" i="0">
                <a:solidFill>
                  <a:srgbClr val="627356"/>
                </a:solidFill>
                <a:latin typeface="Prata"/>
                <a:ea typeface="Prata"/>
                <a:cs typeface="Prata"/>
              </a:rPr>
              <a:t>05</a:t>
            </a:r>
          </a:p>
        </p:txBody>
      </p:sp>
      <p:sp>
        <p:nvSpPr>
          <p:cNvPr id="5" name="demo-step-0">
            <a:extLst>
              <a:ext uri="{FF2B5EF4-FFF2-40B4-BE49-F238E27FC236}">
                <a16:creationId xmlns:a16="http://schemas.microsoft.com/office/drawing/2014/main" id="{E3BDA213-85D3-42D4-84F0-E699A38514CF}"/>
              </a:ext>
            </a:extLst>
          </p:cNvPr>
          <p:cNvSpPr>
            <a:spLocks noGrp="1"/>
          </p:cNvSpPr>
          <p:nvPr/>
        </p:nvSpPr>
        <p:spPr>
          <a:xfrm>
            <a:off x="1123732" y="4416475"/>
            <a:ext cx="410448" cy="295129"/>
          </a:xfrm>
          <a:prstGeom prst="rect">
            <a:avLst/>
          </a:prstGeom>
          <a:noFill/>
          <a:ln w="0">
            <a:noFill/>
            <a:prstDash val="solid"/>
          </a:ln>
        </p:spPr>
        <p:txBody>
          <a:bodyPr wrap="square" lIns="0" tIns="0" rIns="0" bIns="0" anchor="t">
            <a:normAutofit/>
          </a:bodyPr>
          <a:lstStyle>
            <a:defPPr algn="l">
              <a:defRPr sz="1875" b="0" i="0">
                <a:solidFill>
                  <a:srgbClr val="627356"/>
                </a:solidFill>
                <a:latin typeface="Prata"/>
                <a:ea typeface="Prata"/>
                <a:cs typeface="Prata"/>
              </a:defRPr>
            </a:defPPr>
            <a:lvl1pPr algn="l">
              <a:defRPr sz="1875" b="0" i="0">
                <a:solidFill>
                  <a:srgbClr val="627356"/>
                </a:solidFill>
                <a:latin typeface="Prata"/>
                <a:ea typeface="Prata"/>
                <a:cs typeface="Prata"/>
              </a:defRPr>
            </a:lvl1pPr>
            <a:lvl2pPr algn="l">
              <a:defRPr sz="1875" b="0" i="0">
                <a:solidFill>
                  <a:srgbClr val="627356"/>
                </a:solidFill>
                <a:latin typeface="Prata"/>
                <a:ea typeface="Prata"/>
                <a:cs typeface="Prata"/>
              </a:defRPr>
            </a:lvl2pPr>
            <a:lvl3pPr algn="l">
              <a:defRPr sz="1875" b="0" i="0">
                <a:solidFill>
                  <a:srgbClr val="627356"/>
                </a:solidFill>
                <a:latin typeface="Prata"/>
                <a:ea typeface="Prata"/>
                <a:cs typeface="Prata"/>
              </a:defRPr>
            </a:lvl3pPr>
            <a:lvl4pPr algn="l">
              <a:defRPr sz="1875" b="0" i="0">
                <a:solidFill>
                  <a:srgbClr val="627356"/>
                </a:solidFill>
                <a:latin typeface="Prata"/>
                <a:ea typeface="Prata"/>
                <a:cs typeface="Prata"/>
              </a:defRPr>
            </a:lvl4pPr>
            <a:lvl5pPr algn="l">
              <a:defRPr sz="1875" b="0" i="0">
                <a:solidFill>
                  <a:srgbClr val="627356"/>
                </a:solidFill>
                <a:latin typeface="Prata"/>
                <a:ea typeface="Prata"/>
                <a:cs typeface="Prata"/>
              </a:defRPr>
            </a:lvl5pPr>
            <a:lvl6pPr algn="l">
              <a:defRPr sz="1875" b="0" i="0">
                <a:solidFill>
                  <a:srgbClr val="627356"/>
                </a:solidFill>
                <a:latin typeface="Prata"/>
                <a:ea typeface="Prata"/>
                <a:cs typeface="Prata"/>
              </a:defRPr>
            </a:lvl6pPr>
            <a:lvl7pPr algn="l">
              <a:defRPr sz="1875" b="0" i="0">
                <a:solidFill>
                  <a:srgbClr val="627356"/>
                </a:solidFill>
                <a:latin typeface="Prata"/>
                <a:ea typeface="Prata"/>
                <a:cs typeface="Prata"/>
              </a:defRPr>
            </a:lvl7pPr>
            <a:lvl8pPr algn="l">
              <a:defRPr sz="1875" b="0" i="0">
                <a:solidFill>
                  <a:srgbClr val="627356"/>
                </a:solidFill>
                <a:latin typeface="Prata"/>
                <a:ea typeface="Prata"/>
                <a:cs typeface="Prata"/>
              </a:defRPr>
            </a:lvl8pPr>
            <a:lvl9pPr algn="l">
              <a:defRPr sz="1875" b="0" i="0">
                <a:solidFill>
                  <a:srgbClr val="627356"/>
                </a:solidFill>
                <a:latin typeface="Prata"/>
                <a:ea typeface="Prata"/>
                <a:cs typeface="Prata"/>
              </a:defRPr>
            </a:lvl9pPr>
          </a:lstStyle>
          <a:p>
            <a:pPr algn="l">
              <a:defRPr sz="1875" b="0" i="0">
                <a:solidFill>
                  <a:srgbClr val="627356"/>
                </a:solidFill>
                <a:latin typeface="Prata"/>
                <a:ea typeface="Prata"/>
                <a:cs typeface="Prata"/>
              </a:defRPr>
            </a:pPr>
            <a:r>
              <a:rPr sz="1600" b="0" i="0" dirty="0">
                <a:solidFill>
                  <a:srgbClr val="627356"/>
                </a:solidFill>
                <a:latin typeface="Prata"/>
                <a:ea typeface="Prata"/>
                <a:cs typeface="Prata"/>
              </a:rPr>
              <a:t>1</a:t>
            </a:r>
          </a:p>
        </p:txBody>
      </p:sp>
      <p:sp>
        <p:nvSpPr>
          <p:cNvPr id="6" name="demo-title-0">
            <a:extLst>
              <a:ext uri="{FF2B5EF4-FFF2-40B4-BE49-F238E27FC236}">
                <a16:creationId xmlns:a16="http://schemas.microsoft.com/office/drawing/2014/main" id="{9B24DD78-DC72-4D4B-91B8-DE3A52E5143D}"/>
              </a:ext>
            </a:extLst>
          </p:cNvPr>
          <p:cNvSpPr>
            <a:spLocks noGrp="1"/>
          </p:cNvSpPr>
          <p:nvPr/>
        </p:nvSpPr>
        <p:spPr>
          <a:xfrm>
            <a:off x="1315868" y="4444739"/>
            <a:ext cx="2308770" cy="219239"/>
          </a:xfrm>
          <a:prstGeom prst="rect">
            <a:avLst/>
          </a:prstGeom>
          <a:noFill/>
          <a:ln w="0">
            <a:noFill/>
            <a:prstDash val="solid"/>
          </a:ln>
        </p:spPr>
        <p:txBody>
          <a:bodyPr wrap="square" lIns="0" tIns="0" rIns="0" bIns="0" anchor="t">
            <a:normAutofit/>
          </a:bodyPr>
          <a:lstStyle>
            <a:defPPr algn="l">
              <a:defRPr sz="1275" b="1" i="0">
                <a:solidFill>
                  <a:srgbClr val="2C2A29"/>
                </a:solidFill>
                <a:latin typeface="Lato"/>
                <a:ea typeface="Lato"/>
                <a:cs typeface="Lato"/>
              </a:defRPr>
            </a:defPPr>
            <a:lvl1pPr algn="l">
              <a:defRPr sz="1275" b="1" i="0">
                <a:solidFill>
                  <a:srgbClr val="2C2A29"/>
                </a:solidFill>
                <a:latin typeface="Lato"/>
                <a:ea typeface="Lato"/>
                <a:cs typeface="Lato"/>
              </a:defRPr>
            </a:lvl1pPr>
            <a:lvl2pPr algn="l">
              <a:defRPr sz="1275" b="1" i="0">
                <a:solidFill>
                  <a:srgbClr val="2C2A29"/>
                </a:solidFill>
                <a:latin typeface="Lato"/>
                <a:ea typeface="Lato"/>
                <a:cs typeface="Lato"/>
              </a:defRPr>
            </a:lvl2pPr>
            <a:lvl3pPr algn="l">
              <a:defRPr sz="1275" b="1" i="0">
                <a:solidFill>
                  <a:srgbClr val="2C2A29"/>
                </a:solidFill>
                <a:latin typeface="Lato"/>
                <a:ea typeface="Lato"/>
                <a:cs typeface="Lato"/>
              </a:defRPr>
            </a:lvl3pPr>
            <a:lvl4pPr algn="l">
              <a:defRPr sz="1275" b="1" i="0">
                <a:solidFill>
                  <a:srgbClr val="2C2A29"/>
                </a:solidFill>
                <a:latin typeface="Lato"/>
                <a:ea typeface="Lato"/>
                <a:cs typeface="Lato"/>
              </a:defRPr>
            </a:lvl4pPr>
            <a:lvl5pPr algn="l">
              <a:defRPr sz="1275" b="1" i="0">
                <a:solidFill>
                  <a:srgbClr val="2C2A29"/>
                </a:solidFill>
                <a:latin typeface="Lato"/>
                <a:ea typeface="Lato"/>
                <a:cs typeface="Lato"/>
              </a:defRPr>
            </a:lvl5pPr>
            <a:lvl6pPr algn="l">
              <a:defRPr sz="1275" b="1" i="0">
                <a:solidFill>
                  <a:srgbClr val="2C2A29"/>
                </a:solidFill>
                <a:latin typeface="Lato"/>
                <a:ea typeface="Lato"/>
                <a:cs typeface="Lato"/>
              </a:defRPr>
            </a:lvl6pPr>
            <a:lvl7pPr algn="l">
              <a:defRPr sz="1275" b="1" i="0">
                <a:solidFill>
                  <a:srgbClr val="2C2A29"/>
                </a:solidFill>
                <a:latin typeface="Lato"/>
                <a:ea typeface="Lato"/>
                <a:cs typeface="Lato"/>
              </a:defRPr>
            </a:lvl7pPr>
            <a:lvl8pPr algn="l">
              <a:defRPr sz="1275" b="1" i="0">
                <a:solidFill>
                  <a:srgbClr val="2C2A29"/>
                </a:solidFill>
                <a:latin typeface="Lato"/>
                <a:ea typeface="Lato"/>
                <a:cs typeface="Lato"/>
              </a:defRPr>
            </a:lvl8pPr>
            <a:lvl9pPr algn="l">
              <a:defRPr sz="1275" b="1" i="0">
                <a:solidFill>
                  <a:srgbClr val="2C2A29"/>
                </a:solidFill>
                <a:latin typeface="Lato"/>
                <a:ea typeface="Lato"/>
                <a:cs typeface="Lato"/>
              </a:defRPr>
            </a:lvl9pPr>
          </a:lstStyle>
          <a:p>
            <a:pPr algn="l">
              <a:defRPr sz="1275" b="1" i="0">
                <a:solidFill>
                  <a:srgbClr val="2C2A29"/>
                </a:solidFill>
                <a:latin typeface="Lato"/>
                <a:ea typeface="Lato"/>
                <a:cs typeface="Lato"/>
              </a:defRPr>
            </a:pPr>
            <a:r>
              <a:rPr lang="en-US" sz="1100" b="1" i="0" dirty="0" err="1">
                <a:solidFill>
                  <a:srgbClr val="2C2A29"/>
                </a:solidFill>
                <a:latin typeface="Lato"/>
                <a:ea typeface="Lato"/>
                <a:cs typeface="Lato"/>
              </a:rPr>
              <a:t>Alegerea</a:t>
            </a:r>
            <a:r>
              <a:rPr lang="en-US" sz="1100" b="1" i="0" dirty="0">
                <a:solidFill>
                  <a:srgbClr val="2C2A29"/>
                </a:solidFill>
                <a:latin typeface="Lato"/>
                <a:ea typeface="Lato"/>
                <a:cs typeface="Lato"/>
              </a:rPr>
              <a:t> </a:t>
            </a:r>
            <a:r>
              <a:rPr lang="en-US" sz="1100" b="1" i="0" dirty="0" err="1">
                <a:solidFill>
                  <a:srgbClr val="2C2A29"/>
                </a:solidFill>
                <a:latin typeface="Lato"/>
                <a:ea typeface="Lato"/>
                <a:cs typeface="Lato"/>
              </a:rPr>
              <a:t>tipului</a:t>
            </a:r>
            <a:r>
              <a:rPr lang="en-US" sz="1100" b="1" i="0" dirty="0">
                <a:solidFill>
                  <a:srgbClr val="2C2A29"/>
                </a:solidFill>
                <a:latin typeface="Lato"/>
                <a:ea typeface="Lato"/>
                <a:cs typeface="Lato"/>
              </a:rPr>
              <a:t> de </a:t>
            </a:r>
            <a:r>
              <a:rPr lang="en-US" sz="1100" b="1" i="0" dirty="0" err="1">
                <a:solidFill>
                  <a:srgbClr val="2C2A29"/>
                </a:solidFill>
                <a:latin typeface="Lato"/>
                <a:ea typeface="Lato"/>
                <a:cs typeface="Lato"/>
              </a:rPr>
              <a:t>utilizator</a:t>
            </a:r>
            <a:endParaRPr sz="1100" b="1" i="0" dirty="0">
              <a:solidFill>
                <a:srgbClr val="2C2A29"/>
              </a:solidFill>
              <a:latin typeface="Lato"/>
              <a:ea typeface="Lato"/>
              <a:cs typeface="Lato"/>
            </a:endParaRPr>
          </a:p>
        </p:txBody>
      </p:sp>
      <p:sp>
        <p:nvSpPr>
          <p:cNvPr id="9" name="demo-step-1">
            <a:extLst>
              <a:ext uri="{FF2B5EF4-FFF2-40B4-BE49-F238E27FC236}">
                <a16:creationId xmlns:a16="http://schemas.microsoft.com/office/drawing/2014/main" id="{7F457161-B656-4C0F-B9B0-1206A44B9793}"/>
              </a:ext>
            </a:extLst>
          </p:cNvPr>
          <p:cNvSpPr>
            <a:spLocks noGrp="1"/>
          </p:cNvSpPr>
          <p:nvPr/>
        </p:nvSpPr>
        <p:spPr>
          <a:xfrm>
            <a:off x="4000282" y="4416475"/>
            <a:ext cx="410448" cy="295129"/>
          </a:xfrm>
          <a:prstGeom prst="rect">
            <a:avLst/>
          </a:prstGeom>
          <a:noFill/>
          <a:ln w="0">
            <a:noFill/>
            <a:prstDash val="solid"/>
          </a:ln>
        </p:spPr>
        <p:txBody>
          <a:bodyPr wrap="square" lIns="0" tIns="0" rIns="0" bIns="0" anchor="t">
            <a:normAutofit/>
          </a:bodyPr>
          <a:lstStyle>
            <a:defPPr algn="l">
              <a:defRPr sz="1875" b="0" i="0">
                <a:solidFill>
                  <a:srgbClr val="85441C"/>
                </a:solidFill>
                <a:latin typeface="Prata"/>
                <a:ea typeface="Prata"/>
                <a:cs typeface="Prata"/>
              </a:defRPr>
            </a:defPPr>
            <a:lvl1pPr algn="l">
              <a:defRPr sz="1875" b="0" i="0">
                <a:solidFill>
                  <a:srgbClr val="85441C"/>
                </a:solidFill>
                <a:latin typeface="Prata"/>
                <a:ea typeface="Prata"/>
                <a:cs typeface="Prata"/>
              </a:defRPr>
            </a:lvl1pPr>
            <a:lvl2pPr algn="l">
              <a:defRPr sz="1875" b="0" i="0">
                <a:solidFill>
                  <a:srgbClr val="85441C"/>
                </a:solidFill>
                <a:latin typeface="Prata"/>
                <a:ea typeface="Prata"/>
                <a:cs typeface="Prata"/>
              </a:defRPr>
            </a:lvl2pPr>
            <a:lvl3pPr algn="l">
              <a:defRPr sz="1875" b="0" i="0">
                <a:solidFill>
                  <a:srgbClr val="85441C"/>
                </a:solidFill>
                <a:latin typeface="Prata"/>
                <a:ea typeface="Prata"/>
                <a:cs typeface="Prata"/>
              </a:defRPr>
            </a:lvl3pPr>
            <a:lvl4pPr algn="l">
              <a:defRPr sz="1875" b="0" i="0">
                <a:solidFill>
                  <a:srgbClr val="85441C"/>
                </a:solidFill>
                <a:latin typeface="Prata"/>
                <a:ea typeface="Prata"/>
                <a:cs typeface="Prata"/>
              </a:defRPr>
            </a:lvl4pPr>
            <a:lvl5pPr algn="l">
              <a:defRPr sz="1875" b="0" i="0">
                <a:solidFill>
                  <a:srgbClr val="85441C"/>
                </a:solidFill>
                <a:latin typeface="Prata"/>
                <a:ea typeface="Prata"/>
                <a:cs typeface="Prata"/>
              </a:defRPr>
            </a:lvl5pPr>
            <a:lvl6pPr algn="l">
              <a:defRPr sz="1875" b="0" i="0">
                <a:solidFill>
                  <a:srgbClr val="85441C"/>
                </a:solidFill>
                <a:latin typeface="Prata"/>
                <a:ea typeface="Prata"/>
                <a:cs typeface="Prata"/>
              </a:defRPr>
            </a:lvl6pPr>
            <a:lvl7pPr algn="l">
              <a:defRPr sz="1875" b="0" i="0">
                <a:solidFill>
                  <a:srgbClr val="85441C"/>
                </a:solidFill>
                <a:latin typeface="Prata"/>
                <a:ea typeface="Prata"/>
                <a:cs typeface="Prata"/>
              </a:defRPr>
            </a:lvl7pPr>
            <a:lvl8pPr algn="l">
              <a:defRPr sz="1875" b="0" i="0">
                <a:solidFill>
                  <a:srgbClr val="85441C"/>
                </a:solidFill>
                <a:latin typeface="Prata"/>
                <a:ea typeface="Prata"/>
                <a:cs typeface="Prata"/>
              </a:defRPr>
            </a:lvl8pPr>
            <a:lvl9pPr algn="l">
              <a:defRPr sz="1875" b="0" i="0">
                <a:solidFill>
                  <a:srgbClr val="85441C"/>
                </a:solidFill>
                <a:latin typeface="Prata"/>
                <a:ea typeface="Prata"/>
                <a:cs typeface="Prata"/>
              </a:defRPr>
            </a:lvl9pPr>
          </a:lstStyle>
          <a:p>
            <a:pPr algn="l">
              <a:defRPr sz="1875" b="0" i="0">
                <a:solidFill>
                  <a:srgbClr val="85441C"/>
                </a:solidFill>
                <a:latin typeface="Prata"/>
                <a:ea typeface="Prata"/>
                <a:cs typeface="Prata"/>
              </a:defRPr>
            </a:pPr>
            <a:r>
              <a:rPr sz="1600" b="0" i="0">
                <a:solidFill>
                  <a:srgbClr val="85441C"/>
                </a:solidFill>
                <a:latin typeface="Prata"/>
                <a:ea typeface="Prata"/>
                <a:cs typeface="Prata"/>
              </a:rPr>
              <a:t>2</a:t>
            </a:r>
          </a:p>
        </p:txBody>
      </p:sp>
      <p:sp>
        <p:nvSpPr>
          <p:cNvPr id="10" name="demo-title-1">
            <a:extLst>
              <a:ext uri="{FF2B5EF4-FFF2-40B4-BE49-F238E27FC236}">
                <a16:creationId xmlns:a16="http://schemas.microsoft.com/office/drawing/2014/main" id="{8AA51341-3458-49E1-94FD-16BBCF231A20}"/>
              </a:ext>
            </a:extLst>
          </p:cNvPr>
          <p:cNvSpPr>
            <a:spLocks noGrp="1"/>
          </p:cNvSpPr>
          <p:nvPr/>
        </p:nvSpPr>
        <p:spPr>
          <a:xfrm>
            <a:off x="4262219" y="4444739"/>
            <a:ext cx="2308770" cy="219239"/>
          </a:xfrm>
          <a:prstGeom prst="rect">
            <a:avLst/>
          </a:prstGeom>
          <a:noFill/>
          <a:ln w="0">
            <a:noFill/>
            <a:prstDash val="solid"/>
          </a:ln>
        </p:spPr>
        <p:txBody>
          <a:bodyPr wrap="square" lIns="0" tIns="0" rIns="0" bIns="0" anchor="t">
            <a:normAutofit/>
          </a:bodyPr>
          <a:lstStyle>
            <a:defPPr algn="l">
              <a:defRPr sz="1275" b="1" i="0">
                <a:solidFill>
                  <a:srgbClr val="2C2A29"/>
                </a:solidFill>
                <a:latin typeface="Lato"/>
                <a:ea typeface="Lato"/>
                <a:cs typeface="Lato"/>
              </a:defRPr>
            </a:defPPr>
            <a:lvl1pPr algn="l">
              <a:defRPr sz="1275" b="1" i="0">
                <a:solidFill>
                  <a:srgbClr val="2C2A29"/>
                </a:solidFill>
                <a:latin typeface="Lato"/>
                <a:ea typeface="Lato"/>
                <a:cs typeface="Lato"/>
              </a:defRPr>
            </a:lvl1pPr>
            <a:lvl2pPr algn="l">
              <a:defRPr sz="1275" b="1" i="0">
                <a:solidFill>
                  <a:srgbClr val="2C2A29"/>
                </a:solidFill>
                <a:latin typeface="Lato"/>
                <a:ea typeface="Lato"/>
                <a:cs typeface="Lato"/>
              </a:defRPr>
            </a:lvl2pPr>
            <a:lvl3pPr algn="l">
              <a:defRPr sz="1275" b="1" i="0">
                <a:solidFill>
                  <a:srgbClr val="2C2A29"/>
                </a:solidFill>
                <a:latin typeface="Lato"/>
                <a:ea typeface="Lato"/>
                <a:cs typeface="Lato"/>
              </a:defRPr>
            </a:lvl3pPr>
            <a:lvl4pPr algn="l">
              <a:defRPr sz="1275" b="1" i="0">
                <a:solidFill>
                  <a:srgbClr val="2C2A29"/>
                </a:solidFill>
                <a:latin typeface="Lato"/>
                <a:ea typeface="Lato"/>
                <a:cs typeface="Lato"/>
              </a:defRPr>
            </a:lvl4pPr>
            <a:lvl5pPr algn="l">
              <a:defRPr sz="1275" b="1" i="0">
                <a:solidFill>
                  <a:srgbClr val="2C2A29"/>
                </a:solidFill>
                <a:latin typeface="Lato"/>
                <a:ea typeface="Lato"/>
                <a:cs typeface="Lato"/>
              </a:defRPr>
            </a:lvl5pPr>
            <a:lvl6pPr algn="l">
              <a:defRPr sz="1275" b="1" i="0">
                <a:solidFill>
                  <a:srgbClr val="2C2A29"/>
                </a:solidFill>
                <a:latin typeface="Lato"/>
                <a:ea typeface="Lato"/>
                <a:cs typeface="Lato"/>
              </a:defRPr>
            </a:lvl6pPr>
            <a:lvl7pPr algn="l">
              <a:defRPr sz="1275" b="1" i="0">
                <a:solidFill>
                  <a:srgbClr val="2C2A29"/>
                </a:solidFill>
                <a:latin typeface="Lato"/>
                <a:ea typeface="Lato"/>
                <a:cs typeface="Lato"/>
              </a:defRPr>
            </a:lvl7pPr>
            <a:lvl8pPr algn="l">
              <a:defRPr sz="1275" b="1" i="0">
                <a:solidFill>
                  <a:srgbClr val="2C2A29"/>
                </a:solidFill>
                <a:latin typeface="Lato"/>
                <a:ea typeface="Lato"/>
                <a:cs typeface="Lato"/>
              </a:defRPr>
            </a:lvl8pPr>
            <a:lvl9pPr algn="l">
              <a:defRPr sz="1275" b="1" i="0">
                <a:solidFill>
                  <a:srgbClr val="2C2A29"/>
                </a:solidFill>
                <a:latin typeface="Lato"/>
                <a:ea typeface="Lato"/>
                <a:cs typeface="Lato"/>
              </a:defRPr>
            </a:lvl9pPr>
          </a:lstStyle>
          <a:p>
            <a:pPr algn="l">
              <a:defRPr sz="1275" b="1" i="0">
                <a:solidFill>
                  <a:srgbClr val="2C2A29"/>
                </a:solidFill>
                <a:latin typeface="Lato"/>
                <a:ea typeface="Lato"/>
                <a:cs typeface="Lato"/>
              </a:defRPr>
            </a:pPr>
            <a:r>
              <a:rPr lang="en-US" sz="1100" b="1" i="0" dirty="0" err="1">
                <a:solidFill>
                  <a:srgbClr val="2C2A29"/>
                </a:solidFill>
                <a:latin typeface="Lato"/>
                <a:ea typeface="Lato"/>
                <a:cs typeface="Lato"/>
              </a:rPr>
              <a:t>Vezi</a:t>
            </a:r>
            <a:r>
              <a:rPr lang="en-US" sz="1100" b="1" i="0" dirty="0">
                <a:solidFill>
                  <a:srgbClr val="2C2A29"/>
                </a:solidFill>
                <a:latin typeface="Lato"/>
                <a:ea typeface="Lato"/>
                <a:cs typeface="Lato"/>
              </a:rPr>
              <a:t> </a:t>
            </a:r>
            <a:r>
              <a:rPr lang="en-US" sz="1100" b="1" i="0" dirty="0" err="1">
                <a:solidFill>
                  <a:srgbClr val="2C2A29"/>
                </a:solidFill>
                <a:latin typeface="Lato"/>
                <a:ea typeface="Lato"/>
                <a:cs typeface="Lato"/>
              </a:rPr>
              <a:t>tiparele</a:t>
            </a:r>
            <a:endParaRPr sz="1100" b="1" i="0" dirty="0">
              <a:solidFill>
                <a:srgbClr val="2C2A29"/>
              </a:solidFill>
              <a:latin typeface="Lato"/>
              <a:ea typeface="Lato"/>
              <a:cs typeface="Lato"/>
            </a:endParaRPr>
          </a:p>
        </p:txBody>
      </p:sp>
      <p:sp>
        <p:nvSpPr>
          <p:cNvPr id="13" name="demo-step-2">
            <a:extLst>
              <a:ext uri="{FF2B5EF4-FFF2-40B4-BE49-F238E27FC236}">
                <a16:creationId xmlns:a16="http://schemas.microsoft.com/office/drawing/2014/main" id="{89A71720-C2BC-4DDA-9726-2F6DED13D8A7}"/>
              </a:ext>
            </a:extLst>
          </p:cNvPr>
          <p:cNvSpPr>
            <a:spLocks noGrp="1"/>
          </p:cNvSpPr>
          <p:nvPr/>
        </p:nvSpPr>
        <p:spPr>
          <a:xfrm>
            <a:off x="6876832" y="4416475"/>
            <a:ext cx="410448" cy="295129"/>
          </a:xfrm>
          <a:prstGeom prst="rect">
            <a:avLst/>
          </a:prstGeom>
          <a:noFill/>
          <a:ln w="0">
            <a:noFill/>
            <a:prstDash val="solid"/>
          </a:ln>
        </p:spPr>
        <p:txBody>
          <a:bodyPr wrap="square" lIns="0" tIns="0" rIns="0" bIns="0" anchor="t">
            <a:normAutofit/>
          </a:bodyPr>
          <a:lstStyle>
            <a:defPPr algn="l">
              <a:defRPr sz="1875" b="0" i="0">
                <a:solidFill>
                  <a:srgbClr val="627356"/>
                </a:solidFill>
                <a:latin typeface="Prata"/>
                <a:ea typeface="Prata"/>
                <a:cs typeface="Prata"/>
              </a:defRPr>
            </a:defPPr>
            <a:lvl1pPr algn="l">
              <a:defRPr sz="1875" b="0" i="0">
                <a:solidFill>
                  <a:srgbClr val="627356"/>
                </a:solidFill>
                <a:latin typeface="Prata"/>
                <a:ea typeface="Prata"/>
                <a:cs typeface="Prata"/>
              </a:defRPr>
            </a:lvl1pPr>
            <a:lvl2pPr algn="l">
              <a:defRPr sz="1875" b="0" i="0">
                <a:solidFill>
                  <a:srgbClr val="627356"/>
                </a:solidFill>
                <a:latin typeface="Prata"/>
                <a:ea typeface="Prata"/>
                <a:cs typeface="Prata"/>
              </a:defRPr>
            </a:lvl2pPr>
            <a:lvl3pPr algn="l">
              <a:defRPr sz="1875" b="0" i="0">
                <a:solidFill>
                  <a:srgbClr val="627356"/>
                </a:solidFill>
                <a:latin typeface="Prata"/>
                <a:ea typeface="Prata"/>
                <a:cs typeface="Prata"/>
              </a:defRPr>
            </a:lvl3pPr>
            <a:lvl4pPr algn="l">
              <a:defRPr sz="1875" b="0" i="0">
                <a:solidFill>
                  <a:srgbClr val="627356"/>
                </a:solidFill>
                <a:latin typeface="Prata"/>
                <a:ea typeface="Prata"/>
                <a:cs typeface="Prata"/>
              </a:defRPr>
            </a:lvl4pPr>
            <a:lvl5pPr algn="l">
              <a:defRPr sz="1875" b="0" i="0">
                <a:solidFill>
                  <a:srgbClr val="627356"/>
                </a:solidFill>
                <a:latin typeface="Prata"/>
                <a:ea typeface="Prata"/>
                <a:cs typeface="Prata"/>
              </a:defRPr>
            </a:lvl5pPr>
            <a:lvl6pPr algn="l">
              <a:defRPr sz="1875" b="0" i="0">
                <a:solidFill>
                  <a:srgbClr val="627356"/>
                </a:solidFill>
                <a:latin typeface="Prata"/>
                <a:ea typeface="Prata"/>
                <a:cs typeface="Prata"/>
              </a:defRPr>
            </a:lvl6pPr>
            <a:lvl7pPr algn="l">
              <a:defRPr sz="1875" b="0" i="0">
                <a:solidFill>
                  <a:srgbClr val="627356"/>
                </a:solidFill>
                <a:latin typeface="Prata"/>
                <a:ea typeface="Prata"/>
                <a:cs typeface="Prata"/>
              </a:defRPr>
            </a:lvl7pPr>
            <a:lvl8pPr algn="l">
              <a:defRPr sz="1875" b="0" i="0">
                <a:solidFill>
                  <a:srgbClr val="627356"/>
                </a:solidFill>
                <a:latin typeface="Prata"/>
                <a:ea typeface="Prata"/>
                <a:cs typeface="Prata"/>
              </a:defRPr>
            </a:lvl8pPr>
            <a:lvl9pPr algn="l">
              <a:defRPr sz="1875" b="0" i="0">
                <a:solidFill>
                  <a:srgbClr val="627356"/>
                </a:solidFill>
                <a:latin typeface="Prata"/>
                <a:ea typeface="Prata"/>
                <a:cs typeface="Prata"/>
              </a:defRPr>
            </a:lvl9pPr>
          </a:lstStyle>
          <a:p>
            <a:pPr algn="l">
              <a:defRPr sz="1875" b="0" i="0">
                <a:solidFill>
                  <a:srgbClr val="627356"/>
                </a:solidFill>
                <a:latin typeface="Prata"/>
                <a:ea typeface="Prata"/>
                <a:cs typeface="Prata"/>
              </a:defRPr>
            </a:pPr>
            <a:r>
              <a:rPr sz="1600" b="0" i="0">
                <a:solidFill>
                  <a:srgbClr val="627356"/>
                </a:solidFill>
                <a:latin typeface="Prata"/>
                <a:ea typeface="Prata"/>
                <a:cs typeface="Prata"/>
              </a:rPr>
              <a:t>3</a:t>
            </a:r>
          </a:p>
        </p:txBody>
      </p:sp>
      <p:sp>
        <p:nvSpPr>
          <p:cNvPr id="14" name="demo-title-2">
            <a:extLst>
              <a:ext uri="{FF2B5EF4-FFF2-40B4-BE49-F238E27FC236}">
                <a16:creationId xmlns:a16="http://schemas.microsoft.com/office/drawing/2014/main" id="{C6713EA4-166A-4B6B-85D7-FB6B0074FFA0}"/>
              </a:ext>
            </a:extLst>
          </p:cNvPr>
          <p:cNvSpPr>
            <a:spLocks noGrp="1"/>
          </p:cNvSpPr>
          <p:nvPr/>
        </p:nvSpPr>
        <p:spPr>
          <a:xfrm>
            <a:off x="7082056" y="4430533"/>
            <a:ext cx="2143125" cy="247650"/>
          </a:xfrm>
          <a:prstGeom prst="rect">
            <a:avLst/>
          </a:prstGeom>
          <a:noFill/>
          <a:ln w="0">
            <a:noFill/>
            <a:prstDash val="solid"/>
          </a:ln>
        </p:spPr>
        <p:txBody>
          <a:bodyPr wrap="square" lIns="0" tIns="0" rIns="0" bIns="0" anchor="t">
            <a:normAutofit/>
          </a:bodyPr>
          <a:lstStyle>
            <a:defPPr algn="l">
              <a:defRPr sz="1275" b="1" i="0">
                <a:solidFill>
                  <a:srgbClr val="2C2A29"/>
                </a:solidFill>
                <a:latin typeface="Lato"/>
                <a:ea typeface="Lato"/>
                <a:cs typeface="Lato"/>
              </a:defRPr>
            </a:defPPr>
            <a:lvl1pPr algn="l">
              <a:defRPr sz="1275" b="1" i="0">
                <a:solidFill>
                  <a:srgbClr val="2C2A29"/>
                </a:solidFill>
                <a:latin typeface="Lato"/>
                <a:ea typeface="Lato"/>
                <a:cs typeface="Lato"/>
              </a:defRPr>
            </a:lvl1pPr>
            <a:lvl2pPr algn="l">
              <a:defRPr sz="1275" b="1" i="0">
                <a:solidFill>
                  <a:srgbClr val="2C2A29"/>
                </a:solidFill>
                <a:latin typeface="Lato"/>
                <a:ea typeface="Lato"/>
                <a:cs typeface="Lato"/>
              </a:defRPr>
            </a:lvl2pPr>
            <a:lvl3pPr algn="l">
              <a:defRPr sz="1275" b="1" i="0">
                <a:solidFill>
                  <a:srgbClr val="2C2A29"/>
                </a:solidFill>
                <a:latin typeface="Lato"/>
                <a:ea typeface="Lato"/>
                <a:cs typeface="Lato"/>
              </a:defRPr>
            </a:lvl3pPr>
            <a:lvl4pPr algn="l">
              <a:defRPr sz="1275" b="1" i="0">
                <a:solidFill>
                  <a:srgbClr val="2C2A29"/>
                </a:solidFill>
                <a:latin typeface="Lato"/>
                <a:ea typeface="Lato"/>
                <a:cs typeface="Lato"/>
              </a:defRPr>
            </a:lvl4pPr>
            <a:lvl5pPr algn="l">
              <a:defRPr sz="1275" b="1" i="0">
                <a:solidFill>
                  <a:srgbClr val="2C2A29"/>
                </a:solidFill>
                <a:latin typeface="Lato"/>
                <a:ea typeface="Lato"/>
                <a:cs typeface="Lato"/>
              </a:defRPr>
            </a:lvl5pPr>
            <a:lvl6pPr algn="l">
              <a:defRPr sz="1275" b="1" i="0">
                <a:solidFill>
                  <a:srgbClr val="2C2A29"/>
                </a:solidFill>
                <a:latin typeface="Lato"/>
                <a:ea typeface="Lato"/>
                <a:cs typeface="Lato"/>
              </a:defRPr>
            </a:lvl6pPr>
            <a:lvl7pPr algn="l">
              <a:defRPr sz="1275" b="1" i="0">
                <a:solidFill>
                  <a:srgbClr val="2C2A29"/>
                </a:solidFill>
                <a:latin typeface="Lato"/>
                <a:ea typeface="Lato"/>
                <a:cs typeface="Lato"/>
              </a:defRPr>
            </a:lvl7pPr>
            <a:lvl8pPr algn="l">
              <a:defRPr sz="1275" b="1" i="0">
                <a:solidFill>
                  <a:srgbClr val="2C2A29"/>
                </a:solidFill>
                <a:latin typeface="Lato"/>
                <a:ea typeface="Lato"/>
                <a:cs typeface="Lato"/>
              </a:defRPr>
            </a:lvl8pPr>
            <a:lvl9pPr algn="l">
              <a:defRPr sz="1275" b="1" i="0">
                <a:solidFill>
                  <a:srgbClr val="2C2A29"/>
                </a:solidFill>
                <a:latin typeface="Lato"/>
                <a:ea typeface="Lato"/>
                <a:cs typeface="Lato"/>
              </a:defRPr>
            </a:lvl9pPr>
          </a:lstStyle>
          <a:p>
            <a:pPr algn="l">
              <a:defRPr sz="1275" b="1" i="0">
                <a:solidFill>
                  <a:srgbClr val="2C2A29"/>
                </a:solidFill>
                <a:latin typeface="Lato"/>
                <a:ea typeface="Lato"/>
                <a:cs typeface="Lato"/>
              </a:defRPr>
            </a:pPr>
            <a:r>
              <a:rPr lang="en-US" sz="1100" dirty="0"/>
              <a:t>I</a:t>
            </a:r>
            <a:r>
              <a:rPr lang="en-US" sz="1100" b="1" i="0" dirty="0">
                <a:solidFill>
                  <a:srgbClr val="2C2A29"/>
                </a:solidFill>
                <a:latin typeface="Lato"/>
                <a:ea typeface="Lato"/>
                <a:cs typeface="Lato"/>
              </a:rPr>
              <a:t>a </a:t>
            </a:r>
            <a:r>
              <a:rPr lang="en-US" sz="1100" b="1" i="0" dirty="0" err="1">
                <a:solidFill>
                  <a:srgbClr val="2C2A29"/>
                </a:solidFill>
                <a:latin typeface="Lato"/>
                <a:ea typeface="Lato"/>
                <a:cs typeface="Lato"/>
              </a:rPr>
              <a:t>decizii</a:t>
            </a:r>
            <a:endParaRPr sz="1100" b="1" i="0" dirty="0">
              <a:solidFill>
                <a:srgbClr val="2C2A29"/>
              </a:solidFill>
              <a:latin typeface="Lato"/>
              <a:ea typeface="Lato"/>
              <a:cs typeface="Lato"/>
            </a:endParaRPr>
          </a:p>
        </p:txBody>
      </p:sp>
      <p:sp>
        <p:nvSpPr>
          <p:cNvPr id="17" name="source-footer">
            <a:extLst>
              <a:ext uri="{FF2B5EF4-FFF2-40B4-BE49-F238E27FC236}">
                <a16:creationId xmlns:a16="http://schemas.microsoft.com/office/drawing/2014/main" id="{B379C351-A610-48E1-90D0-0C440362264F}"/>
              </a:ext>
            </a:extLst>
          </p:cNvPr>
          <p:cNvSpPr>
            <a:spLocks noGrp="1"/>
          </p:cNvSpPr>
          <p:nvPr/>
        </p:nvSpPr>
        <p:spPr>
          <a:xfrm>
            <a:off x="809625" y="4829029"/>
            <a:ext cx="8048625" cy="171450"/>
          </a:xfrm>
          <a:prstGeom prst="rect">
            <a:avLst/>
          </a:prstGeom>
          <a:noFill/>
          <a:ln w="0">
            <a:noFill/>
            <a:prstDash val="solid"/>
          </a:ln>
        </p:spPr>
        <p:txBody>
          <a:bodyPr wrap="square" lIns="0" tIns="0" rIns="0" bIns="0" anchor="t">
            <a:normAutofit/>
          </a:bodyPr>
          <a:lstStyle>
            <a:defPPr algn="l">
              <a:defRPr sz="788" b="0" i="0">
                <a:solidFill>
                  <a:srgbClr val="5A5855"/>
                </a:solidFill>
                <a:latin typeface="Lato"/>
                <a:ea typeface="Lato"/>
                <a:cs typeface="Lato"/>
              </a:defRPr>
            </a:defPPr>
            <a:lvl1pPr algn="l">
              <a:defRPr sz="788" b="0" i="0">
                <a:solidFill>
                  <a:srgbClr val="5A5855"/>
                </a:solidFill>
                <a:latin typeface="Lato"/>
                <a:ea typeface="Lato"/>
                <a:cs typeface="Lato"/>
              </a:defRPr>
            </a:lvl1pPr>
            <a:lvl2pPr algn="l">
              <a:defRPr sz="788" b="0" i="0">
                <a:solidFill>
                  <a:srgbClr val="5A5855"/>
                </a:solidFill>
                <a:latin typeface="Lato"/>
                <a:ea typeface="Lato"/>
                <a:cs typeface="Lato"/>
              </a:defRPr>
            </a:lvl2pPr>
            <a:lvl3pPr algn="l">
              <a:defRPr sz="788" b="0" i="0">
                <a:solidFill>
                  <a:srgbClr val="5A5855"/>
                </a:solidFill>
                <a:latin typeface="Lato"/>
                <a:ea typeface="Lato"/>
                <a:cs typeface="Lato"/>
              </a:defRPr>
            </a:lvl3pPr>
            <a:lvl4pPr algn="l">
              <a:defRPr sz="788" b="0" i="0">
                <a:solidFill>
                  <a:srgbClr val="5A5855"/>
                </a:solidFill>
                <a:latin typeface="Lato"/>
                <a:ea typeface="Lato"/>
                <a:cs typeface="Lato"/>
              </a:defRPr>
            </a:lvl4pPr>
            <a:lvl5pPr algn="l">
              <a:defRPr sz="788" b="0" i="0">
                <a:solidFill>
                  <a:srgbClr val="5A5855"/>
                </a:solidFill>
                <a:latin typeface="Lato"/>
                <a:ea typeface="Lato"/>
                <a:cs typeface="Lato"/>
              </a:defRPr>
            </a:lvl5pPr>
            <a:lvl6pPr algn="l">
              <a:defRPr sz="788" b="0" i="0">
                <a:solidFill>
                  <a:srgbClr val="5A5855"/>
                </a:solidFill>
                <a:latin typeface="Lato"/>
                <a:ea typeface="Lato"/>
                <a:cs typeface="Lato"/>
              </a:defRPr>
            </a:lvl6pPr>
            <a:lvl7pPr algn="l">
              <a:defRPr sz="788" b="0" i="0">
                <a:solidFill>
                  <a:srgbClr val="5A5855"/>
                </a:solidFill>
                <a:latin typeface="Lato"/>
                <a:ea typeface="Lato"/>
                <a:cs typeface="Lato"/>
              </a:defRPr>
            </a:lvl7pPr>
            <a:lvl8pPr algn="l">
              <a:defRPr sz="788" b="0" i="0">
                <a:solidFill>
                  <a:srgbClr val="5A5855"/>
                </a:solidFill>
                <a:latin typeface="Lato"/>
                <a:ea typeface="Lato"/>
                <a:cs typeface="Lato"/>
              </a:defRPr>
            </a:lvl8pPr>
            <a:lvl9pPr algn="l">
              <a:defRPr sz="788" b="0" i="0">
                <a:solidFill>
                  <a:srgbClr val="5A5855"/>
                </a:solidFill>
                <a:latin typeface="Lato"/>
                <a:ea typeface="Lato"/>
                <a:cs typeface="Lato"/>
              </a:defRPr>
            </a:lvl9pPr>
          </a:lstStyle>
          <a:p>
            <a:pPr algn="l">
              <a:defRPr sz="788" b="0" i="0">
                <a:solidFill>
                  <a:srgbClr val="5A5855"/>
                </a:solidFill>
                <a:latin typeface="Lato"/>
                <a:ea typeface="Lato"/>
                <a:cs typeface="Lato"/>
              </a:defRPr>
            </a:pPr>
            <a:r>
              <a:rPr sz="788" b="0" i="0" dirty="0">
                <a:solidFill>
                  <a:srgbClr val="5A5855"/>
                </a:solidFill>
                <a:latin typeface="Lato"/>
                <a:ea typeface="Lato"/>
                <a:cs typeface="Lato"/>
              </a:rPr>
              <a:t>Date de </a:t>
            </a:r>
            <a:r>
              <a:rPr sz="788" b="0" i="0" dirty="0" err="1">
                <a:solidFill>
                  <a:srgbClr val="5A5855"/>
                </a:solidFill>
                <a:latin typeface="Lato"/>
                <a:ea typeface="Lato"/>
                <a:cs typeface="Lato"/>
              </a:rPr>
              <a:t>vânzări</a:t>
            </a:r>
            <a:r>
              <a:rPr sz="788" b="0" i="0" dirty="0">
                <a:solidFill>
                  <a:srgbClr val="5A5855"/>
                </a:solidFill>
                <a:latin typeface="Lato"/>
                <a:ea typeface="Lato"/>
                <a:cs typeface="Lato"/>
              </a:rPr>
              <a:t> </a:t>
            </a:r>
            <a:r>
              <a:rPr sz="788" b="0" i="0" dirty="0" err="1">
                <a:solidFill>
                  <a:srgbClr val="5A5855"/>
                </a:solidFill>
                <a:latin typeface="Lato"/>
                <a:ea typeface="Lato"/>
                <a:cs typeface="Lato"/>
              </a:rPr>
              <a:t>sintetice</a:t>
            </a:r>
            <a:r>
              <a:rPr sz="788" b="0" i="0" dirty="0">
                <a:solidFill>
                  <a:srgbClr val="5A5855"/>
                </a:solidFill>
                <a:latin typeface="Lato"/>
                <a:ea typeface="Lato"/>
                <a:cs typeface="Lato"/>
              </a:rPr>
              <a:t>. </a:t>
            </a:r>
            <a:r>
              <a:rPr sz="788" b="0" i="0" dirty="0" err="1">
                <a:solidFill>
                  <a:srgbClr val="5A5855"/>
                </a:solidFill>
                <a:latin typeface="Lato"/>
                <a:ea typeface="Lato"/>
                <a:cs typeface="Lato"/>
              </a:rPr>
              <a:t>Rezultatele</a:t>
            </a:r>
            <a:r>
              <a:rPr sz="788" b="0" i="0" dirty="0">
                <a:solidFill>
                  <a:srgbClr val="5A5855"/>
                </a:solidFill>
                <a:latin typeface="Lato"/>
                <a:ea typeface="Lato"/>
                <a:cs typeface="Lato"/>
              </a:rPr>
              <a:t> sunt output-</a:t>
            </a:r>
            <a:r>
              <a:rPr sz="788" b="0" i="0" dirty="0" err="1">
                <a:solidFill>
                  <a:srgbClr val="5A5855"/>
                </a:solidFill>
                <a:latin typeface="Lato"/>
                <a:ea typeface="Lato"/>
                <a:cs typeface="Lato"/>
              </a:rPr>
              <a:t>uri</a:t>
            </a:r>
            <a:r>
              <a:rPr sz="788" b="0" i="0" dirty="0">
                <a:solidFill>
                  <a:srgbClr val="5A5855"/>
                </a:solidFill>
                <a:latin typeface="Lato"/>
                <a:ea typeface="Lato"/>
                <a:cs typeface="Lato"/>
              </a:rPr>
              <a:t> </a:t>
            </a:r>
            <a:r>
              <a:rPr sz="788" b="0" i="0" dirty="0" err="1">
                <a:solidFill>
                  <a:srgbClr val="5A5855"/>
                </a:solidFill>
                <a:latin typeface="Lato"/>
                <a:ea typeface="Lato"/>
                <a:cs typeface="Lato"/>
              </a:rPr>
              <a:t>reale</a:t>
            </a:r>
            <a:r>
              <a:rPr sz="788" b="0" i="0" dirty="0">
                <a:solidFill>
                  <a:srgbClr val="5A5855"/>
                </a:solidFill>
                <a:latin typeface="Lato"/>
                <a:ea typeface="Lato"/>
                <a:cs typeface="Lato"/>
              </a:rPr>
              <a:t> ale </a:t>
            </a:r>
            <a:r>
              <a:rPr sz="788" b="0" i="0" dirty="0" err="1">
                <a:solidFill>
                  <a:srgbClr val="5A5855"/>
                </a:solidFill>
                <a:latin typeface="Lato"/>
                <a:ea typeface="Lato"/>
                <a:cs typeface="Lato"/>
              </a:rPr>
              <a:t>codului</a:t>
            </a:r>
            <a:r>
              <a:rPr sz="788" b="0" i="0" dirty="0">
                <a:solidFill>
                  <a:srgbClr val="5A5855"/>
                </a:solidFill>
                <a:latin typeface="Lato"/>
                <a:ea typeface="Lato"/>
                <a:cs typeface="Lato"/>
              </a:rPr>
              <a:t> din </a:t>
            </a:r>
            <a:r>
              <a:rPr sz="788" b="0" i="0" dirty="0" err="1">
                <a:solidFill>
                  <a:srgbClr val="5A5855"/>
                </a:solidFill>
                <a:latin typeface="Lato"/>
                <a:ea typeface="Lato"/>
                <a:cs typeface="Lato"/>
              </a:rPr>
              <a:t>proiect</a:t>
            </a:r>
            <a:r>
              <a:rPr sz="788" b="0" i="0" dirty="0">
                <a:solidFill>
                  <a:srgbClr val="5A5855"/>
                </a:solidFill>
                <a:latin typeface="Lato"/>
                <a:ea typeface="Lato"/>
                <a:cs typeface="Lato"/>
              </a:rPr>
              <a:t>, </a:t>
            </a:r>
            <a:r>
              <a:rPr sz="788" b="0" i="0" dirty="0" err="1">
                <a:solidFill>
                  <a:srgbClr val="5A5855"/>
                </a:solidFill>
                <a:latin typeface="Lato"/>
                <a:ea typeface="Lato"/>
                <a:cs typeface="Lato"/>
              </a:rPr>
              <a:t>rulate</a:t>
            </a:r>
            <a:r>
              <a:rPr sz="788" b="0" i="0" dirty="0">
                <a:solidFill>
                  <a:srgbClr val="5A5855"/>
                </a:solidFill>
                <a:latin typeface="Lato"/>
                <a:ea typeface="Lato"/>
                <a:cs typeface="Lato"/>
              </a:rPr>
              <a:t> la 18 </a:t>
            </a:r>
            <a:r>
              <a:rPr sz="788" b="0" i="0" dirty="0" err="1">
                <a:solidFill>
                  <a:srgbClr val="5A5855"/>
                </a:solidFill>
                <a:latin typeface="Lato"/>
                <a:ea typeface="Lato"/>
                <a:cs typeface="Lato"/>
              </a:rPr>
              <a:t>octombrie</a:t>
            </a:r>
            <a:r>
              <a:rPr sz="788" b="0" i="0" dirty="0">
                <a:solidFill>
                  <a:srgbClr val="5A5855"/>
                </a:solidFill>
                <a:latin typeface="Lato"/>
                <a:ea typeface="Lato"/>
                <a:cs typeface="Lato"/>
              </a:rPr>
              <a:t> 2026.</a:t>
            </a:r>
          </a:p>
        </p:txBody>
      </p:sp>
      <p:pic>
        <p:nvPicPr>
          <p:cNvPr id="20" name="hackathon_iasi">
            <a:hlinkClick r:id="" action="ppaction://media"/>
            <a:extLst>
              <a:ext uri="{FF2B5EF4-FFF2-40B4-BE49-F238E27FC236}">
                <a16:creationId xmlns:a16="http://schemas.microsoft.com/office/drawing/2014/main" id="{FBEBEBED-FF70-5335-4904-07E92AFE41EE}"/>
              </a:ext>
            </a:extLst>
          </p:cNvPr>
          <p:cNvPicPr>
            <a:picLocks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1271938" y="586481"/>
            <a:ext cx="6600123" cy="3712569"/>
          </a:xfrm>
          <a:prstGeom prst="rect">
            <a:avLst/>
          </a:prstGeom>
        </p:spPr>
      </p:pic>
    </p:spTree>
    <p:extLst>
      <p:ext uri="{BB962C8B-B14F-4D97-AF65-F5344CB8AC3E}">
        <p14:creationId xmlns:p14="http://schemas.microsoft.com/office/powerpoint/2010/main" val="4038793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49883"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Picture 16">
            <a:extLst>
              <a:ext uri="{FF2B5EF4-FFF2-40B4-BE49-F238E27FC236}">
                <a16:creationId xmlns:a16="http://schemas.microsoft.com/office/drawing/2014/main" id="{C83637D6-C4D1-4BC1-A3D7-BFFF4891A2B7}"/>
              </a:ext>
            </a:extLst>
          </p:cNvPr>
          <p:cNvPicPr>
            <a:picLocks noChangeAspect="1"/>
          </p:cNvPicPr>
          <p:nvPr/>
        </p:nvPicPr>
        <p:blipFill>
          <a:blip r:embed="rId3" cstate="screen">
            <a:extLst>
              <a:ext uri="{28A0092B-C50C-407E-A947-70E740481C1C}">
                <a14:useLocalDpi xmlns:a14="http://schemas.microsoft.com/office/drawing/2010/main"/>
              </a:ext>
            </a:extLst>
          </a:blip>
          <a:srcRect/>
          <a:stretch>
            <a:fillRect/>
          </a:stretch>
        </p:blipFill>
        <p:spPr>
          <a:xfrm>
            <a:off x="0" y="0"/>
            <a:ext cx="9144000" cy="5143500"/>
          </a:xfrm>
          <a:prstGeom prst="rect">
            <a:avLst/>
          </a:prstGeom>
        </p:spPr>
      </p:pic>
      <p:sp>
        <p:nvSpPr>
          <p:cNvPr id="2" name="slide-6-title">
            <a:extLst>
              <a:ext uri="{FF2B5EF4-FFF2-40B4-BE49-F238E27FC236}">
                <a16:creationId xmlns:a16="http://schemas.microsoft.com/office/drawing/2014/main" id="{89EB94E1-B294-4230-9C26-75FF883BBDDE}"/>
              </a:ext>
            </a:extLst>
          </p:cNvPr>
          <p:cNvSpPr>
            <a:spLocks noGrp="1"/>
          </p:cNvSpPr>
          <p:nvPr/>
        </p:nvSpPr>
        <p:spPr>
          <a:xfrm>
            <a:off x="552450" y="323850"/>
            <a:ext cx="7239000" cy="514350"/>
          </a:xfrm>
          <a:prstGeom prst="rect">
            <a:avLst/>
          </a:prstGeom>
          <a:noFill/>
          <a:ln w="0">
            <a:noFill/>
            <a:prstDash val="solid"/>
          </a:ln>
        </p:spPr>
        <p:txBody>
          <a:bodyPr wrap="square" lIns="0" tIns="0" rIns="0" bIns="0" anchor="t">
            <a:normAutofit/>
          </a:bodyPr>
          <a:lstStyle>
            <a:defPPr algn="l">
              <a:defRPr sz="2550" b="0" i="0">
                <a:solidFill>
                  <a:srgbClr val="2C2A29"/>
                </a:solidFill>
                <a:latin typeface="Prata"/>
                <a:ea typeface="Prata"/>
                <a:cs typeface="Prata"/>
              </a:defRPr>
            </a:defPPr>
            <a:lvl1pPr algn="l">
              <a:defRPr sz="2550" b="0" i="0">
                <a:solidFill>
                  <a:srgbClr val="2C2A29"/>
                </a:solidFill>
                <a:latin typeface="Prata"/>
                <a:ea typeface="Prata"/>
                <a:cs typeface="Prata"/>
              </a:defRPr>
            </a:lvl1pPr>
            <a:lvl2pPr algn="l">
              <a:defRPr sz="2550" b="0" i="0">
                <a:solidFill>
                  <a:srgbClr val="2C2A29"/>
                </a:solidFill>
                <a:latin typeface="Prata"/>
                <a:ea typeface="Prata"/>
                <a:cs typeface="Prata"/>
              </a:defRPr>
            </a:lvl2pPr>
            <a:lvl3pPr algn="l">
              <a:defRPr sz="2550" b="0" i="0">
                <a:solidFill>
                  <a:srgbClr val="2C2A29"/>
                </a:solidFill>
                <a:latin typeface="Prata"/>
                <a:ea typeface="Prata"/>
                <a:cs typeface="Prata"/>
              </a:defRPr>
            </a:lvl3pPr>
            <a:lvl4pPr algn="l">
              <a:defRPr sz="2550" b="0" i="0">
                <a:solidFill>
                  <a:srgbClr val="2C2A29"/>
                </a:solidFill>
                <a:latin typeface="Prata"/>
                <a:ea typeface="Prata"/>
                <a:cs typeface="Prata"/>
              </a:defRPr>
            </a:lvl4pPr>
            <a:lvl5pPr algn="l">
              <a:defRPr sz="2550" b="0" i="0">
                <a:solidFill>
                  <a:srgbClr val="2C2A29"/>
                </a:solidFill>
                <a:latin typeface="Prata"/>
                <a:ea typeface="Prata"/>
                <a:cs typeface="Prata"/>
              </a:defRPr>
            </a:lvl5pPr>
            <a:lvl6pPr algn="l">
              <a:defRPr sz="2550" b="0" i="0">
                <a:solidFill>
                  <a:srgbClr val="2C2A29"/>
                </a:solidFill>
                <a:latin typeface="Prata"/>
                <a:ea typeface="Prata"/>
                <a:cs typeface="Prata"/>
              </a:defRPr>
            </a:lvl6pPr>
            <a:lvl7pPr algn="l">
              <a:defRPr sz="2550" b="0" i="0">
                <a:solidFill>
                  <a:srgbClr val="2C2A29"/>
                </a:solidFill>
                <a:latin typeface="Prata"/>
                <a:ea typeface="Prata"/>
                <a:cs typeface="Prata"/>
              </a:defRPr>
            </a:lvl7pPr>
            <a:lvl8pPr algn="l">
              <a:defRPr sz="2550" b="0" i="0">
                <a:solidFill>
                  <a:srgbClr val="2C2A29"/>
                </a:solidFill>
                <a:latin typeface="Prata"/>
                <a:ea typeface="Prata"/>
                <a:cs typeface="Prata"/>
              </a:defRPr>
            </a:lvl8pPr>
            <a:lvl9pPr algn="l">
              <a:defRPr sz="2550" b="0" i="0">
                <a:solidFill>
                  <a:srgbClr val="2C2A29"/>
                </a:solidFill>
                <a:latin typeface="Prata"/>
                <a:ea typeface="Prata"/>
                <a:cs typeface="Prata"/>
              </a:defRPr>
            </a:lvl9pPr>
          </a:lstStyle>
          <a:p>
            <a:pPr algn="l">
              <a:defRPr sz="2550" b="0" i="0">
                <a:solidFill>
                  <a:srgbClr val="2C2A29"/>
                </a:solidFill>
                <a:latin typeface="Prata"/>
                <a:ea typeface="Prata"/>
                <a:cs typeface="Prata"/>
              </a:defRPr>
            </a:pPr>
            <a:r>
              <a:rPr sz="2550" b="1" i="0" dirty="0">
                <a:solidFill>
                  <a:srgbClr val="2C2A29"/>
                </a:solidFill>
                <a:latin typeface="Baghdad" pitchFamily="2" charset="-78"/>
                <a:cs typeface="Baghdad" pitchFamily="2" charset="-78"/>
              </a:rPr>
              <a:t>Cum </a:t>
            </a:r>
            <a:r>
              <a:rPr sz="2550" b="1" i="0" dirty="0" err="1">
                <a:solidFill>
                  <a:srgbClr val="2C2A29"/>
                </a:solidFill>
                <a:latin typeface="Baghdad" pitchFamily="2" charset="-78"/>
                <a:cs typeface="Baghdad" pitchFamily="2" charset="-78"/>
              </a:rPr>
              <a:t>funcționează</a:t>
            </a:r>
            <a:endParaRPr sz="2550" b="1" i="0" dirty="0">
              <a:solidFill>
                <a:srgbClr val="2C2A29"/>
              </a:solidFill>
              <a:latin typeface="Baghdad" pitchFamily="2" charset="-78"/>
              <a:cs typeface="Baghdad" pitchFamily="2" charset="-78"/>
            </a:endParaRPr>
          </a:p>
        </p:txBody>
      </p:sp>
      <p:sp>
        <p:nvSpPr>
          <p:cNvPr id="3" name="slide-6-number">
            <a:extLst>
              <a:ext uri="{FF2B5EF4-FFF2-40B4-BE49-F238E27FC236}">
                <a16:creationId xmlns:a16="http://schemas.microsoft.com/office/drawing/2014/main" id="{5896B766-81AB-4343-B0F4-381F78C1A420}"/>
              </a:ext>
            </a:extLst>
          </p:cNvPr>
          <p:cNvSpPr>
            <a:spLocks noGrp="1"/>
          </p:cNvSpPr>
          <p:nvPr/>
        </p:nvSpPr>
        <p:spPr>
          <a:xfrm>
            <a:off x="8305800" y="323850"/>
            <a:ext cx="361950" cy="228600"/>
          </a:xfrm>
          <a:prstGeom prst="rect">
            <a:avLst/>
          </a:prstGeom>
          <a:noFill/>
          <a:ln w="0">
            <a:noFill/>
            <a:prstDash val="solid"/>
          </a:ln>
        </p:spPr>
        <p:txBody>
          <a:bodyPr wrap="square" lIns="0" tIns="0" rIns="0" bIns="0" anchor="t">
            <a:normAutofit/>
          </a:bodyPr>
          <a:lstStyle>
            <a:defPPr algn="r">
              <a:defRPr sz="975" b="0" i="0">
                <a:solidFill>
                  <a:srgbClr val="627356"/>
                </a:solidFill>
                <a:latin typeface="Prata"/>
                <a:ea typeface="Prata"/>
                <a:cs typeface="Prata"/>
              </a:defRPr>
            </a:defPPr>
            <a:lvl1pPr algn="r">
              <a:defRPr sz="975" b="0" i="0">
                <a:solidFill>
                  <a:srgbClr val="627356"/>
                </a:solidFill>
                <a:latin typeface="Prata"/>
                <a:ea typeface="Prata"/>
                <a:cs typeface="Prata"/>
              </a:defRPr>
            </a:lvl1pPr>
            <a:lvl2pPr algn="r">
              <a:defRPr sz="975" b="0" i="0">
                <a:solidFill>
                  <a:srgbClr val="627356"/>
                </a:solidFill>
                <a:latin typeface="Prata"/>
                <a:ea typeface="Prata"/>
                <a:cs typeface="Prata"/>
              </a:defRPr>
            </a:lvl2pPr>
            <a:lvl3pPr algn="r">
              <a:defRPr sz="975" b="0" i="0">
                <a:solidFill>
                  <a:srgbClr val="627356"/>
                </a:solidFill>
                <a:latin typeface="Prata"/>
                <a:ea typeface="Prata"/>
                <a:cs typeface="Prata"/>
              </a:defRPr>
            </a:lvl3pPr>
            <a:lvl4pPr algn="r">
              <a:defRPr sz="975" b="0" i="0">
                <a:solidFill>
                  <a:srgbClr val="627356"/>
                </a:solidFill>
                <a:latin typeface="Prata"/>
                <a:ea typeface="Prata"/>
                <a:cs typeface="Prata"/>
              </a:defRPr>
            </a:lvl4pPr>
            <a:lvl5pPr algn="r">
              <a:defRPr sz="975" b="0" i="0">
                <a:solidFill>
                  <a:srgbClr val="627356"/>
                </a:solidFill>
                <a:latin typeface="Prata"/>
                <a:ea typeface="Prata"/>
                <a:cs typeface="Prata"/>
              </a:defRPr>
            </a:lvl5pPr>
            <a:lvl6pPr algn="r">
              <a:defRPr sz="975" b="0" i="0">
                <a:solidFill>
                  <a:srgbClr val="627356"/>
                </a:solidFill>
                <a:latin typeface="Prata"/>
                <a:ea typeface="Prata"/>
                <a:cs typeface="Prata"/>
              </a:defRPr>
            </a:lvl6pPr>
            <a:lvl7pPr algn="r">
              <a:defRPr sz="975" b="0" i="0">
                <a:solidFill>
                  <a:srgbClr val="627356"/>
                </a:solidFill>
                <a:latin typeface="Prata"/>
                <a:ea typeface="Prata"/>
                <a:cs typeface="Prata"/>
              </a:defRPr>
            </a:lvl7pPr>
            <a:lvl8pPr algn="r">
              <a:defRPr sz="975" b="0" i="0">
                <a:solidFill>
                  <a:srgbClr val="627356"/>
                </a:solidFill>
                <a:latin typeface="Prata"/>
                <a:ea typeface="Prata"/>
                <a:cs typeface="Prata"/>
              </a:defRPr>
            </a:lvl8pPr>
            <a:lvl9pPr algn="r">
              <a:defRPr sz="975" b="0" i="0">
                <a:solidFill>
                  <a:srgbClr val="627356"/>
                </a:solidFill>
                <a:latin typeface="Prata"/>
                <a:ea typeface="Prata"/>
                <a:cs typeface="Prata"/>
              </a:defRPr>
            </a:lvl9pPr>
          </a:lstStyle>
          <a:p>
            <a:pPr algn="r">
              <a:defRPr sz="975" b="0" i="0">
                <a:solidFill>
                  <a:srgbClr val="627356"/>
                </a:solidFill>
                <a:latin typeface="Prata"/>
                <a:ea typeface="Prata"/>
                <a:cs typeface="Prata"/>
              </a:defRPr>
            </a:pPr>
            <a:r>
              <a:rPr sz="975" b="0" i="0">
                <a:solidFill>
                  <a:srgbClr val="627356"/>
                </a:solidFill>
                <a:latin typeface="Prata"/>
                <a:ea typeface="Prata"/>
                <a:cs typeface="Prata"/>
              </a:rPr>
              <a:t>06</a:t>
            </a:r>
          </a:p>
        </p:txBody>
      </p:sp>
      <p:sp>
        <p:nvSpPr>
          <p:cNvPr id="4" name="architecture-box-0">
            <a:extLst>
              <a:ext uri="{FF2B5EF4-FFF2-40B4-BE49-F238E27FC236}">
                <a16:creationId xmlns:a16="http://schemas.microsoft.com/office/drawing/2014/main" id="{4F0E028B-55A2-48E5-9063-AECA9FEEC210}"/>
              </a:ext>
            </a:extLst>
          </p:cNvPr>
          <p:cNvSpPr>
            <a:spLocks noGrp="1"/>
          </p:cNvSpPr>
          <p:nvPr/>
        </p:nvSpPr>
        <p:spPr>
          <a:xfrm>
            <a:off x="476250" y="1200150"/>
            <a:ext cx="1866900" cy="1504950"/>
          </a:xfrm>
          <a:prstGeom prst="rect">
            <a:avLst/>
          </a:prstGeom>
          <a:solidFill>
            <a:srgbClr val="E2ECCB"/>
          </a:solidFill>
          <a:ln w="14288">
            <a:solidFill>
              <a:srgbClr val="627356"/>
            </a:solidFill>
            <a:prstDash val="solid"/>
          </a:ln>
        </p:spPr>
        <p:txBody>
          <a:bodyPr lIns="133350" tIns="133350" rIns="133350" bIns="133350" anchor="ctr">
            <a:normAutofit/>
          </a:bodyPr>
          <a:lstStyle>
            <a:defPPr algn="l">
              <a:defRPr sz="1125">
                <a:solidFill>
                  <a:srgbClr val="2C2A29"/>
                </a:solidFill>
                <a:latin typeface="Lato"/>
                <a:ea typeface="Lato"/>
                <a:cs typeface="Lato"/>
              </a:defRPr>
            </a:defPPr>
            <a:lvl1pPr algn="l">
              <a:defRPr sz="1125">
                <a:solidFill>
                  <a:srgbClr val="2C2A29"/>
                </a:solidFill>
                <a:latin typeface="Lato"/>
                <a:ea typeface="Lato"/>
                <a:cs typeface="Lato"/>
              </a:defRPr>
            </a:lvl1pPr>
            <a:lvl2pPr algn="l">
              <a:defRPr sz="1125">
                <a:solidFill>
                  <a:srgbClr val="2C2A29"/>
                </a:solidFill>
                <a:latin typeface="Lato"/>
                <a:ea typeface="Lato"/>
                <a:cs typeface="Lato"/>
              </a:defRPr>
            </a:lvl2pPr>
            <a:lvl3pPr algn="l">
              <a:defRPr sz="1125">
                <a:solidFill>
                  <a:srgbClr val="2C2A29"/>
                </a:solidFill>
                <a:latin typeface="Lato"/>
                <a:ea typeface="Lato"/>
                <a:cs typeface="Lato"/>
              </a:defRPr>
            </a:lvl3pPr>
            <a:lvl4pPr algn="l">
              <a:defRPr sz="1125">
                <a:solidFill>
                  <a:srgbClr val="2C2A29"/>
                </a:solidFill>
                <a:latin typeface="Lato"/>
                <a:ea typeface="Lato"/>
                <a:cs typeface="Lato"/>
              </a:defRPr>
            </a:lvl4pPr>
            <a:lvl5pPr algn="l">
              <a:defRPr sz="1125">
                <a:solidFill>
                  <a:srgbClr val="2C2A29"/>
                </a:solidFill>
                <a:latin typeface="Lato"/>
                <a:ea typeface="Lato"/>
                <a:cs typeface="Lato"/>
              </a:defRPr>
            </a:lvl5pPr>
            <a:lvl6pPr algn="l">
              <a:defRPr sz="1125">
                <a:solidFill>
                  <a:srgbClr val="2C2A29"/>
                </a:solidFill>
                <a:latin typeface="Lato"/>
                <a:ea typeface="Lato"/>
                <a:cs typeface="Lato"/>
              </a:defRPr>
            </a:lvl6pPr>
            <a:lvl7pPr algn="l">
              <a:defRPr sz="1125">
                <a:solidFill>
                  <a:srgbClr val="2C2A29"/>
                </a:solidFill>
                <a:latin typeface="Lato"/>
                <a:ea typeface="Lato"/>
                <a:cs typeface="Lato"/>
              </a:defRPr>
            </a:lvl7pPr>
            <a:lvl8pPr algn="l">
              <a:defRPr sz="1125">
                <a:solidFill>
                  <a:srgbClr val="2C2A29"/>
                </a:solidFill>
                <a:latin typeface="Lato"/>
                <a:ea typeface="Lato"/>
                <a:cs typeface="Lato"/>
              </a:defRPr>
            </a:lvl8pPr>
            <a:lvl9pPr algn="l">
              <a:defRPr sz="1125">
                <a:solidFill>
                  <a:srgbClr val="2C2A29"/>
                </a:solidFill>
                <a:latin typeface="Lato"/>
                <a:ea typeface="Lato"/>
                <a:cs typeface="Lato"/>
              </a:defRPr>
            </a:lvl9pPr>
          </a:lstStyle>
          <a:p>
            <a:pPr algn="l">
              <a:defRPr sz="1125">
                <a:solidFill>
                  <a:srgbClr val="2C2A29"/>
                </a:solidFill>
                <a:latin typeface="Lato"/>
                <a:ea typeface="Lato"/>
                <a:cs typeface="Lato"/>
              </a:defRPr>
            </a:pPr>
            <a:r>
              <a:rPr sz="1125" dirty="0">
                <a:solidFill>
                  <a:srgbClr val="2C2A29"/>
                </a:solidFill>
                <a:latin typeface="Lato"/>
                <a:ea typeface="Lato"/>
                <a:cs typeface="Lato"/>
              </a:rPr>
              <a:t>01</a:t>
            </a:r>
          </a:p>
          <a:p>
            <a:pPr algn="l">
              <a:defRPr sz="1125">
                <a:solidFill>
                  <a:srgbClr val="2C2A29"/>
                </a:solidFill>
                <a:latin typeface="Lato"/>
                <a:ea typeface="Lato"/>
                <a:cs typeface="Lato"/>
              </a:defRPr>
            </a:pPr>
            <a:r>
              <a:rPr lang="en-US" sz="1125" b="1" dirty="0">
                <a:solidFill>
                  <a:srgbClr val="2C2A29"/>
                </a:solidFill>
                <a:latin typeface="Lato"/>
                <a:ea typeface="Lato"/>
                <a:cs typeface="Lato"/>
              </a:rPr>
              <a:t>Excel/CSV</a:t>
            </a:r>
            <a:endParaRPr sz="1125" b="1" dirty="0">
              <a:solidFill>
                <a:srgbClr val="2C2A29"/>
              </a:solidFill>
              <a:latin typeface="Lato"/>
              <a:ea typeface="Lato"/>
              <a:cs typeface="Lato"/>
            </a:endParaRPr>
          </a:p>
          <a:p>
            <a:pPr algn="l">
              <a:defRPr sz="1125">
                <a:solidFill>
                  <a:srgbClr val="2C2A29"/>
                </a:solidFill>
                <a:latin typeface="Lato"/>
                <a:ea typeface="Lato"/>
                <a:cs typeface="Lato"/>
              </a:defRPr>
            </a:pPr>
            <a:r>
              <a:rPr sz="1125" dirty="0" err="1">
                <a:solidFill>
                  <a:srgbClr val="2C2A29"/>
                </a:solidFill>
                <a:latin typeface="Lato"/>
                <a:ea typeface="Lato"/>
                <a:cs typeface="Lato"/>
              </a:rPr>
              <a:t>Producție</a:t>
            </a:r>
            <a:r>
              <a:rPr sz="1125" dirty="0">
                <a:solidFill>
                  <a:srgbClr val="2C2A29"/>
                </a:solidFill>
                <a:latin typeface="Lato"/>
                <a:ea typeface="Lato"/>
                <a:cs typeface="Lato"/>
              </a:rPr>
              <a:t>, </a:t>
            </a:r>
            <a:r>
              <a:rPr sz="1125" dirty="0" err="1">
                <a:solidFill>
                  <a:srgbClr val="2C2A29"/>
                </a:solidFill>
                <a:latin typeface="Lato"/>
                <a:ea typeface="Lato"/>
                <a:cs typeface="Lato"/>
              </a:rPr>
              <a:t>vânzări</a:t>
            </a:r>
            <a:r>
              <a:rPr sz="1125" dirty="0">
                <a:solidFill>
                  <a:srgbClr val="2C2A29"/>
                </a:solidFill>
                <a:latin typeface="Lato"/>
                <a:ea typeface="Lato"/>
                <a:cs typeface="Lato"/>
              </a:rPr>
              <a:t>, </a:t>
            </a:r>
            <a:r>
              <a:rPr sz="1125" dirty="0" err="1">
                <a:solidFill>
                  <a:srgbClr val="2C2A29"/>
                </a:solidFill>
                <a:latin typeface="Lato"/>
                <a:ea typeface="Lato"/>
                <a:cs typeface="Lato"/>
              </a:rPr>
              <a:t>costuri</a:t>
            </a:r>
            <a:r>
              <a:rPr sz="1125" dirty="0">
                <a:solidFill>
                  <a:srgbClr val="2C2A29"/>
                </a:solidFill>
                <a:latin typeface="Lato"/>
                <a:ea typeface="Lato"/>
                <a:cs typeface="Lato"/>
              </a:rPr>
              <a:t> </a:t>
            </a:r>
            <a:r>
              <a:rPr sz="1125" dirty="0" err="1">
                <a:solidFill>
                  <a:srgbClr val="2C2A29"/>
                </a:solidFill>
                <a:latin typeface="Lato"/>
                <a:ea typeface="Lato"/>
                <a:cs typeface="Lato"/>
              </a:rPr>
              <a:t>și</a:t>
            </a:r>
            <a:r>
              <a:rPr sz="1125" dirty="0">
                <a:solidFill>
                  <a:srgbClr val="2C2A29"/>
                </a:solidFill>
                <a:latin typeface="Lato"/>
                <a:ea typeface="Lato"/>
                <a:cs typeface="Lato"/>
              </a:rPr>
              <a:t> context</a:t>
            </a:r>
          </a:p>
        </p:txBody>
      </p:sp>
      <p:sp>
        <p:nvSpPr>
          <p:cNvPr id="5" name="architecture-box-1">
            <a:extLst>
              <a:ext uri="{FF2B5EF4-FFF2-40B4-BE49-F238E27FC236}">
                <a16:creationId xmlns:a16="http://schemas.microsoft.com/office/drawing/2014/main" id="{D9BDA2D3-CFE3-4B8D-8EB8-1AEA3489F589}"/>
              </a:ext>
            </a:extLst>
          </p:cNvPr>
          <p:cNvSpPr>
            <a:spLocks noGrp="1"/>
          </p:cNvSpPr>
          <p:nvPr/>
        </p:nvSpPr>
        <p:spPr>
          <a:xfrm>
            <a:off x="2628900" y="1200150"/>
            <a:ext cx="1866900" cy="1504950"/>
          </a:xfrm>
          <a:prstGeom prst="rect">
            <a:avLst/>
          </a:prstGeom>
          <a:solidFill>
            <a:srgbClr val="E8D6C4"/>
          </a:solidFill>
          <a:ln w="14288">
            <a:solidFill>
              <a:srgbClr val="85441C"/>
            </a:solidFill>
            <a:prstDash val="solid"/>
          </a:ln>
        </p:spPr>
        <p:txBody>
          <a:bodyPr lIns="133350" tIns="133350" rIns="133350" bIns="133350" anchor="ctr">
            <a:normAutofit/>
          </a:bodyPr>
          <a:lstStyle>
            <a:defPPr algn="l">
              <a:defRPr sz="1125">
                <a:solidFill>
                  <a:srgbClr val="2C2A29"/>
                </a:solidFill>
                <a:latin typeface="Lato"/>
                <a:ea typeface="Lato"/>
                <a:cs typeface="Lato"/>
              </a:defRPr>
            </a:defPPr>
            <a:lvl1pPr algn="l">
              <a:defRPr sz="1125">
                <a:solidFill>
                  <a:srgbClr val="2C2A29"/>
                </a:solidFill>
                <a:latin typeface="Lato"/>
                <a:ea typeface="Lato"/>
                <a:cs typeface="Lato"/>
              </a:defRPr>
            </a:lvl1pPr>
            <a:lvl2pPr algn="l">
              <a:defRPr sz="1125">
                <a:solidFill>
                  <a:srgbClr val="2C2A29"/>
                </a:solidFill>
                <a:latin typeface="Lato"/>
                <a:ea typeface="Lato"/>
                <a:cs typeface="Lato"/>
              </a:defRPr>
            </a:lvl2pPr>
            <a:lvl3pPr algn="l">
              <a:defRPr sz="1125">
                <a:solidFill>
                  <a:srgbClr val="2C2A29"/>
                </a:solidFill>
                <a:latin typeface="Lato"/>
                <a:ea typeface="Lato"/>
                <a:cs typeface="Lato"/>
              </a:defRPr>
            </a:lvl3pPr>
            <a:lvl4pPr algn="l">
              <a:defRPr sz="1125">
                <a:solidFill>
                  <a:srgbClr val="2C2A29"/>
                </a:solidFill>
                <a:latin typeface="Lato"/>
                <a:ea typeface="Lato"/>
                <a:cs typeface="Lato"/>
              </a:defRPr>
            </a:lvl4pPr>
            <a:lvl5pPr algn="l">
              <a:defRPr sz="1125">
                <a:solidFill>
                  <a:srgbClr val="2C2A29"/>
                </a:solidFill>
                <a:latin typeface="Lato"/>
                <a:ea typeface="Lato"/>
                <a:cs typeface="Lato"/>
              </a:defRPr>
            </a:lvl5pPr>
            <a:lvl6pPr algn="l">
              <a:defRPr sz="1125">
                <a:solidFill>
                  <a:srgbClr val="2C2A29"/>
                </a:solidFill>
                <a:latin typeface="Lato"/>
                <a:ea typeface="Lato"/>
                <a:cs typeface="Lato"/>
              </a:defRPr>
            </a:lvl6pPr>
            <a:lvl7pPr algn="l">
              <a:defRPr sz="1125">
                <a:solidFill>
                  <a:srgbClr val="2C2A29"/>
                </a:solidFill>
                <a:latin typeface="Lato"/>
                <a:ea typeface="Lato"/>
                <a:cs typeface="Lato"/>
              </a:defRPr>
            </a:lvl7pPr>
            <a:lvl8pPr algn="l">
              <a:defRPr sz="1125">
                <a:solidFill>
                  <a:srgbClr val="2C2A29"/>
                </a:solidFill>
                <a:latin typeface="Lato"/>
                <a:ea typeface="Lato"/>
                <a:cs typeface="Lato"/>
              </a:defRPr>
            </a:lvl8pPr>
            <a:lvl9pPr algn="l">
              <a:defRPr sz="1125">
                <a:solidFill>
                  <a:srgbClr val="2C2A29"/>
                </a:solidFill>
                <a:latin typeface="Lato"/>
                <a:ea typeface="Lato"/>
                <a:cs typeface="Lato"/>
              </a:defRPr>
            </a:lvl9pPr>
          </a:lstStyle>
          <a:p>
            <a:pPr algn="l">
              <a:defRPr sz="1125">
                <a:solidFill>
                  <a:srgbClr val="2C2A29"/>
                </a:solidFill>
                <a:latin typeface="Lato"/>
                <a:ea typeface="Lato"/>
                <a:cs typeface="Lato"/>
              </a:defRPr>
            </a:pPr>
            <a:r>
              <a:rPr sz="1125" dirty="0">
                <a:solidFill>
                  <a:srgbClr val="2C2A29"/>
                </a:solidFill>
                <a:latin typeface="Lato"/>
                <a:ea typeface="Lato"/>
                <a:cs typeface="Lato"/>
              </a:rPr>
              <a:t>02</a:t>
            </a:r>
          </a:p>
          <a:p>
            <a:pPr algn="l">
              <a:defRPr sz="1125">
                <a:solidFill>
                  <a:srgbClr val="2C2A29"/>
                </a:solidFill>
                <a:latin typeface="Lato"/>
                <a:ea typeface="Lato"/>
                <a:cs typeface="Lato"/>
              </a:defRPr>
            </a:pPr>
            <a:r>
              <a:rPr sz="1125" b="1" dirty="0">
                <a:solidFill>
                  <a:srgbClr val="2C2A29"/>
                </a:solidFill>
                <a:latin typeface="Lato"/>
                <a:ea typeface="Lato"/>
                <a:cs typeface="Lato"/>
              </a:rPr>
              <a:t>Motor de surplus</a:t>
            </a:r>
          </a:p>
          <a:p>
            <a:pPr algn="l">
              <a:defRPr sz="1125">
                <a:solidFill>
                  <a:srgbClr val="2C2A29"/>
                </a:solidFill>
                <a:latin typeface="Lato"/>
                <a:ea typeface="Lato"/>
                <a:cs typeface="Lato"/>
              </a:defRPr>
            </a:pPr>
            <a:r>
              <a:rPr sz="1125" dirty="0" err="1">
                <a:solidFill>
                  <a:srgbClr val="2C2A29"/>
                </a:solidFill>
                <a:latin typeface="Lato"/>
                <a:ea typeface="Lato"/>
                <a:cs typeface="Lato"/>
              </a:rPr>
              <a:t>Tipare</a:t>
            </a:r>
            <a:r>
              <a:rPr sz="1125" dirty="0">
                <a:solidFill>
                  <a:srgbClr val="2C2A29"/>
                </a:solidFill>
                <a:latin typeface="Lato"/>
                <a:ea typeface="Lato"/>
                <a:cs typeface="Lato"/>
              </a:rPr>
              <a:t> </a:t>
            </a:r>
            <a:r>
              <a:rPr sz="1125" dirty="0" err="1">
                <a:solidFill>
                  <a:srgbClr val="2C2A29"/>
                </a:solidFill>
                <a:latin typeface="Lato"/>
                <a:ea typeface="Lato"/>
                <a:cs typeface="Lato"/>
              </a:rPr>
              <a:t>comparabile</a:t>
            </a:r>
            <a:r>
              <a:rPr sz="1125" dirty="0">
                <a:solidFill>
                  <a:srgbClr val="2C2A29"/>
                </a:solidFill>
                <a:latin typeface="Lato"/>
                <a:ea typeface="Lato"/>
                <a:cs typeface="Lato"/>
              </a:rPr>
              <a:t> </a:t>
            </a:r>
            <a:r>
              <a:rPr sz="1125" dirty="0" err="1">
                <a:solidFill>
                  <a:srgbClr val="2C2A29"/>
                </a:solidFill>
                <a:latin typeface="Lato"/>
                <a:ea typeface="Lato"/>
                <a:cs typeface="Lato"/>
              </a:rPr>
              <a:t>și</a:t>
            </a:r>
            <a:r>
              <a:rPr sz="1125" dirty="0">
                <a:solidFill>
                  <a:srgbClr val="2C2A29"/>
                </a:solidFill>
                <a:latin typeface="Lato"/>
                <a:ea typeface="Lato"/>
                <a:cs typeface="Lato"/>
              </a:rPr>
              <a:t> </a:t>
            </a:r>
            <a:r>
              <a:rPr sz="1125" dirty="0" err="1">
                <a:solidFill>
                  <a:srgbClr val="2C2A29"/>
                </a:solidFill>
                <a:latin typeface="Lato"/>
                <a:ea typeface="Lato"/>
                <a:cs typeface="Lato"/>
              </a:rPr>
              <a:t>costuri</a:t>
            </a:r>
            <a:r>
              <a:rPr sz="1125" dirty="0">
                <a:solidFill>
                  <a:srgbClr val="2C2A29"/>
                </a:solidFill>
                <a:latin typeface="Lato"/>
                <a:ea typeface="Lato"/>
                <a:cs typeface="Lato"/>
              </a:rPr>
              <a:t> </a:t>
            </a:r>
            <a:r>
              <a:rPr sz="1125" dirty="0" err="1">
                <a:solidFill>
                  <a:srgbClr val="2C2A29"/>
                </a:solidFill>
                <a:latin typeface="Lato"/>
                <a:ea typeface="Lato"/>
                <a:cs typeface="Lato"/>
              </a:rPr>
              <a:t>asociate</a:t>
            </a:r>
            <a:endParaRPr sz="1125" dirty="0">
              <a:solidFill>
                <a:srgbClr val="2C2A29"/>
              </a:solidFill>
              <a:latin typeface="Lato"/>
              <a:ea typeface="Lato"/>
              <a:cs typeface="Lato"/>
            </a:endParaRPr>
          </a:p>
        </p:txBody>
      </p:sp>
      <p:sp>
        <p:nvSpPr>
          <p:cNvPr id="6" name="architecture-box-2">
            <a:extLst>
              <a:ext uri="{FF2B5EF4-FFF2-40B4-BE49-F238E27FC236}">
                <a16:creationId xmlns:a16="http://schemas.microsoft.com/office/drawing/2014/main" id="{183086E8-3588-4707-BA85-FE61ED924223}"/>
              </a:ext>
            </a:extLst>
          </p:cNvPr>
          <p:cNvSpPr>
            <a:spLocks noGrp="1"/>
          </p:cNvSpPr>
          <p:nvPr/>
        </p:nvSpPr>
        <p:spPr>
          <a:xfrm>
            <a:off x="4781550" y="1200150"/>
            <a:ext cx="1866900" cy="1504950"/>
          </a:xfrm>
          <a:prstGeom prst="rect">
            <a:avLst/>
          </a:prstGeom>
          <a:solidFill>
            <a:srgbClr val="E2ECCB"/>
          </a:solidFill>
          <a:ln w="14288">
            <a:solidFill>
              <a:srgbClr val="627356"/>
            </a:solidFill>
            <a:prstDash val="solid"/>
          </a:ln>
        </p:spPr>
        <p:txBody>
          <a:bodyPr lIns="133350" tIns="133350" rIns="133350" bIns="133350" anchor="ctr">
            <a:normAutofit/>
          </a:bodyPr>
          <a:lstStyle>
            <a:defPPr algn="l">
              <a:defRPr sz="1125">
                <a:solidFill>
                  <a:srgbClr val="2C2A29"/>
                </a:solidFill>
                <a:latin typeface="Lato"/>
                <a:ea typeface="Lato"/>
                <a:cs typeface="Lato"/>
              </a:defRPr>
            </a:defPPr>
            <a:lvl1pPr algn="l">
              <a:defRPr sz="1125">
                <a:solidFill>
                  <a:srgbClr val="2C2A29"/>
                </a:solidFill>
                <a:latin typeface="Lato"/>
                <a:ea typeface="Lato"/>
                <a:cs typeface="Lato"/>
              </a:defRPr>
            </a:lvl1pPr>
            <a:lvl2pPr algn="l">
              <a:defRPr sz="1125">
                <a:solidFill>
                  <a:srgbClr val="2C2A29"/>
                </a:solidFill>
                <a:latin typeface="Lato"/>
                <a:ea typeface="Lato"/>
                <a:cs typeface="Lato"/>
              </a:defRPr>
            </a:lvl2pPr>
            <a:lvl3pPr algn="l">
              <a:defRPr sz="1125">
                <a:solidFill>
                  <a:srgbClr val="2C2A29"/>
                </a:solidFill>
                <a:latin typeface="Lato"/>
                <a:ea typeface="Lato"/>
                <a:cs typeface="Lato"/>
              </a:defRPr>
            </a:lvl3pPr>
            <a:lvl4pPr algn="l">
              <a:defRPr sz="1125">
                <a:solidFill>
                  <a:srgbClr val="2C2A29"/>
                </a:solidFill>
                <a:latin typeface="Lato"/>
                <a:ea typeface="Lato"/>
                <a:cs typeface="Lato"/>
              </a:defRPr>
            </a:lvl4pPr>
            <a:lvl5pPr algn="l">
              <a:defRPr sz="1125">
                <a:solidFill>
                  <a:srgbClr val="2C2A29"/>
                </a:solidFill>
                <a:latin typeface="Lato"/>
                <a:ea typeface="Lato"/>
                <a:cs typeface="Lato"/>
              </a:defRPr>
            </a:lvl5pPr>
            <a:lvl6pPr algn="l">
              <a:defRPr sz="1125">
                <a:solidFill>
                  <a:srgbClr val="2C2A29"/>
                </a:solidFill>
                <a:latin typeface="Lato"/>
                <a:ea typeface="Lato"/>
                <a:cs typeface="Lato"/>
              </a:defRPr>
            </a:lvl6pPr>
            <a:lvl7pPr algn="l">
              <a:defRPr sz="1125">
                <a:solidFill>
                  <a:srgbClr val="2C2A29"/>
                </a:solidFill>
                <a:latin typeface="Lato"/>
                <a:ea typeface="Lato"/>
                <a:cs typeface="Lato"/>
              </a:defRPr>
            </a:lvl7pPr>
            <a:lvl8pPr algn="l">
              <a:defRPr sz="1125">
                <a:solidFill>
                  <a:srgbClr val="2C2A29"/>
                </a:solidFill>
                <a:latin typeface="Lato"/>
                <a:ea typeface="Lato"/>
                <a:cs typeface="Lato"/>
              </a:defRPr>
            </a:lvl8pPr>
            <a:lvl9pPr algn="l">
              <a:defRPr sz="1125">
                <a:solidFill>
                  <a:srgbClr val="2C2A29"/>
                </a:solidFill>
                <a:latin typeface="Lato"/>
                <a:ea typeface="Lato"/>
                <a:cs typeface="Lato"/>
              </a:defRPr>
            </a:lvl9pPr>
          </a:lstStyle>
          <a:p>
            <a:pPr algn="l">
              <a:defRPr sz="1125">
                <a:solidFill>
                  <a:srgbClr val="2C2A29"/>
                </a:solidFill>
                <a:latin typeface="Lato"/>
                <a:ea typeface="Lato"/>
                <a:cs typeface="Lato"/>
              </a:defRPr>
            </a:pPr>
            <a:r>
              <a:rPr sz="1125" dirty="0">
                <a:solidFill>
                  <a:srgbClr val="2C2A29"/>
                </a:solidFill>
                <a:latin typeface="Lato"/>
                <a:ea typeface="Lato"/>
                <a:cs typeface="Lato"/>
              </a:rPr>
              <a:t>03</a:t>
            </a:r>
          </a:p>
          <a:p>
            <a:pPr algn="l">
              <a:defRPr sz="1125">
                <a:solidFill>
                  <a:srgbClr val="2C2A29"/>
                </a:solidFill>
                <a:latin typeface="Lato"/>
                <a:ea typeface="Lato"/>
                <a:cs typeface="Lato"/>
              </a:defRPr>
            </a:pPr>
            <a:r>
              <a:rPr sz="1125" b="1" dirty="0">
                <a:solidFill>
                  <a:srgbClr val="2C2A29"/>
                </a:solidFill>
                <a:latin typeface="Lato"/>
                <a:ea typeface="Lato"/>
                <a:cs typeface="Lato"/>
              </a:rPr>
              <a:t>Model AI</a:t>
            </a:r>
          </a:p>
          <a:p>
            <a:pPr algn="l">
              <a:defRPr sz="1125">
                <a:solidFill>
                  <a:srgbClr val="2C2A29"/>
                </a:solidFill>
                <a:latin typeface="Lato"/>
                <a:ea typeface="Lato"/>
                <a:cs typeface="Lato"/>
              </a:defRPr>
            </a:pPr>
            <a:r>
              <a:rPr sz="1125" dirty="0">
                <a:solidFill>
                  <a:srgbClr val="2C2A29"/>
                </a:solidFill>
                <a:latin typeface="Lato"/>
                <a:ea typeface="Lato"/>
                <a:cs typeface="Lato"/>
              </a:rPr>
              <a:t>Risc de surplus, </a:t>
            </a:r>
            <a:r>
              <a:rPr sz="1125" dirty="0" err="1">
                <a:solidFill>
                  <a:srgbClr val="2C2A29"/>
                </a:solidFill>
                <a:latin typeface="Lato"/>
                <a:ea typeface="Lato"/>
                <a:cs typeface="Lato"/>
              </a:rPr>
              <a:t>evaluare</a:t>
            </a:r>
            <a:r>
              <a:rPr lang="en-US" sz="1125" dirty="0">
                <a:solidFill>
                  <a:srgbClr val="2C2A29"/>
                </a:solidFill>
                <a:latin typeface="Lato"/>
                <a:ea typeface="Lato"/>
                <a:cs typeface="Lato"/>
              </a:rPr>
              <a:t> </a:t>
            </a:r>
            <a:r>
              <a:rPr lang="en-US" sz="1125" dirty="0" err="1">
                <a:solidFill>
                  <a:srgbClr val="2C2A29"/>
                </a:solidFill>
                <a:latin typeface="Lato"/>
                <a:ea typeface="Lato"/>
                <a:cs typeface="Lato"/>
              </a:rPr>
              <a:t>și</a:t>
            </a:r>
            <a:r>
              <a:rPr lang="en-US" sz="1125" dirty="0">
                <a:solidFill>
                  <a:srgbClr val="2C2A29"/>
                </a:solidFill>
                <a:latin typeface="Lato"/>
                <a:ea typeface="Lato"/>
                <a:cs typeface="Lato"/>
              </a:rPr>
              <a:t> </a:t>
            </a:r>
            <a:r>
              <a:rPr lang="en-US" sz="1125" dirty="0" err="1">
                <a:solidFill>
                  <a:srgbClr val="2C2A29"/>
                </a:solidFill>
                <a:latin typeface="Lato"/>
                <a:ea typeface="Lato"/>
                <a:cs typeface="Lato"/>
              </a:rPr>
              <a:t>explicații</a:t>
            </a:r>
            <a:endParaRPr sz="1125" dirty="0">
              <a:solidFill>
                <a:srgbClr val="2C2A29"/>
              </a:solidFill>
              <a:latin typeface="Lato"/>
              <a:ea typeface="Lato"/>
              <a:cs typeface="Lato"/>
            </a:endParaRPr>
          </a:p>
        </p:txBody>
      </p:sp>
      <p:sp>
        <p:nvSpPr>
          <p:cNvPr id="7" name="architecture-box-3">
            <a:extLst>
              <a:ext uri="{FF2B5EF4-FFF2-40B4-BE49-F238E27FC236}">
                <a16:creationId xmlns:a16="http://schemas.microsoft.com/office/drawing/2014/main" id="{787EC65D-E4C9-41AD-B20B-6E7154643424}"/>
              </a:ext>
            </a:extLst>
          </p:cNvPr>
          <p:cNvSpPr>
            <a:spLocks noGrp="1"/>
          </p:cNvSpPr>
          <p:nvPr/>
        </p:nvSpPr>
        <p:spPr>
          <a:xfrm>
            <a:off x="6934200" y="1200150"/>
            <a:ext cx="1866900" cy="1504950"/>
          </a:xfrm>
          <a:prstGeom prst="rect">
            <a:avLst/>
          </a:prstGeom>
          <a:solidFill>
            <a:srgbClr val="E8D6C4"/>
          </a:solidFill>
          <a:ln w="14288">
            <a:solidFill>
              <a:srgbClr val="85441C"/>
            </a:solidFill>
            <a:prstDash val="solid"/>
          </a:ln>
        </p:spPr>
        <p:txBody>
          <a:bodyPr lIns="133350" tIns="133350" rIns="133350" bIns="133350" anchor="ctr">
            <a:normAutofit/>
          </a:bodyPr>
          <a:lstStyle>
            <a:defPPr algn="l">
              <a:defRPr sz="1125">
                <a:solidFill>
                  <a:srgbClr val="2C2A29"/>
                </a:solidFill>
                <a:latin typeface="Lato"/>
                <a:ea typeface="Lato"/>
                <a:cs typeface="Lato"/>
              </a:defRPr>
            </a:defPPr>
            <a:lvl1pPr algn="l">
              <a:defRPr sz="1125">
                <a:solidFill>
                  <a:srgbClr val="2C2A29"/>
                </a:solidFill>
                <a:latin typeface="Lato"/>
                <a:ea typeface="Lato"/>
                <a:cs typeface="Lato"/>
              </a:defRPr>
            </a:lvl1pPr>
            <a:lvl2pPr algn="l">
              <a:defRPr sz="1125">
                <a:solidFill>
                  <a:srgbClr val="2C2A29"/>
                </a:solidFill>
                <a:latin typeface="Lato"/>
                <a:ea typeface="Lato"/>
                <a:cs typeface="Lato"/>
              </a:defRPr>
            </a:lvl2pPr>
            <a:lvl3pPr algn="l">
              <a:defRPr sz="1125">
                <a:solidFill>
                  <a:srgbClr val="2C2A29"/>
                </a:solidFill>
                <a:latin typeface="Lato"/>
                <a:ea typeface="Lato"/>
                <a:cs typeface="Lato"/>
              </a:defRPr>
            </a:lvl3pPr>
            <a:lvl4pPr algn="l">
              <a:defRPr sz="1125">
                <a:solidFill>
                  <a:srgbClr val="2C2A29"/>
                </a:solidFill>
                <a:latin typeface="Lato"/>
                <a:ea typeface="Lato"/>
                <a:cs typeface="Lato"/>
              </a:defRPr>
            </a:lvl4pPr>
            <a:lvl5pPr algn="l">
              <a:defRPr sz="1125">
                <a:solidFill>
                  <a:srgbClr val="2C2A29"/>
                </a:solidFill>
                <a:latin typeface="Lato"/>
                <a:ea typeface="Lato"/>
                <a:cs typeface="Lato"/>
              </a:defRPr>
            </a:lvl5pPr>
            <a:lvl6pPr algn="l">
              <a:defRPr sz="1125">
                <a:solidFill>
                  <a:srgbClr val="2C2A29"/>
                </a:solidFill>
                <a:latin typeface="Lato"/>
                <a:ea typeface="Lato"/>
                <a:cs typeface="Lato"/>
              </a:defRPr>
            </a:lvl6pPr>
            <a:lvl7pPr algn="l">
              <a:defRPr sz="1125">
                <a:solidFill>
                  <a:srgbClr val="2C2A29"/>
                </a:solidFill>
                <a:latin typeface="Lato"/>
                <a:ea typeface="Lato"/>
                <a:cs typeface="Lato"/>
              </a:defRPr>
            </a:lvl7pPr>
            <a:lvl8pPr algn="l">
              <a:defRPr sz="1125">
                <a:solidFill>
                  <a:srgbClr val="2C2A29"/>
                </a:solidFill>
                <a:latin typeface="Lato"/>
                <a:ea typeface="Lato"/>
                <a:cs typeface="Lato"/>
              </a:defRPr>
            </a:lvl8pPr>
            <a:lvl9pPr algn="l">
              <a:defRPr sz="1125">
                <a:solidFill>
                  <a:srgbClr val="2C2A29"/>
                </a:solidFill>
                <a:latin typeface="Lato"/>
                <a:ea typeface="Lato"/>
                <a:cs typeface="Lato"/>
              </a:defRPr>
            </a:lvl9pPr>
          </a:lstStyle>
          <a:p>
            <a:pPr algn="l">
              <a:defRPr sz="1125">
                <a:solidFill>
                  <a:srgbClr val="2C2A29"/>
                </a:solidFill>
                <a:latin typeface="Lato"/>
                <a:ea typeface="Lato"/>
                <a:cs typeface="Lato"/>
              </a:defRPr>
            </a:pPr>
            <a:r>
              <a:rPr sz="1125" dirty="0">
                <a:solidFill>
                  <a:srgbClr val="2C2A29"/>
                </a:solidFill>
                <a:latin typeface="Lato"/>
                <a:ea typeface="Lato"/>
                <a:cs typeface="Lato"/>
              </a:rPr>
              <a:t>04</a:t>
            </a:r>
          </a:p>
          <a:p>
            <a:pPr algn="l">
              <a:defRPr sz="1125">
                <a:solidFill>
                  <a:srgbClr val="2C2A29"/>
                </a:solidFill>
                <a:latin typeface="Lato"/>
                <a:ea typeface="Lato"/>
                <a:cs typeface="Lato"/>
              </a:defRPr>
            </a:pPr>
            <a:r>
              <a:rPr sz="1125" b="1" dirty="0" err="1">
                <a:solidFill>
                  <a:srgbClr val="2C2A29"/>
                </a:solidFill>
                <a:latin typeface="Lato"/>
                <a:ea typeface="Lato"/>
                <a:cs typeface="Lato"/>
              </a:rPr>
              <a:t>Interfață</a:t>
            </a:r>
            <a:endParaRPr sz="1125" b="1" dirty="0">
              <a:solidFill>
                <a:srgbClr val="2C2A29"/>
              </a:solidFill>
              <a:latin typeface="Lato"/>
              <a:ea typeface="Lato"/>
              <a:cs typeface="Lato"/>
            </a:endParaRPr>
          </a:p>
          <a:p>
            <a:pPr algn="l">
              <a:defRPr sz="1125">
                <a:solidFill>
                  <a:srgbClr val="2C2A29"/>
                </a:solidFill>
                <a:latin typeface="Lato"/>
                <a:ea typeface="Lato"/>
                <a:cs typeface="Lato"/>
              </a:defRPr>
            </a:pPr>
            <a:r>
              <a:rPr sz="1125" dirty="0" err="1">
                <a:solidFill>
                  <a:srgbClr val="2C2A29"/>
                </a:solidFill>
                <a:latin typeface="Lato"/>
                <a:ea typeface="Lato"/>
                <a:cs typeface="Lato"/>
              </a:rPr>
              <a:t>Tipare</a:t>
            </a:r>
            <a:r>
              <a:rPr sz="1125" dirty="0">
                <a:solidFill>
                  <a:srgbClr val="2C2A29"/>
                </a:solidFill>
                <a:latin typeface="Lato"/>
                <a:ea typeface="Lato"/>
                <a:cs typeface="Lato"/>
              </a:rPr>
              <a:t>, </a:t>
            </a:r>
            <a:r>
              <a:rPr sz="1125" dirty="0" err="1">
                <a:solidFill>
                  <a:srgbClr val="2C2A29"/>
                </a:solidFill>
                <a:latin typeface="Lato"/>
                <a:ea typeface="Lato"/>
                <a:cs typeface="Lato"/>
              </a:rPr>
              <a:t>recomandări</a:t>
            </a:r>
            <a:r>
              <a:rPr sz="1125" dirty="0">
                <a:solidFill>
                  <a:srgbClr val="2C2A29"/>
                </a:solidFill>
                <a:latin typeface="Lato"/>
                <a:ea typeface="Lato"/>
                <a:cs typeface="Lato"/>
              </a:rPr>
              <a:t>, simulator </a:t>
            </a:r>
            <a:r>
              <a:rPr sz="1125" dirty="0" err="1">
                <a:solidFill>
                  <a:srgbClr val="2C2A29"/>
                </a:solidFill>
                <a:latin typeface="Lato"/>
                <a:ea typeface="Lato"/>
                <a:cs typeface="Lato"/>
              </a:rPr>
              <a:t>și</a:t>
            </a:r>
            <a:r>
              <a:rPr sz="1125" dirty="0">
                <a:solidFill>
                  <a:srgbClr val="2C2A29"/>
                </a:solidFill>
                <a:latin typeface="Lato"/>
                <a:ea typeface="Lato"/>
                <a:cs typeface="Lato"/>
              </a:rPr>
              <a:t> </a:t>
            </a:r>
            <a:r>
              <a:rPr sz="1125" dirty="0" err="1">
                <a:solidFill>
                  <a:srgbClr val="2C2A29"/>
                </a:solidFill>
                <a:latin typeface="Lato"/>
                <a:ea typeface="Lato"/>
                <a:cs typeface="Lato"/>
              </a:rPr>
              <a:t>redistribuire</a:t>
            </a:r>
            <a:endParaRPr sz="1125" dirty="0">
              <a:solidFill>
                <a:srgbClr val="2C2A29"/>
              </a:solidFill>
              <a:latin typeface="Lato"/>
              <a:ea typeface="Lato"/>
              <a:cs typeface="Lato"/>
            </a:endParaRPr>
          </a:p>
        </p:txBody>
      </p:sp>
      <p:sp>
        <p:nvSpPr>
          <p:cNvPr id="8" name="stack-label">
            <a:extLst>
              <a:ext uri="{FF2B5EF4-FFF2-40B4-BE49-F238E27FC236}">
                <a16:creationId xmlns:a16="http://schemas.microsoft.com/office/drawing/2014/main" id="{D39CC5E3-33A5-4FD4-BCB9-E5BE1E6A76DC}"/>
              </a:ext>
            </a:extLst>
          </p:cNvPr>
          <p:cNvSpPr>
            <a:spLocks noGrp="1"/>
          </p:cNvSpPr>
          <p:nvPr/>
        </p:nvSpPr>
        <p:spPr>
          <a:xfrm>
            <a:off x="571500" y="3143250"/>
            <a:ext cx="857250" cy="190500"/>
          </a:xfrm>
          <a:prstGeom prst="rect">
            <a:avLst/>
          </a:prstGeom>
          <a:noFill/>
          <a:ln w="0">
            <a:noFill/>
            <a:prstDash val="solid"/>
          </a:ln>
        </p:spPr>
        <p:txBody>
          <a:bodyPr wrap="square" lIns="0" tIns="0" rIns="0" bIns="0" anchor="t">
            <a:normAutofit/>
          </a:bodyPr>
          <a:lstStyle>
            <a:defPPr algn="l">
              <a:defRPr sz="900" b="1" i="0">
                <a:solidFill>
                  <a:srgbClr val="627356"/>
                </a:solidFill>
                <a:latin typeface="Lato"/>
                <a:ea typeface="Lato"/>
                <a:cs typeface="Lato"/>
              </a:defRPr>
            </a:defPPr>
            <a:lvl1pPr algn="l">
              <a:defRPr sz="900" b="1" i="0">
                <a:solidFill>
                  <a:srgbClr val="627356"/>
                </a:solidFill>
                <a:latin typeface="Lato"/>
                <a:ea typeface="Lato"/>
                <a:cs typeface="Lato"/>
              </a:defRPr>
            </a:lvl1pPr>
            <a:lvl2pPr algn="l">
              <a:defRPr sz="900" b="1" i="0">
                <a:solidFill>
                  <a:srgbClr val="627356"/>
                </a:solidFill>
                <a:latin typeface="Lato"/>
                <a:ea typeface="Lato"/>
                <a:cs typeface="Lato"/>
              </a:defRPr>
            </a:lvl2pPr>
            <a:lvl3pPr algn="l">
              <a:defRPr sz="900" b="1" i="0">
                <a:solidFill>
                  <a:srgbClr val="627356"/>
                </a:solidFill>
                <a:latin typeface="Lato"/>
                <a:ea typeface="Lato"/>
                <a:cs typeface="Lato"/>
              </a:defRPr>
            </a:lvl3pPr>
            <a:lvl4pPr algn="l">
              <a:defRPr sz="900" b="1" i="0">
                <a:solidFill>
                  <a:srgbClr val="627356"/>
                </a:solidFill>
                <a:latin typeface="Lato"/>
                <a:ea typeface="Lato"/>
                <a:cs typeface="Lato"/>
              </a:defRPr>
            </a:lvl4pPr>
            <a:lvl5pPr algn="l">
              <a:defRPr sz="900" b="1" i="0">
                <a:solidFill>
                  <a:srgbClr val="627356"/>
                </a:solidFill>
                <a:latin typeface="Lato"/>
                <a:ea typeface="Lato"/>
                <a:cs typeface="Lato"/>
              </a:defRPr>
            </a:lvl5pPr>
            <a:lvl6pPr algn="l">
              <a:defRPr sz="900" b="1" i="0">
                <a:solidFill>
                  <a:srgbClr val="627356"/>
                </a:solidFill>
                <a:latin typeface="Lato"/>
                <a:ea typeface="Lato"/>
                <a:cs typeface="Lato"/>
              </a:defRPr>
            </a:lvl6pPr>
            <a:lvl7pPr algn="l">
              <a:defRPr sz="900" b="1" i="0">
                <a:solidFill>
                  <a:srgbClr val="627356"/>
                </a:solidFill>
                <a:latin typeface="Lato"/>
                <a:ea typeface="Lato"/>
                <a:cs typeface="Lato"/>
              </a:defRPr>
            </a:lvl7pPr>
            <a:lvl8pPr algn="l">
              <a:defRPr sz="900" b="1" i="0">
                <a:solidFill>
                  <a:srgbClr val="627356"/>
                </a:solidFill>
                <a:latin typeface="Lato"/>
                <a:ea typeface="Lato"/>
                <a:cs typeface="Lato"/>
              </a:defRPr>
            </a:lvl8pPr>
            <a:lvl9pPr algn="l">
              <a:defRPr sz="900" b="1" i="0">
                <a:solidFill>
                  <a:srgbClr val="627356"/>
                </a:solidFill>
                <a:latin typeface="Lato"/>
                <a:ea typeface="Lato"/>
                <a:cs typeface="Lato"/>
              </a:defRPr>
            </a:lvl9pPr>
          </a:lstStyle>
          <a:p>
            <a:pPr algn="l">
              <a:defRPr sz="900" b="1" i="0">
                <a:solidFill>
                  <a:srgbClr val="627356"/>
                </a:solidFill>
                <a:latin typeface="Lato"/>
                <a:ea typeface="Lato"/>
                <a:cs typeface="Lato"/>
              </a:defRPr>
            </a:pPr>
            <a:r>
              <a:rPr sz="900" b="1" i="0">
                <a:solidFill>
                  <a:srgbClr val="627356"/>
                </a:solidFill>
                <a:latin typeface="Lato"/>
                <a:ea typeface="Lato"/>
                <a:cs typeface="Lato"/>
              </a:rPr>
              <a:t>STACK</a:t>
            </a:r>
          </a:p>
        </p:txBody>
      </p:sp>
      <p:sp>
        <p:nvSpPr>
          <p:cNvPr id="9" name="stack-copy">
            <a:extLst>
              <a:ext uri="{FF2B5EF4-FFF2-40B4-BE49-F238E27FC236}">
                <a16:creationId xmlns:a16="http://schemas.microsoft.com/office/drawing/2014/main" id="{0A73798E-4827-49DE-8395-0F3B4F780B20}"/>
              </a:ext>
            </a:extLst>
          </p:cNvPr>
          <p:cNvSpPr>
            <a:spLocks noGrp="1"/>
          </p:cNvSpPr>
          <p:nvPr/>
        </p:nvSpPr>
        <p:spPr>
          <a:xfrm>
            <a:off x="571500" y="3371850"/>
            <a:ext cx="3714750" cy="304800"/>
          </a:xfrm>
          <a:prstGeom prst="rect">
            <a:avLst/>
          </a:prstGeom>
          <a:noFill/>
          <a:ln w="0">
            <a:noFill/>
            <a:prstDash val="solid"/>
          </a:ln>
        </p:spPr>
        <p:txBody>
          <a:bodyPr wrap="square" lIns="0" tIns="0" rIns="0" bIns="0" anchor="t">
            <a:normAutofit/>
          </a:bodyPr>
          <a:lstStyle>
            <a:defPPr algn="l">
              <a:defRPr sz="1500" b="0" i="0">
                <a:solidFill>
                  <a:srgbClr val="2C2A29"/>
                </a:solidFill>
                <a:latin typeface="Prata"/>
                <a:ea typeface="Prata"/>
                <a:cs typeface="Prata"/>
              </a:defRPr>
            </a:defPPr>
            <a:lvl1pPr algn="l">
              <a:defRPr sz="1500" b="0" i="0">
                <a:solidFill>
                  <a:srgbClr val="2C2A29"/>
                </a:solidFill>
                <a:latin typeface="Prata"/>
                <a:ea typeface="Prata"/>
                <a:cs typeface="Prata"/>
              </a:defRPr>
            </a:lvl1pPr>
            <a:lvl2pPr algn="l">
              <a:defRPr sz="1500" b="0" i="0">
                <a:solidFill>
                  <a:srgbClr val="2C2A29"/>
                </a:solidFill>
                <a:latin typeface="Prata"/>
                <a:ea typeface="Prata"/>
                <a:cs typeface="Prata"/>
              </a:defRPr>
            </a:lvl2pPr>
            <a:lvl3pPr algn="l">
              <a:defRPr sz="1500" b="0" i="0">
                <a:solidFill>
                  <a:srgbClr val="2C2A29"/>
                </a:solidFill>
                <a:latin typeface="Prata"/>
                <a:ea typeface="Prata"/>
                <a:cs typeface="Prata"/>
              </a:defRPr>
            </a:lvl3pPr>
            <a:lvl4pPr algn="l">
              <a:defRPr sz="1500" b="0" i="0">
                <a:solidFill>
                  <a:srgbClr val="2C2A29"/>
                </a:solidFill>
                <a:latin typeface="Prata"/>
                <a:ea typeface="Prata"/>
                <a:cs typeface="Prata"/>
              </a:defRPr>
            </a:lvl4pPr>
            <a:lvl5pPr algn="l">
              <a:defRPr sz="1500" b="0" i="0">
                <a:solidFill>
                  <a:srgbClr val="2C2A29"/>
                </a:solidFill>
                <a:latin typeface="Prata"/>
                <a:ea typeface="Prata"/>
                <a:cs typeface="Prata"/>
              </a:defRPr>
            </a:lvl5pPr>
            <a:lvl6pPr algn="l">
              <a:defRPr sz="1500" b="0" i="0">
                <a:solidFill>
                  <a:srgbClr val="2C2A29"/>
                </a:solidFill>
                <a:latin typeface="Prata"/>
                <a:ea typeface="Prata"/>
                <a:cs typeface="Prata"/>
              </a:defRPr>
            </a:lvl6pPr>
            <a:lvl7pPr algn="l">
              <a:defRPr sz="1500" b="0" i="0">
                <a:solidFill>
                  <a:srgbClr val="2C2A29"/>
                </a:solidFill>
                <a:latin typeface="Prata"/>
                <a:ea typeface="Prata"/>
                <a:cs typeface="Prata"/>
              </a:defRPr>
            </a:lvl7pPr>
            <a:lvl8pPr algn="l">
              <a:defRPr sz="1500" b="0" i="0">
                <a:solidFill>
                  <a:srgbClr val="2C2A29"/>
                </a:solidFill>
                <a:latin typeface="Prata"/>
                <a:ea typeface="Prata"/>
                <a:cs typeface="Prata"/>
              </a:defRPr>
            </a:lvl8pPr>
            <a:lvl9pPr algn="l">
              <a:defRPr sz="1500" b="0" i="0">
                <a:solidFill>
                  <a:srgbClr val="2C2A29"/>
                </a:solidFill>
                <a:latin typeface="Prata"/>
                <a:ea typeface="Prata"/>
                <a:cs typeface="Prata"/>
              </a:defRPr>
            </a:lvl9pPr>
          </a:lstStyle>
          <a:p>
            <a:pPr algn="l">
              <a:defRPr sz="1500" b="0" i="0">
                <a:solidFill>
                  <a:srgbClr val="2C2A29"/>
                </a:solidFill>
                <a:latin typeface="Prata"/>
                <a:ea typeface="Prata"/>
                <a:cs typeface="Prata"/>
              </a:defRPr>
            </a:pPr>
            <a:r>
              <a:rPr sz="1500" b="0" i="0" dirty="0">
                <a:solidFill>
                  <a:srgbClr val="2C2A29"/>
                </a:solidFill>
                <a:latin typeface="Prata"/>
                <a:ea typeface="Prata"/>
                <a:cs typeface="Prata"/>
              </a:rPr>
              <a:t>React · </a:t>
            </a:r>
            <a:r>
              <a:rPr sz="1500" b="0" i="0" dirty="0" err="1">
                <a:solidFill>
                  <a:srgbClr val="2C2A29"/>
                </a:solidFill>
                <a:latin typeface="Prata"/>
                <a:ea typeface="Prata"/>
                <a:cs typeface="Prata"/>
              </a:rPr>
              <a:t>FastAPI</a:t>
            </a:r>
            <a:r>
              <a:rPr sz="1500" b="0" i="0" dirty="0">
                <a:solidFill>
                  <a:srgbClr val="2C2A29"/>
                </a:solidFill>
                <a:latin typeface="Prata"/>
                <a:ea typeface="Prata"/>
                <a:cs typeface="Prata"/>
              </a:rPr>
              <a:t> · scikit-learn </a:t>
            </a:r>
          </a:p>
        </p:txBody>
      </p:sp>
      <p:sp>
        <p:nvSpPr>
          <p:cNvPr id="10" name="ai-label">
            <a:extLst>
              <a:ext uri="{FF2B5EF4-FFF2-40B4-BE49-F238E27FC236}">
                <a16:creationId xmlns:a16="http://schemas.microsoft.com/office/drawing/2014/main" id="{23A491A5-52AE-4E03-8754-C1794C19DDAD}"/>
              </a:ext>
            </a:extLst>
          </p:cNvPr>
          <p:cNvSpPr>
            <a:spLocks noGrp="1"/>
          </p:cNvSpPr>
          <p:nvPr/>
        </p:nvSpPr>
        <p:spPr>
          <a:xfrm>
            <a:off x="571500" y="3943350"/>
            <a:ext cx="1409700" cy="190500"/>
          </a:xfrm>
          <a:prstGeom prst="rect">
            <a:avLst/>
          </a:prstGeom>
          <a:noFill/>
          <a:ln w="0">
            <a:noFill/>
            <a:prstDash val="solid"/>
          </a:ln>
        </p:spPr>
        <p:txBody>
          <a:bodyPr wrap="square" lIns="0" tIns="0" rIns="0" bIns="0" anchor="t">
            <a:normAutofit/>
          </a:bodyPr>
          <a:lstStyle>
            <a:defPPr algn="l">
              <a:defRPr sz="900" b="1" i="0">
                <a:solidFill>
                  <a:srgbClr val="85441C"/>
                </a:solidFill>
                <a:latin typeface="Lato"/>
                <a:ea typeface="Lato"/>
                <a:cs typeface="Lato"/>
              </a:defRPr>
            </a:defPPr>
            <a:lvl1pPr algn="l">
              <a:defRPr sz="900" b="1" i="0">
                <a:solidFill>
                  <a:srgbClr val="85441C"/>
                </a:solidFill>
                <a:latin typeface="Lato"/>
                <a:ea typeface="Lato"/>
                <a:cs typeface="Lato"/>
              </a:defRPr>
            </a:lvl1pPr>
            <a:lvl2pPr algn="l">
              <a:defRPr sz="900" b="1" i="0">
                <a:solidFill>
                  <a:srgbClr val="85441C"/>
                </a:solidFill>
                <a:latin typeface="Lato"/>
                <a:ea typeface="Lato"/>
                <a:cs typeface="Lato"/>
              </a:defRPr>
            </a:lvl2pPr>
            <a:lvl3pPr algn="l">
              <a:defRPr sz="900" b="1" i="0">
                <a:solidFill>
                  <a:srgbClr val="85441C"/>
                </a:solidFill>
                <a:latin typeface="Lato"/>
                <a:ea typeface="Lato"/>
                <a:cs typeface="Lato"/>
              </a:defRPr>
            </a:lvl3pPr>
            <a:lvl4pPr algn="l">
              <a:defRPr sz="900" b="1" i="0">
                <a:solidFill>
                  <a:srgbClr val="85441C"/>
                </a:solidFill>
                <a:latin typeface="Lato"/>
                <a:ea typeface="Lato"/>
                <a:cs typeface="Lato"/>
              </a:defRPr>
            </a:lvl4pPr>
            <a:lvl5pPr algn="l">
              <a:defRPr sz="900" b="1" i="0">
                <a:solidFill>
                  <a:srgbClr val="85441C"/>
                </a:solidFill>
                <a:latin typeface="Lato"/>
                <a:ea typeface="Lato"/>
                <a:cs typeface="Lato"/>
              </a:defRPr>
            </a:lvl5pPr>
            <a:lvl6pPr algn="l">
              <a:defRPr sz="900" b="1" i="0">
                <a:solidFill>
                  <a:srgbClr val="85441C"/>
                </a:solidFill>
                <a:latin typeface="Lato"/>
                <a:ea typeface="Lato"/>
                <a:cs typeface="Lato"/>
              </a:defRPr>
            </a:lvl6pPr>
            <a:lvl7pPr algn="l">
              <a:defRPr sz="900" b="1" i="0">
                <a:solidFill>
                  <a:srgbClr val="85441C"/>
                </a:solidFill>
                <a:latin typeface="Lato"/>
                <a:ea typeface="Lato"/>
                <a:cs typeface="Lato"/>
              </a:defRPr>
            </a:lvl7pPr>
            <a:lvl8pPr algn="l">
              <a:defRPr sz="900" b="1" i="0">
                <a:solidFill>
                  <a:srgbClr val="85441C"/>
                </a:solidFill>
                <a:latin typeface="Lato"/>
                <a:ea typeface="Lato"/>
                <a:cs typeface="Lato"/>
              </a:defRPr>
            </a:lvl8pPr>
            <a:lvl9pPr algn="l">
              <a:defRPr sz="900" b="1" i="0">
                <a:solidFill>
                  <a:srgbClr val="85441C"/>
                </a:solidFill>
                <a:latin typeface="Lato"/>
                <a:ea typeface="Lato"/>
                <a:cs typeface="Lato"/>
              </a:defRPr>
            </a:lvl9pPr>
          </a:lstStyle>
          <a:p>
            <a:pPr algn="l">
              <a:defRPr sz="900" b="1" i="0">
                <a:solidFill>
                  <a:srgbClr val="85441C"/>
                </a:solidFill>
                <a:latin typeface="Lato"/>
                <a:ea typeface="Lato"/>
                <a:cs typeface="Lato"/>
              </a:defRPr>
            </a:pPr>
            <a:r>
              <a:rPr sz="900" b="1" i="0" dirty="0">
                <a:solidFill>
                  <a:srgbClr val="85441C"/>
                </a:solidFill>
                <a:latin typeface="Lato"/>
                <a:ea typeface="Lato"/>
                <a:cs typeface="Lato"/>
              </a:rPr>
              <a:t>AI</a:t>
            </a:r>
            <a:r>
              <a:rPr lang="en-US" sz="900" b="1" i="0" dirty="0">
                <a:solidFill>
                  <a:srgbClr val="85441C"/>
                </a:solidFill>
                <a:latin typeface="Lato"/>
                <a:ea typeface="Lato"/>
                <a:cs typeface="Lato"/>
              </a:rPr>
              <a:t>-</a:t>
            </a:r>
            <a:r>
              <a:rPr sz="900" b="1" i="0" dirty="0">
                <a:solidFill>
                  <a:srgbClr val="85441C"/>
                </a:solidFill>
                <a:latin typeface="Lato"/>
                <a:ea typeface="Lato"/>
                <a:cs typeface="Lato"/>
              </a:rPr>
              <a:t>UL A GENERAT</a:t>
            </a:r>
          </a:p>
        </p:txBody>
      </p:sp>
      <p:sp>
        <p:nvSpPr>
          <p:cNvPr id="11" name="ai-copy">
            <a:extLst>
              <a:ext uri="{FF2B5EF4-FFF2-40B4-BE49-F238E27FC236}">
                <a16:creationId xmlns:a16="http://schemas.microsoft.com/office/drawing/2014/main" id="{D6D4404B-4D58-4863-8ECB-5CFC71A53D88}"/>
              </a:ext>
            </a:extLst>
          </p:cNvPr>
          <p:cNvSpPr>
            <a:spLocks noGrp="1"/>
          </p:cNvSpPr>
          <p:nvPr/>
        </p:nvSpPr>
        <p:spPr>
          <a:xfrm>
            <a:off x="571500" y="4171950"/>
            <a:ext cx="3333750" cy="285750"/>
          </a:xfrm>
          <a:prstGeom prst="rect">
            <a:avLst/>
          </a:prstGeom>
          <a:noFill/>
          <a:ln w="0">
            <a:noFill/>
            <a:prstDash val="solid"/>
          </a:ln>
        </p:spPr>
        <p:txBody>
          <a:bodyPr wrap="square" lIns="0" tIns="0" rIns="0" bIns="0" anchor="t">
            <a:normAutofit/>
          </a:bodyPr>
          <a:lstStyle>
            <a:defPPr algn="l">
              <a:defRPr sz="1200" b="0" i="0">
                <a:solidFill>
                  <a:srgbClr val="2C2A29"/>
                </a:solidFill>
                <a:latin typeface="Lato"/>
                <a:ea typeface="Lato"/>
                <a:cs typeface="Lato"/>
              </a:defRPr>
            </a:defPPr>
            <a:lvl1pPr algn="l">
              <a:defRPr sz="1200" b="0" i="0">
                <a:solidFill>
                  <a:srgbClr val="2C2A29"/>
                </a:solidFill>
                <a:latin typeface="Lato"/>
                <a:ea typeface="Lato"/>
                <a:cs typeface="Lato"/>
              </a:defRPr>
            </a:lvl1pPr>
            <a:lvl2pPr algn="l">
              <a:defRPr sz="1200" b="0" i="0">
                <a:solidFill>
                  <a:srgbClr val="2C2A29"/>
                </a:solidFill>
                <a:latin typeface="Lato"/>
                <a:ea typeface="Lato"/>
                <a:cs typeface="Lato"/>
              </a:defRPr>
            </a:lvl2pPr>
            <a:lvl3pPr algn="l">
              <a:defRPr sz="1200" b="0" i="0">
                <a:solidFill>
                  <a:srgbClr val="2C2A29"/>
                </a:solidFill>
                <a:latin typeface="Lato"/>
                <a:ea typeface="Lato"/>
                <a:cs typeface="Lato"/>
              </a:defRPr>
            </a:lvl3pPr>
            <a:lvl4pPr algn="l">
              <a:defRPr sz="1200" b="0" i="0">
                <a:solidFill>
                  <a:srgbClr val="2C2A29"/>
                </a:solidFill>
                <a:latin typeface="Lato"/>
                <a:ea typeface="Lato"/>
                <a:cs typeface="Lato"/>
              </a:defRPr>
            </a:lvl4pPr>
            <a:lvl5pPr algn="l">
              <a:defRPr sz="1200" b="0" i="0">
                <a:solidFill>
                  <a:srgbClr val="2C2A29"/>
                </a:solidFill>
                <a:latin typeface="Lato"/>
                <a:ea typeface="Lato"/>
                <a:cs typeface="Lato"/>
              </a:defRPr>
            </a:lvl5pPr>
            <a:lvl6pPr algn="l">
              <a:defRPr sz="1200" b="0" i="0">
                <a:solidFill>
                  <a:srgbClr val="2C2A29"/>
                </a:solidFill>
                <a:latin typeface="Lato"/>
                <a:ea typeface="Lato"/>
                <a:cs typeface="Lato"/>
              </a:defRPr>
            </a:lvl6pPr>
            <a:lvl7pPr algn="l">
              <a:defRPr sz="1200" b="0" i="0">
                <a:solidFill>
                  <a:srgbClr val="2C2A29"/>
                </a:solidFill>
                <a:latin typeface="Lato"/>
                <a:ea typeface="Lato"/>
                <a:cs typeface="Lato"/>
              </a:defRPr>
            </a:lvl7pPr>
            <a:lvl8pPr algn="l">
              <a:defRPr sz="1200" b="0" i="0">
                <a:solidFill>
                  <a:srgbClr val="2C2A29"/>
                </a:solidFill>
                <a:latin typeface="Lato"/>
                <a:ea typeface="Lato"/>
                <a:cs typeface="Lato"/>
              </a:defRPr>
            </a:lvl8pPr>
            <a:lvl9pPr algn="l">
              <a:defRPr sz="1200" b="0" i="0">
                <a:solidFill>
                  <a:srgbClr val="2C2A29"/>
                </a:solidFill>
                <a:latin typeface="Lato"/>
                <a:ea typeface="Lato"/>
                <a:cs typeface="Lato"/>
              </a:defRPr>
            </a:lvl9pPr>
          </a:lstStyle>
          <a:p>
            <a:pPr algn="l">
              <a:defRPr sz="1200" b="0" i="0">
                <a:solidFill>
                  <a:srgbClr val="2C2A29"/>
                </a:solidFill>
                <a:latin typeface="Lato"/>
                <a:ea typeface="Lato"/>
                <a:cs typeface="Lato"/>
              </a:defRPr>
            </a:pPr>
            <a:r>
              <a:rPr sz="1200" b="0" i="0">
                <a:solidFill>
                  <a:srgbClr val="2C2A29"/>
                </a:solidFill>
                <a:latin typeface="Lato"/>
                <a:ea typeface="Lato"/>
                <a:cs typeface="Lato"/>
              </a:rPr>
              <a:t>Porțiuni de cod și date sintetice de test</a:t>
            </a:r>
          </a:p>
        </p:txBody>
      </p:sp>
      <p:sp>
        <p:nvSpPr>
          <p:cNvPr id="12" name="decisions-label">
            <a:extLst>
              <a:ext uri="{FF2B5EF4-FFF2-40B4-BE49-F238E27FC236}">
                <a16:creationId xmlns:a16="http://schemas.microsoft.com/office/drawing/2014/main" id="{B81CBCEB-4FC1-43EB-9BF2-F62280D4D709}"/>
              </a:ext>
            </a:extLst>
          </p:cNvPr>
          <p:cNvSpPr>
            <a:spLocks noGrp="1"/>
          </p:cNvSpPr>
          <p:nvPr/>
        </p:nvSpPr>
        <p:spPr>
          <a:xfrm>
            <a:off x="4686300" y="3143250"/>
            <a:ext cx="1238250" cy="190500"/>
          </a:xfrm>
          <a:prstGeom prst="rect">
            <a:avLst/>
          </a:prstGeom>
          <a:noFill/>
          <a:ln w="0">
            <a:noFill/>
            <a:prstDash val="solid"/>
          </a:ln>
        </p:spPr>
        <p:txBody>
          <a:bodyPr wrap="square" lIns="0" tIns="0" rIns="0" bIns="0" anchor="t">
            <a:normAutofit/>
          </a:bodyPr>
          <a:lstStyle>
            <a:defPPr algn="l">
              <a:defRPr sz="900" b="1" i="0">
                <a:solidFill>
                  <a:srgbClr val="627356"/>
                </a:solidFill>
                <a:latin typeface="Lato"/>
                <a:ea typeface="Lato"/>
                <a:cs typeface="Lato"/>
              </a:defRPr>
            </a:defPPr>
            <a:lvl1pPr algn="l">
              <a:defRPr sz="900" b="1" i="0">
                <a:solidFill>
                  <a:srgbClr val="627356"/>
                </a:solidFill>
                <a:latin typeface="Lato"/>
                <a:ea typeface="Lato"/>
                <a:cs typeface="Lato"/>
              </a:defRPr>
            </a:lvl1pPr>
            <a:lvl2pPr algn="l">
              <a:defRPr sz="900" b="1" i="0">
                <a:solidFill>
                  <a:srgbClr val="627356"/>
                </a:solidFill>
                <a:latin typeface="Lato"/>
                <a:ea typeface="Lato"/>
                <a:cs typeface="Lato"/>
              </a:defRPr>
            </a:lvl2pPr>
            <a:lvl3pPr algn="l">
              <a:defRPr sz="900" b="1" i="0">
                <a:solidFill>
                  <a:srgbClr val="627356"/>
                </a:solidFill>
                <a:latin typeface="Lato"/>
                <a:ea typeface="Lato"/>
                <a:cs typeface="Lato"/>
              </a:defRPr>
            </a:lvl3pPr>
            <a:lvl4pPr algn="l">
              <a:defRPr sz="900" b="1" i="0">
                <a:solidFill>
                  <a:srgbClr val="627356"/>
                </a:solidFill>
                <a:latin typeface="Lato"/>
                <a:ea typeface="Lato"/>
                <a:cs typeface="Lato"/>
              </a:defRPr>
            </a:lvl4pPr>
            <a:lvl5pPr algn="l">
              <a:defRPr sz="900" b="1" i="0">
                <a:solidFill>
                  <a:srgbClr val="627356"/>
                </a:solidFill>
                <a:latin typeface="Lato"/>
                <a:ea typeface="Lato"/>
                <a:cs typeface="Lato"/>
              </a:defRPr>
            </a:lvl5pPr>
            <a:lvl6pPr algn="l">
              <a:defRPr sz="900" b="1" i="0">
                <a:solidFill>
                  <a:srgbClr val="627356"/>
                </a:solidFill>
                <a:latin typeface="Lato"/>
                <a:ea typeface="Lato"/>
                <a:cs typeface="Lato"/>
              </a:defRPr>
            </a:lvl6pPr>
            <a:lvl7pPr algn="l">
              <a:defRPr sz="900" b="1" i="0">
                <a:solidFill>
                  <a:srgbClr val="627356"/>
                </a:solidFill>
                <a:latin typeface="Lato"/>
                <a:ea typeface="Lato"/>
                <a:cs typeface="Lato"/>
              </a:defRPr>
            </a:lvl7pPr>
            <a:lvl8pPr algn="l">
              <a:defRPr sz="900" b="1" i="0">
                <a:solidFill>
                  <a:srgbClr val="627356"/>
                </a:solidFill>
                <a:latin typeface="Lato"/>
                <a:ea typeface="Lato"/>
                <a:cs typeface="Lato"/>
              </a:defRPr>
            </a:lvl8pPr>
            <a:lvl9pPr algn="l">
              <a:defRPr sz="900" b="1" i="0">
                <a:solidFill>
                  <a:srgbClr val="627356"/>
                </a:solidFill>
                <a:latin typeface="Lato"/>
                <a:ea typeface="Lato"/>
                <a:cs typeface="Lato"/>
              </a:defRPr>
            </a:lvl9pPr>
          </a:lstStyle>
          <a:p>
            <a:pPr algn="l">
              <a:defRPr sz="900" b="1" i="0">
                <a:solidFill>
                  <a:srgbClr val="627356"/>
                </a:solidFill>
                <a:latin typeface="Lato"/>
                <a:ea typeface="Lato"/>
                <a:cs typeface="Lato"/>
              </a:defRPr>
            </a:pPr>
            <a:r>
              <a:rPr sz="900" b="1" i="0">
                <a:solidFill>
                  <a:srgbClr val="627356"/>
                </a:solidFill>
                <a:latin typeface="Lato"/>
                <a:ea typeface="Lato"/>
                <a:cs typeface="Lato"/>
              </a:rPr>
              <a:t>NOI AM DECIS</a:t>
            </a:r>
          </a:p>
        </p:txBody>
      </p:sp>
      <p:sp>
        <p:nvSpPr>
          <p:cNvPr id="13" name="decisions-copy">
            <a:extLst>
              <a:ext uri="{FF2B5EF4-FFF2-40B4-BE49-F238E27FC236}">
                <a16:creationId xmlns:a16="http://schemas.microsoft.com/office/drawing/2014/main" id="{DB2C9F9E-DE25-4C3C-A6FF-FCCB4870DEAA}"/>
              </a:ext>
            </a:extLst>
          </p:cNvPr>
          <p:cNvSpPr>
            <a:spLocks noGrp="1"/>
          </p:cNvSpPr>
          <p:nvPr/>
        </p:nvSpPr>
        <p:spPr>
          <a:xfrm>
            <a:off x="4686300" y="3371850"/>
            <a:ext cx="3848100" cy="514350"/>
          </a:xfrm>
          <a:prstGeom prst="rect">
            <a:avLst/>
          </a:prstGeom>
          <a:noFill/>
          <a:ln w="0">
            <a:noFill/>
            <a:prstDash val="solid"/>
          </a:ln>
        </p:spPr>
        <p:txBody>
          <a:bodyPr wrap="square" lIns="0" tIns="0" rIns="0" bIns="0" anchor="t">
            <a:normAutofit/>
          </a:bodyPr>
          <a:lstStyle>
            <a:defPPr algn="l">
              <a:defRPr sz="1500" b="0" i="0">
                <a:solidFill>
                  <a:srgbClr val="2C2A29"/>
                </a:solidFill>
                <a:latin typeface="Prata"/>
                <a:ea typeface="Prata"/>
                <a:cs typeface="Prata"/>
              </a:defRPr>
            </a:defPPr>
            <a:lvl1pPr algn="l">
              <a:defRPr sz="1500" b="0" i="0">
                <a:solidFill>
                  <a:srgbClr val="2C2A29"/>
                </a:solidFill>
                <a:latin typeface="Prata"/>
                <a:ea typeface="Prata"/>
                <a:cs typeface="Prata"/>
              </a:defRPr>
            </a:lvl1pPr>
            <a:lvl2pPr algn="l">
              <a:defRPr sz="1500" b="0" i="0">
                <a:solidFill>
                  <a:srgbClr val="2C2A29"/>
                </a:solidFill>
                <a:latin typeface="Prata"/>
                <a:ea typeface="Prata"/>
                <a:cs typeface="Prata"/>
              </a:defRPr>
            </a:lvl2pPr>
            <a:lvl3pPr algn="l">
              <a:defRPr sz="1500" b="0" i="0">
                <a:solidFill>
                  <a:srgbClr val="2C2A29"/>
                </a:solidFill>
                <a:latin typeface="Prata"/>
                <a:ea typeface="Prata"/>
                <a:cs typeface="Prata"/>
              </a:defRPr>
            </a:lvl3pPr>
            <a:lvl4pPr algn="l">
              <a:defRPr sz="1500" b="0" i="0">
                <a:solidFill>
                  <a:srgbClr val="2C2A29"/>
                </a:solidFill>
                <a:latin typeface="Prata"/>
                <a:ea typeface="Prata"/>
                <a:cs typeface="Prata"/>
              </a:defRPr>
            </a:lvl4pPr>
            <a:lvl5pPr algn="l">
              <a:defRPr sz="1500" b="0" i="0">
                <a:solidFill>
                  <a:srgbClr val="2C2A29"/>
                </a:solidFill>
                <a:latin typeface="Prata"/>
                <a:ea typeface="Prata"/>
                <a:cs typeface="Prata"/>
              </a:defRPr>
            </a:lvl5pPr>
            <a:lvl6pPr algn="l">
              <a:defRPr sz="1500" b="0" i="0">
                <a:solidFill>
                  <a:srgbClr val="2C2A29"/>
                </a:solidFill>
                <a:latin typeface="Prata"/>
                <a:ea typeface="Prata"/>
                <a:cs typeface="Prata"/>
              </a:defRPr>
            </a:lvl6pPr>
            <a:lvl7pPr algn="l">
              <a:defRPr sz="1500" b="0" i="0">
                <a:solidFill>
                  <a:srgbClr val="2C2A29"/>
                </a:solidFill>
                <a:latin typeface="Prata"/>
                <a:ea typeface="Prata"/>
                <a:cs typeface="Prata"/>
              </a:defRPr>
            </a:lvl7pPr>
            <a:lvl8pPr algn="l">
              <a:defRPr sz="1500" b="0" i="0">
                <a:solidFill>
                  <a:srgbClr val="2C2A29"/>
                </a:solidFill>
                <a:latin typeface="Prata"/>
                <a:ea typeface="Prata"/>
                <a:cs typeface="Prata"/>
              </a:defRPr>
            </a:lvl8pPr>
            <a:lvl9pPr algn="l">
              <a:defRPr sz="1500" b="0" i="0">
                <a:solidFill>
                  <a:srgbClr val="2C2A29"/>
                </a:solidFill>
                <a:latin typeface="Prata"/>
                <a:ea typeface="Prata"/>
                <a:cs typeface="Prata"/>
              </a:defRPr>
            </a:lvl9pPr>
          </a:lstStyle>
          <a:p>
            <a:pPr algn="l">
              <a:defRPr sz="1500" b="0" i="0">
                <a:solidFill>
                  <a:srgbClr val="2C2A29"/>
                </a:solidFill>
                <a:latin typeface="Prata"/>
                <a:ea typeface="Prata"/>
                <a:cs typeface="Prata"/>
              </a:defRPr>
            </a:pPr>
            <a:r>
              <a:rPr sz="1500" b="0" i="0" dirty="0" err="1">
                <a:solidFill>
                  <a:srgbClr val="2C2A29"/>
                </a:solidFill>
                <a:latin typeface="Prata"/>
                <a:ea typeface="Prata"/>
                <a:cs typeface="Prata"/>
              </a:rPr>
              <a:t>Arhitectura</a:t>
            </a:r>
            <a:r>
              <a:rPr sz="1500" b="0" i="0" dirty="0">
                <a:solidFill>
                  <a:srgbClr val="2C2A29"/>
                </a:solidFill>
                <a:latin typeface="Prata"/>
                <a:ea typeface="Prata"/>
                <a:cs typeface="Prata"/>
              </a:rPr>
              <a:t>, </a:t>
            </a:r>
            <a:r>
              <a:rPr sz="1500" b="0" i="0" dirty="0" err="1">
                <a:solidFill>
                  <a:srgbClr val="2C2A29"/>
                </a:solidFill>
                <a:latin typeface="Prata"/>
                <a:ea typeface="Prata"/>
                <a:cs typeface="Prata"/>
              </a:rPr>
              <a:t>pragurile</a:t>
            </a:r>
            <a:r>
              <a:rPr sz="1500" b="0" i="0" dirty="0">
                <a:solidFill>
                  <a:srgbClr val="2C2A29"/>
                </a:solidFill>
                <a:latin typeface="Prata"/>
                <a:ea typeface="Prata"/>
                <a:cs typeface="Prata"/>
              </a:rPr>
              <a:t>, </a:t>
            </a:r>
            <a:r>
              <a:rPr sz="1500" b="0" i="0" dirty="0" err="1">
                <a:solidFill>
                  <a:srgbClr val="2C2A29"/>
                </a:solidFill>
                <a:latin typeface="Prata"/>
                <a:ea typeface="Prata"/>
                <a:cs typeface="Prata"/>
              </a:rPr>
              <a:t>regulile</a:t>
            </a:r>
            <a:r>
              <a:rPr sz="1500" b="0" i="0" dirty="0">
                <a:solidFill>
                  <a:srgbClr val="2C2A29"/>
                </a:solidFill>
                <a:latin typeface="Prata"/>
                <a:ea typeface="Prata"/>
                <a:cs typeface="Prata"/>
              </a:rPr>
              <a:t> de </a:t>
            </a:r>
            <a:r>
              <a:rPr sz="1500" b="0" i="0" dirty="0" err="1">
                <a:solidFill>
                  <a:srgbClr val="2C2A29"/>
                </a:solidFill>
                <a:latin typeface="Prata"/>
                <a:ea typeface="Prata"/>
                <a:cs typeface="Prata"/>
              </a:rPr>
              <a:t>siguranță</a:t>
            </a:r>
            <a:r>
              <a:rPr sz="1500" b="0" i="0" dirty="0">
                <a:solidFill>
                  <a:srgbClr val="2C2A29"/>
                </a:solidFill>
                <a:latin typeface="Prata"/>
                <a:ea typeface="Prata"/>
                <a:cs typeface="Prata"/>
              </a:rPr>
              <a:t> </a:t>
            </a:r>
            <a:r>
              <a:rPr sz="1500" b="0" i="0" dirty="0" err="1">
                <a:solidFill>
                  <a:srgbClr val="2C2A29"/>
                </a:solidFill>
                <a:latin typeface="Prata"/>
                <a:ea typeface="Prata"/>
                <a:cs typeface="Prata"/>
              </a:rPr>
              <a:t>și</a:t>
            </a:r>
            <a:r>
              <a:rPr sz="1500" b="0" i="0" dirty="0">
                <a:solidFill>
                  <a:srgbClr val="2C2A29"/>
                </a:solidFill>
                <a:latin typeface="Prata"/>
                <a:ea typeface="Prata"/>
                <a:cs typeface="Prata"/>
              </a:rPr>
              <a:t> </a:t>
            </a:r>
            <a:r>
              <a:rPr sz="1500" b="0" i="0" dirty="0" err="1">
                <a:solidFill>
                  <a:srgbClr val="2C2A29"/>
                </a:solidFill>
                <a:latin typeface="Prata"/>
                <a:ea typeface="Prata"/>
                <a:cs typeface="Prata"/>
              </a:rPr>
              <a:t>validarea</a:t>
            </a:r>
            <a:r>
              <a:rPr sz="1500" b="0" i="0" dirty="0">
                <a:solidFill>
                  <a:srgbClr val="2C2A29"/>
                </a:solidFill>
                <a:latin typeface="Prata"/>
                <a:ea typeface="Prata"/>
                <a:cs typeface="Prata"/>
              </a:rPr>
              <a:t> </a:t>
            </a:r>
            <a:r>
              <a:rPr sz="1500" b="0" i="0" dirty="0" err="1">
                <a:solidFill>
                  <a:srgbClr val="2C2A29"/>
                </a:solidFill>
                <a:latin typeface="Prata"/>
                <a:ea typeface="Prata"/>
                <a:cs typeface="Prata"/>
              </a:rPr>
              <a:t>rezultatelor</a:t>
            </a:r>
            <a:endParaRPr sz="1500" b="0" i="0" dirty="0">
              <a:solidFill>
                <a:srgbClr val="2C2A29"/>
              </a:solidFill>
              <a:latin typeface="Prata"/>
              <a:ea typeface="Prata"/>
              <a:cs typeface="Prata"/>
            </a:endParaRPr>
          </a:p>
        </p:txBody>
      </p:sp>
      <p:sp>
        <p:nvSpPr>
          <p:cNvPr id="14" name="why-label">
            <a:extLst>
              <a:ext uri="{FF2B5EF4-FFF2-40B4-BE49-F238E27FC236}">
                <a16:creationId xmlns:a16="http://schemas.microsoft.com/office/drawing/2014/main" id="{F6233C9A-C903-433E-B805-8ED8F3D3F8DC}"/>
              </a:ext>
            </a:extLst>
          </p:cNvPr>
          <p:cNvSpPr>
            <a:spLocks noGrp="1"/>
          </p:cNvSpPr>
          <p:nvPr/>
        </p:nvSpPr>
        <p:spPr>
          <a:xfrm>
            <a:off x="4686300" y="4171950"/>
            <a:ext cx="933450" cy="190500"/>
          </a:xfrm>
          <a:prstGeom prst="rect">
            <a:avLst/>
          </a:prstGeom>
          <a:noFill/>
          <a:ln w="0">
            <a:noFill/>
            <a:prstDash val="solid"/>
          </a:ln>
        </p:spPr>
        <p:txBody>
          <a:bodyPr wrap="square" lIns="0" tIns="0" rIns="0" bIns="0" anchor="t">
            <a:normAutofit/>
          </a:bodyPr>
          <a:lstStyle>
            <a:defPPr algn="l">
              <a:defRPr sz="900" b="1" i="0">
                <a:solidFill>
                  <a:srgbClr val="85441C"/>
                </a:solidFill>
                <a:latin typeface="Lato"/>
                <a:ea typeface="Lato"/>
                <a:cs typeface="Lato"/>
              </a:defRPr>
            </a:defPPr>
            <a:lvl1pPr algn="l">
              <a:defRPr sz="900" b="1" i="0">
                <a:solidFill>
                  <a:srgbClr val="85441C"/>
                </a:solidFill>
                <a:latin typeface="Lato"/>
                <a:ea typeface="Lato"/>
                <a:cs typeface="Lato"/>
              </a:defRPr>
            </a:lvl1pPr>
            <a:lvl2pPr algn="l">
              <a:defRPr sz="900" b="1" i="0">
                <a:solidFill>
                  <a:srgbClr val="85441C"/>
                </a:solidFill>
                <a:latin typeface="Lato"/>
                <a:ea typeface="Lato"/>
                <a:cs typeface="Lato"/>
              </a:defRPr>
            </a:lvl2pPr>
            <a:lvl3pPr algn="l">
              <a:defRPr sz="900" b="1" i="0">
                <a:solidFill>
                  <a:srgbClr val="85441C"/>
                </a:solidFill>
                <a:latin typeface="Lato"/>
                <a:ea typeface="Lato"/>
                <a:cs typeface="Lato"/>
              </a:defRPr>
            </a:lvl3pPr>
            <a:lvl4pPr algn="l">
              <a:defRPr sz="900" b="1" i="0">
                <a:solidFill>
                  <a:srgbClr val="85441C"/>
                </a:solidFill>
                <a:latin typeface="Lato"/>
                <a:ea typeface="Lato"/>
                <a:cs typeface="Lato"/>
              </a:defRPr>
            </a:lvl4pPr>
            <a:lvl5pPr algn="l">
              <a:defRPr sz="900" b="1" i="0">
                <a:solidFill>
                  <a:srgbClr val="85441C"/>
                </a:solidFill>
                <a:latin typeface="Lato"/>
                <a:ea typeface="Lato"/>
                <a:cs typeface="Lato"/>
              </a:defRPr>
            </a:lvl5pPr>
            <a:lvl6pPr algn="l">
              <a:defRPr sz="900" b="1" i="0">
                <a:solidFill>
                  <a:srgbClr val="85441C"/>
                </a:solidFill>
                <a:latin typeface="Lato"/>
                <a:ea typeface="Lato"/>
                <a:cs typeface="Lato"/>
              </a:defRPr>
            </a:lvl6pPr>
            <a:lvl7pPr algn="l">
              <a:defRPr sz="900" b="1" i="0">
                <a:solidFill>
                  <a:srgbClr val="85441C"/>
                </a:solidFill>
                <a:latin typeface="Lato"/>
                <a:ea typeface="Lato"/>
                <a:cs typeface="Lato"/>
              </a:defRPr>
            </a:lvl7pPr>
            <a:lvl8pPr algn="l">
              <a:defRPr sz="900" b="1" i="0">
                <a:solidFill>
                  <a:srgbClr val="85441C"/>
                </a:solidFill>
                <a:latin typeface="Lato"/>
                <a:ea typeface="Lato"/>
                <a:cs typeface="Lato"/>
              </a:defRPr>
            </a:lvl8pPr>
            <a:lvl9pPr algn="l">
              <a:defRPr sz="900" b="1" i="0">
                <a:solidFill>
                  <a:srgbClr val="85441C"/>
                </a:solidFill>
                <a:latin typeface="Lato"/>
                <a:ea typeface="Lato"/>
                <a:cs typeface="Lato"/>
              </a:defRPr>
            </a:lvl9pPr>
          </a:lstStyle>
          <a:p>
            <a:pPr algn="l">
              <a:defRPr sz="900" b="1" i="0">
                <a:solidFill>
                  <a:srgbClr val="85441C"/>
                </a:solidFill>
                <a:latin typeface="Lato"/>
                <a:ea typeface="Lato"/>
                <a:cs typeface="Lato"/>
              </a:defRPr>
            </a:pPr>
            <a:r>
              <a:rPr sz="900" b="1" i="0">
                <a:solidFill>
                  <a:srgbClr val="85441C"/>
                </a:solidFill>
                <a:latin typeface="Lato"/>
                <a:ea typeface="Lato"/>
                <a:cs typeface="Lato"/>
              </a:rPr>
              <a:t>DE CE AȘA</a:t>
            </a:r>
          </a:p>
        </p:txBody>
      </p:sp>
      <p:sp>
        <p:nvSpPr>
          <p:cNvPr id="15" name="why-copy">
            <a:extLst>
              <a:ext uri="{FF2B5EF4-FFF2-40B4-BE49-F238E27FC236}">
                <a16:creationId xmlns:a16="http://schemas.microsoft.com/office/drawing/2014/main" id="{121D7A93-2AB0-4A85-9FCD-1AD938059A3A}"/>
              </a:ext>
            </a:extLst>
          </p:cNvPr>
          <p:cNvSpPr>
            <a:spLocks noGrp="1"/>
          </p:cNvSpPr>
          <p:nvPr/>
        </p:nvSpPr>
        <p:spPr>
          <a:xfrm>
            <a:off x="5524500" y="4143375"/>
            <a:ext cx="2819400" cy="342900"/>
          </a:xfrm>
          <a:prstGeom prst="rect">
            <a:avLst/>
          </a:prstGeom>
          <a:noFill/>
          <a:ln w="0">
            <a:noFill/>
            <a:prstDash val="solid"/>
          </a:ln>
        </p:spPr>
        <p:txBody>
          <a:bodyPr wrap="square" lIns="0" tIns="0" rIns="0" bIns="0" anchor="t">
            <a:normAutofit fontScale="93750"/>
          </a:bodyPr>
          <a:lstStyle>
            <a:defPPr algn="l">
              <a:defRPr sz="1200" b="0" i="0">
                <a:solidFill>
                  <a:srgbClr val="2C2A29"/>
                </a:solidFill>
                <a:latin typeface="Lato"/>
                <a:ea typeface="Lato"/>
                <a:cs typeface="Lato"/>
              </a:defRPr>
            </a:defPPr>
            <a:lvl1pPr algn="l">
              <a:defRPr sz="1200" b="0" i="0">
                <a:solidFill>
                  <a:srgbClr val="2C2A29"/>
                </a:solidFill>
                <a:latin typeface="Lato"/>
                <a:ea typeface="Lato"/>
                <a:cs typeface="Lato"/>
              </a:defRPr>
            </a:lvl1pPr>
            <a:lvl2pPr algn="l">
              <a:defRPr sz="1200" b="0" i="0">
                <a:solidFill>
                  <a:srgbClr val="2C2A29"/>
                </a:solidFill>
                <a:latin typeface="Lato"/>
                <a:ea typeface="Lato"/>
                <a:cs typeface="Lato"/>
              </a:defRPr>
            </a:lvl2pPr>
            <a:lvl3pPr algn="l">
              <a:defRPr sz="1200" b="0" i="0">
                <a:solidFill>
                  <a:srgbClr val="2C2A29"/>
                </a:solidFill>
                <a:latin typeface="Lato"/>
                <a:ea typeface="Lato"/>
                <a:cs typeface="Lato"/>
              </a:defRPr>
            </a:lvl3pPr>
            <a:lvl4pPr algn="l">
              <a:defRPr sz="1200" b="0" i="0">
                <a:solidFill>
                  <a:srgbClr val="2C2A29"/>
                </a:solidFill>
                <a:latin typeface="Lato"/>
                <a:ea typeface="Lato"/>
                <a:cs typeface="Lato"/>
              </a:defRPr>
            </a:lvl4pPr>
            <a:lvl5pPr algn="l">
              <a:defRPr sz="1200" b="0" i="0">
                <a:solidFill>
                  <a:srgbClr val="2C2A29"/>
                </a:solidFill>
                <a:latin typeface="Lato"/>
                <a:ea typeface="Lato"/>
                <a:cs typeface="Lato"/>
              </a:defRPr>
            </a:lvl5pPr>
            <a:lvl6pPr algn="l">
              <a:defRPr sz="1200" b="0" i="0">
                <a:solidFill>
                  <a:srgbClr val="2C2A29"/>
                </a:solidFill>
                <a:latin typeface="Lato"/>
                <a:ea typeface="Lato"/>
                <a:cs typeface="Lato"/>
              </a:defRPr>
            </a:lvl6pPr>
            <a:lvl7pPr algn="l">
              <a:defRPr sz="1200" b="0" i="0">
                <a:solidFill>
                  <a:srgbClr val="2C2A29"/>
                </a:solidFill>
                <a:latin typeface="Lato"/>
                <a:ea typeface="Lato"/>
                <a:cs typeface="Lato"/>
              </a:defRPr>
            </a:lvl7pPr>
            <a:lvl8pPr algn="l">
              <a:defRPr sz="1200" b="0" i="0">
                <a:solidFill>
                  <a:srgbClr val="2C2A29"/>
                </a:solidFill>
                <a:latin typeface="Lato"/>
                <a:ea typeface="Lato"/>
                <a:cs typeface="Lato"/>
              </a:defRPr>
            </a:lvl8pPr>
            <a:lvl9pPr algn="l">
              <a:defRPr sz="1200" b="0" i="0">
                <a:solidFill>
                  <a:srgbClr val="2C2A29"/>
                </a:solidFill>
                <a:latin typeface="Lato"/>
                <a:ea typeface="Lato"/>
                <a:cs typeface="Lato"/>
              </a:defRPr>
            </a:lvl9pPr>
          </a:lstStyle>
          <a:p>
            <a:pPr algn="l">
              <a:defRPr sz="1200" b="0" i="0">
                <a:solidFill>
                  <a:srgbClr val="2C2A29"/>
                </a:solidFill>
                <a:latin typeface="Lato"/>
                <a:ea typeface="Lato"/>
                <a:cs typeface="Lato"/>
              </a:defRPr>
            </a:pPr>
            <a:r>
              <a:rPr sz="1200" b="0" i="0" dirty="0" err="1">
                <a:solidFill>
                  <a:srgbClr val="2C2A29"/>
                </a:solidFill>
                <a:latin typeface="Lato"/>
                <a:ea typeface="Lato"/>
                <a:cs typeface="Lato"/>
              </a:rPr>
              <a:t>Rezultate</a:t>
            </a:r>
            <a:r>
              <a:rPr sz="1200" b="0" i="0" dirty="0">
                <a:solidFill>
                  <a:srgbClr val="2C2A29"/>
                </a:solidFill>
                <a:latin typeface="Lato"/>
                <a:ea typeface="Lato"/>
                <a:cs typeface="Lato"/>
              </a:rPr>
              <a:t> </a:t>
            </a:r>
            <a:r>
              <a:rPr sz="1200" b="0" i="0" dirty="0" err="1">
                <a:solidFill>
                  <a:srgbClr val="2C2A29"/>
                </a:solidFill>
                <a:latin typeface="Lato"/>
                <a:ea typeface="Lato"/>
                <a:cs typeface="Lato"/>
              </a:rPr>
              <a:t>explicabile</a:t>
            </a:r>
            <a:r>
              <a:rPr sz="1200" b="0" i="0" dirty="0">
                <a:solidFill>
                  <a:srgbClr val="2C2A29"/>
                </a:solidFill>
                <a:latin typeface="Lato"/>
                <a:ea typeface="Lato"/>
                <a:cs typeface="Lato"/>
              </a:rPr>
              <a:t>, </a:t>
            </a:r>
            <a:r>
              <a:rPr sz="1200" b="0" i="0" dirty="0" err="1">
                <a:solidFill>
                  <a:srgbClr val="2C2A29"/>
                </a:solidFill>
                <a:latin typeface="Lato"/>
                <a:ea typeface="Lato"/>
                <a:cs typeface="Lato"/>
              </a:rPr>
              <a:t>verificabile</a:t>
            </a:r>
            <a:r>
              <a:rPr sz="1200" b="0" i="0" dirty="0">
                <a:solidFill>
                  <a:srgbClr val="2C2A29"/>
                </a:solidFill>
                <a:latin typeface="Lato"/>
                <a:ea typeface="Lato"/>
                <a:cs typeface="Lato"/>
              </a:rPr>
              <a:t> </a:t>
            </a:r>
            <a:r>
              <a:rPr sz="1200" b="0" i="0" dirty="0" err="1">
                <a:solidFill>
                  <a:srgbClr val="2C2A29"/>
                </a:solidFill>
                <a:latin typeface="Lato"/>
                <a:ea typeface="Lato"/>
                <a:cs typeface="Lato"/>
              </a:rPr>
              <a:t>și</a:t>
            </a:r>
            <a:r>
              <a:rPr sz="1200" b="0" i="0" dirty="0">
                <a:solidFill>
                  <a:srgbClr val="2C2A29"/>
                </a:solidFill>
                <a:latin typeface="Lato"/>
                <a:ea typeface="Lato"/>
                <a:cs typeface="Lato"/>
              </a:rPr>
              <a:t> utile </a:t>
            </a:r>
            <a:r>
              <a:rPr sz="1200" b="0" i="0" dirty="0" err="1">
                <a:solidFill>
                  <a:srgbClr val="2C2A29"/>
                </a:solidFill>
                <a:latin typeface="Lato"/>
                <a:ea typeface="Lato"/>
                <a:cs typeface="Lato"/>
              </a:rPr>
              <a:t>în</a:t>
            </a:r>
            <a:r>
              <a:rPr sz="1200" b="0" i="0" dirty="0">
                <a:solidFill>
                  <a:srgbClr val="2C2A29"/>
                </a:solidFill>
                <a:latin typeface="Lato"/>
                <a:ea typeface="Lato"/>
                <a:cs typeface="Lato"/>
              </a:rPr>
              <a:t> </a:t>
            </a:r>
            <a:r>
              <a:rPr sz="1200" b="0" i="0" dirty="0" err="1">
                <a:solidFill>
                  <a:srgbClr val="2C2A29"/>
                </a:solidFill>
                <a:latin typeface="Lato"/>
                <a:ea typeface="Lato"/>
                <a:cs typeface="Lato"/>
              </a:rPr>
              <a:t>bucătărie</a:t>
            </a:r>
            <a:endParaRPr sz="1200" b="0" i="0" dirty="0">
              <a:solidFill>
                <a:srgbClr val="2C2A29"/>
              </a:solidFill>
              <a:latin typeface="Lato"/>
              <a:ea typeface="Lato"/>
              <a:cs typeface="Lato"/>
            </a:endParaRPr>
          </a:p>
        </p:txBody>
      </p:sp>
      <p:sp>
        <p:nvSpPr>
          <p:cNvPr id="16" name="source-footer">
            <a:extLst>
              <a:ext uri="{FF2B5EF4-FFF2-40B4-BE49-F238E27FC236}">
                <a16:creationId xmlns:a16="http://schemas.microsoft.com/office/drawing/2014/main" id="{FB5B28F5-5157-475D-AE39-B5B7355EE3D0}"/>
              </a:ext>
            </a:extLst>
          </p:cNvPr>
          <p:cNvSpPr>
            <a:spLocks noGrp="1"/>
          </p:cNvSpPr>
          <p:nvPr/>
        </p:nvSpPr>
        <p:spPr>
          <a:xfrm>
            <a:off x="552450" y="4829175"/>
            <a:ext cx="8048625" cy="171450"/>
          </a:xfrm>
          <a:prstGeom prst="rect">
            <a:avLst/>
          </a:prstGeom>
          <a:noFill/>
          <a:ln w="0">
            <a:noFill/>
            <a:prstDash val="solid"/>
          </a:ln>
        </p:spPr>
        <p:txBody>
          <a:bodyPr wrap="square" lIns="0" tIns="0" rIns="0" bIns="0" anchor="t">
            <a:normAutofit/>
          </a:bodyPr>
          <a:lstStyle>
            <a:defPPr algn="l">
              <a:defRPr sz="788" b="0" i="0">
                <a:solidFill>
                  <a:srgbClr val="5A5855"/>
                </a:solidFill>
                <a:latin typeface="Lato"/>
                <a:ea typeface="Lato"/>
                <a:cs typeface="Lato"/>
              </a:defRPr>
            </a:defPPr>
            <a:lvl1pPr algn="l">
              <a:defRPr sz="788" b="0" i="0">
                <a:solidFill>
                  <a:srgbClr val="5A5855"/>
                </a:solidFill>
                <a:latin typeface="Lato"/>
                <a:ea typeface="Lato"/>
                <a:cs typeface="Lato"/>
              </a:defRPr>
            </a:lvl1pPr>
            <a:lvl2pPr algn="l">
              <a:defRPr sz="788" b="0" i="0">
                <a:solidFill>
                  <a:srgbClr val="5A5855"/>
                </a:solidFill>
                <a:latin typeface="Lato"/>
                <a:ea typeface="Lato"/>
                <a:cs typeface="Lato"/>
              </a:defRPr>
            </a:lvl2pPr>
            <a:lvl3pPr algn="l">
              <a:defRPr sz="788" b="0" i="0">
                <a:solidFill>
                  <a:srgbClr val="5A5855"/>
                </a:solidFill>
                <a:latin typeface="Lato"/>
                <a:ea typeface="Lato"/>
                <a:cs typeface="Lato"/>
              </a:defRPr>
            </a:lvl3pPr>
            <a:lvl4pPr algn="l">
              <a:defRPr sz="788" b="0" i="0">
                <a:solidFill>
                  <a:srgbClr val="5A5855"/>
                </a:solidFill>
                <a:latin typeface="Lato"/>
                <a:ea typeface="Lato"/>
                <a:cs typeface="Lato"/>
              </a:defRPr>
            </a:lvl4pPr>
            <a:lvl5pPr algn="l">
              <a:defRPr sz="788" b="0" i="0">
                <a:solidFill>
                  <a:srgbClr val="5A5855"/>
                </a:solidFill>
                <a:latin typeface="Lato"/>
                <a:ea typeface="Lato"/>
                <a:cs typeface="Lato"/>
              </a:defRPr>
            </a:lvl5pPr>
            <a:lvl6pPr algn="l">
              <a:defRPr sz="788" b="0" i="0">
                <a:solidFill>
                  <a:srgbClr val="5A5855"/>
                </a:solidFill>
                <a:latin typeface="Lato"/>
                <a:ea typeface="Lato"/>
                <a:cs typeface="Lato"/>
              </a:defRPr>
            </a:lvl6pPr>
            <a:lvl7pPr algn="l">
              <a:defRPr sz="788" b="0" i="0">
                <a:solidFill>
                  <a:srgbClr val="5A5855"/>
                </a:solidFill>
                <a:latin typeface="Lato"/>
                <a:ea typeface="Lato"/>
                <a:cs typeface="Lato"/>
              </a:defRPr>
            </a:lvl7pPr>
            <a:lvl8pPr algn="l">
              <a:defRPr sz="788" b="0" i="0">
                <a:solidFill>
                  <a:srgbClr val="5A5855"/>
                </a:solidFill>
                <a:latin typeface="Lato"/>
                <a:ea typeface="Lato"/>
                <a:cs typeface="Lato"/>
              </a:defRPr>
            </a:lvl8pPr>
            <a:lvl9pPr algn="l">
              <a:defRPr sz="788" b="0" i="0">
                <a:solidFill>
                  <a:srgbClr val="5A5855"/>
                </a:solidFill>
                <a:latin typeface="Lato"/>
                <a:ea typeface="Lato"/>
                <a:cs typeface="Lato"/>
              </a:defRPr>
            </a:lvl9pPr>
          </a:lstStyle>
          <a:p>
            <a:pPr algn="l">
              <a:defRPr sz="788" b="0" i="0">
                <a:solidFill>
                  <a:srgbClr val="5A5855"/>
                </a:solidFill>
                <a:latin typeface="Lato"/>
                <a:ea typeface="Lato"/>
                <a:cs typeface="Lato"/>
              </a:defRPr>
            </a:pPr>
            <a:r>
              <a:rPr sz="788" b="0" i="0">
                <a:solidFill>
                  <a:srgbClr val="5A5855"/>
                </a:solidFill>
                <a:latin typeface="Lato"/>
                <a:ea typeface="Lato"/>
                <a:cs typeface="Lato"/>
              </a:rPr>
              <a:t>Sursă: arhitectura și documentația proiectului WasteDNA, 2026</a:t>
            </a:r>
          </a:p>
        </p:txBody>
      </p:sp>
    </p:spTree>
    <p:extLst>
      <p:ext uri="{BB962C8B-B14F-4D97-AF65-F5344CB8AC3E}">
        <p14:creationId xmlns:p14="http://schemas.microsoft.com/office/powerpoint/2010/main" val="213207116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Picture 16">
            <a:extLst>
              <a:ext uri="{FF2B5EF4-FFF2-40B4-BE49-F238E27FC236}">
                <a16:creationId xmlns:a16="http://schemas.microsoft.com/office/drawing/2014/main" id="{804C289A-81C5-4F51-8F47-BF5D16D1D594}"/>
              </a:ext>
            </a:extLst>
          </p:cNvPr>
          <p:cNvPicPr>
            <a:picLocks noChangeAspect="1"/>
          </p:cNvPicPr>
          <p:nvPr/>
        </p:nvPicPr>
        <p:blipFill>
          <a:blip r:embed="rId3" cstate="screen">
            <a:extLst>
              <a:ext uri="{28A0092B-C50C-407E-A947-70E740481C1C}">
                <a14:useLocalDpi xmlns:a14="http://schemas.microsoft.com/office/drawing/2010/main"/>
              </a:ext>
            </a:extLst>
          </a:blip>
          <a:srcRect/>
          <a:stretch>
            <a:fillRect/>
          </a:stretch>
        </p:blipFill>
        <p:spPr>
          <a:xfrm>
            <a:off x="0" y="0"/>
            <a:ext cx="9144000" cy="5143500"/>
          </a:xfrm>
          <a:prstGeom prst="rect">
            <a:avLst/>
          </a:prstGeom>
        </p:spPr>
      </p:pic>
      <p:sp>
        <p:nvSpPr>
          <p:cNvPr id="2" name="slide-7-title">
            <a:extLst>
              <a:ext uri="{FF2B5EF4-FFF2-40B4-BE49-F238E27FC236}">
                <a16:creationId xmlns:a16="http://schemas.microsoft.com/office/drawing/2014/main" id="{D2D2B442-ACC3-445E-B9BA-D1233C861D20}"/>
              </a:ext>
            </a:extLst>
          </p:cNvPr>
          <p:cNvSpPr>
            <a:spLocks noGrp="1"/>
          </p:cNvSpPr>
          <p:nvPr/>
        </p:nvSpPr>
        <p:spPr>
          <a:xfrm>
            <a:off x="552450" y="323850"/>
            <a:ext cx="7239000" cy="514350"/>
          </a:xfrm>
          <a:prstGeom prst="rect">
            <a:avLst/>
          </a:prstGeom>
          <a:noFill/>
          <a:ln w="0">
            <a:noFill/>
            <a:prstDash val="solid"/>
          </a:ln>
        </p:spPr>
        <p:txBody>
          <a:bodyPr wrap="square" lIns="0" tIns="0" rIns="0" bIns="0" anchor="t">
            <a:normAutofit/>
          </a:bodyPr>
          <a:lstStyle>
            <a:defPPr algn="l">
              <a:defRPr sz="2400" b="0" i="0">
                <a:solidFill>
                  <a:srgbClr val="2C2A29"/>
                </a:solidFill>
                <a:latin typeface="Prata"/>
                <a:ea typeface="Prata"/>
                <a:cs typeface="Prata"/>
              </a:defRPr>
            </a:defPPr>
            <a:lvl1pPr algn="l">
              <a:defRPr sz="2400" b="0" i="0">
                <a:solidFill>
                  <a:srgbClr val="2C2A29"/>
                </a:solidFill>
                <a:latin typeface="Prata"/>
                <a:ea typeface="Prata"/>
                <a:cs typeface="Prata"/>
              </a:defRPr>
            </a:lvl1pPr>
            <a:lvl2pPr algn="l">
              <a:defRPr sz="2400" b="0" i="0">
                <a:solidFill>
                  <a:srgbClr val="2C2A29"/>
                </a:solidFill>
                <a:latin typeface="Prata"/>
                <a:ea typeface="Prata"/>
                <a:cs typeface="Prata"/>
              </a:defRPr>
            </a:lvl2pPr>
            <a:lvl3pPr algn="l">
              <a:defRPr sz="2400" b="0" i="0">
                <a:solidFill>
                  <a:srgbClr val="2C2A29"/>
                </a:solidFill>
                <a:latin typeface="Prata"/>
                <a:ea typeface="Prata"/>
                <a:cs typeface="Prata"/>
              </a:defRPr>
            </a:lvl3pPr>
            <a:lvl4pPr algn="l">
              <a:defRPr sz="2400" b="0" i="0">
                <a:solidFill>
                  <a:srgbClr val="2C2A29"/>
                </a:solidFill>
                <a:latin typeface="Prata"/>
                <a:ea typeface="Prata"/>
                <a:cs typeface="Prata"/>
              </a:defRPr>
            </a:lvl4pPr>
            <a:lvl5pPr algn="l">
              <a:defRPr sz="2400" b="0" i="0">
                <a:solidFill>
                  <a:srgbClr val="2C2A29"/>
                </a:solidFill>
                <a:latin typeface="Prata"/>
                <a:ea typeface="Prata"/>
                <a:cs typeface="Prata"/>
              </a:defRPr>
            </a:lvl5pPr>
            <a:lvl6pPr algn="l">
              <a:defRPr sz="2400" b="0" i="0">
                <a:solidFill>
                  <a:srgbClr val="2C2A29"/>
                </a:solidFill>
                <a:latin typeface="Prata"/>
                <a:ea typeface="Prata"/>
                <a:cs typeface="Prata"/>
              </a:defRPr>
            </a:lvl6pPr>
            <a:lvl7pPr algn="l">
              <a:defRPr sz="2400" b="0" i="0">
                <a:solidFill>
                  <a:srgbClr val="2C2A29"/>
                </a:solidFill>
                <a:latin typeface="Prata"/>
                <a:ea typeface="Prata"/>
                <a:cs typeface="Prata"/>
              </a:defRPr>
            </a:lvl7pPr>
            <a:lvl8pPr algn="l">
              <a:defRPr sz="2400" b="0" i="0">
                <a:solidFill>
                  <a:srgbClr val="2C2A29"/>
                </a:solidFill>
                <a:latin typeface="Prata"/>
                <a:ea typeface="Prata"/>
                <a:cs typeface="Prata"/>
              </a:defRPr>
            </a:lvl8pPr>
            <a:lvl9pPr algn="l">
              <a:defRPr sz="2400" b="0" i="0">
                <a:solidFill>
                  <a:srgbClr val="2C2A29"/>
                </a:solidFill>
                <a:latin typeface="Prata"/>
                <a:ea typeface="Prata"/>
                <a:cs typeface="Prata"/>
              </a:defRPr>
            </a:lvl9pPr>
          </a:lstStyle>
          <a:p>
            <a:pPr algn="l">
              <a:defRPr sz="2400" b="0" i="0">
                <a:solidFill>
                  <a:srgbClr val="2C2A29"/>
                </a:solidFill>
                <a:latin typeface="Prata"/>
                <a:ea typeface="Prata"/>
                <a:cs typeface="Prata"/>
              </a:defRPr>
            </a:pPr>
            <a:r>
              <a:rPr sz="2400" b="1" i="0" dirty="0">
                <a:solidFill>
                  <a:srgbClr val="2C2A29"/>
                </a:solidFill>
                <a:latin typeface="Baghdad" pitchFamily="2" charset="-78"/>
                <a:cs typeface="Baghdad" pitchFamily="2" charset="-78"/>
              </a:rPr>
              <a:t>Business: cine </a:t>
            </a:r>
            <a:r>
              <a:rPr sz="2400" b="1" i="0" dirty="0" err="1">
                <a:solidFill>
                  <a:srgbClr val="2C2A29"/>
                </a:solidFill>
                <a:latin typeface="Baghdad" pitchFamily="2" charset="-78"/>
                <a:cs typeface="Baghdad" pitchFamily="2" charset="-78"/>
              </a:rPr>
              <a:t>plăt</a:t>
            </a:r>
            <a:r>
              <a:rPr lang="en-US" sz="2400" b="1" i="0" dirty="0" err="1">
                <a:solidFill>
                  <a:srgbClr val="2C2A29"/>
                </a:solidFill>
                <a:latin typeface="Baghdad" pitchFamily="2" charset="-78"/>
                <a:cs typeface="Baghdad" pitchFamily="2" charset="-78"/>
              </a:rPr>
              <a:t>eș</a:t>
            </a:r>
            <a:r>
              <a:rPr sz="2400" b="1" i="0" dirty="0" err="1">
                <a:solidFill>
                  <a:srgbClr val="2C2A29"/>
                </a:solidFill>
                <a:latin typeface="Baghdad" pitchFamily="2" charset="-78"/>
                <a:cs typeface="Baghdad" pitchFamily="2" charset="-78"/>
              </a:rPr>
              <a:t>te</a:t>
            </a:r>
            <a:r>
              <a:rPr sz="2400" b="1" i="0" dirty="0">
                <a:solidFill>
                  <a:srgbClr val="2C2A29"/>
                </a:solidFill>
                <a:latin typeface="Baghdad" pitchFamily="2" charset="-78"/>
                <a:cs typeface="Baghdad" pitchFamily="2" charset="-78"/>
              </a:rPr>
              <a:t> </a:t>
            </a:r>
            <a:r>
              <a:rPr sz="2400" b="1" i="0" dirty="0" err="1">
                <a:solidFill>
                  <a:srgbClr val="2C2A29"/>
                </a:solidFill>
                <a:latin typeface="Baghdad" pitchFamily="2" charset="-78"/>
                <a:cs typeface="Baghdad" pitchFamily="2" charset="-78"/>
              </a:rPr>
              <a:t>și</a:t>
            </a:r>
            <a:r>
              <a:rPr sz="2400" b="1" i="0" dirty="0">
                <a:solidFill>
                  <a:srgbClr val="2C2A29"/>
                </a:solidFill>
                <a:latin typeface="Baghdad" pitchFamily="2" charset="-78"/>
                <a:cs typeface="Baghdad" pitchFamily="2" charset="-78"/>
              </a:rPr>
              <a:t> </a:t>
            </a:r>
            <a:r>
              <a:rPr sz="2400" b="1" i="0" dirty="0" err="1">
                <a:solidFill>
                  <a:srgbClr val="2C2A29"/>
                </a:solidFill>
                <a:latin typeface="Baghdad" pitchFamily="2" charset="-78"/>
                <a:cs typeface="Baghdad" pitchFamily="2" charset="-78"/>
              </a:rPr>
              <a:t>cât</a:t>
            </a:r>
            <a:endParaRPr sz="2400" b="1" i="0" dirty="0">
              <a:solidFill>
                <a:srgbClr val="2C2A29"/>
              </a:solidFill>
              <a:latin typeface="Baghdad" pitchFamily="2" charset="-78"/>
              <a:cs typeface="Baghdad" pitchFamily="2" charset="-78"/>
            </a:endParaRPr>
          </a:p>
        </p:txBody>
      </p:sp>
      <p:sp>
        <p:nvSpPr>
          <p:cNvPr id="3" name="slide-7-number">
            <a:extLst>
              <a:ext uri="{FF2B5EF4-FFF2-40B4-BE49-F238E27FC236}">
                <a16:creationId xmlns:a16="http://schemas.microsoft.com/office/drawing/2014/main" id="{175179D7-A40F-4927-BEE5-F2390A7C861B}"/>
              </a:ext>
            </a:extLst>
          </p:cNvPr>
          <p:cNvSpPr>
            <a:spLocks noGrp="1"/>
          </p:cNvSpPr>
          <p:nvPr/>
        </p:nvSpPr>
        <p:spPr>
          <a:xfrm>
            <a:off x="8305800" y="323850"/>
            <a:ext cx="361950" cy="228600"/>
          </a:xfrm>
          <a:prstGeom prst="rect">
            <a:avLst/>
          </a:prstGeom>
          <a:noFill/>
          <a:ln w="0">
            <a:noFill/>
            <a:prstDash val="solid"/>
          </a:ln>
        </p:spPr>
        <p:txBody>
          <a:bodyPr wrap="square" lIns="0" tIns="0" rIns="0" bIns="0" anchor="t">
            <a:normAutofit/>
          </a:bodyPr>
          <a:lstStyle>
            <a:defPPr algn="r">
              <a:defRPr sz="975" b="0" i="0">
                <a:solidFill>
                  <a:srgbClr val="627356"/>
                </a:solidFill>
                <a:latin typeface="Prata"/>
                <a:ea typeface="Prata"/>
                <a:cs typeface="Prata"/>
              </a:defRPr>
            </a:defPPr>
            <a:lvl1pPr algn="r">
              <a:defRPr sz="975" b="0" i="0">
                <a:solidFill>
                  <a:srgbClr val="627356"/>
                </a:solidFill>
                <a:latin typeface="Prata"/>
                <a:ea typeface="Prata"/>
                <a:cs typeface="Prata"/>
              </a:defRPr>
            </a:lvl1pPr>
            <a:lvl2pPr algn="r">
              <a:defRPr sz="975" b="0" i="0">
                <a:solidFill>
                  <a:srgbClr val="627356"/>
                </a:solidFill>
                <a:latin typeface="Prata"/>
                <a:ea typeface="Prata"/>
                <a:cs typeface="Prata"/>
              </a:defRPr>
            </a:lvl2pPr>
            <a:lvl3pPr algn="r">
              <a:defRPr sz="975" b="0" i="0">
                <a:solidFill>
                  <a:srgbClr val="627356"/>
                </a:solidFill>
                <a:latin typeface="Prata"/>
                <a:ea typeface="Prata"/>
                <a:cs typeface="Prata"/>
              </a:defRPr>
            </a:lvl3pPr>
            <a:lvl4pPr algn="r">
              <a:defRPr sz="975" b="0" i="0">
                <a:solidFill>
                  <a:srgbClr val="627356"/>
                </a:solidFill>
                <a:latin typeface="Prata"/>
                <a:ea typeface="Prata"/>
                <a:cs typeface="Prata"/>
              </a:defRPr>
            </a:lvl4pPr>
            <a:lvl5pPr algn="r">
              <a:defRPr sz="975" b="0" i="0">
                <a:solidFill>
                  <a:srgbClr val="627356"/>
                </a:solidFill>
                <a:latin typeface="Prata"/>
                <a:ea typeface="Prata"/>
                <a:cs typeface="Prata"/>
              </a:defRPr>
            </a:lvl5pPr>
            <a:lvl6pPr algn="r">
              <a:defRPr sz="975" b="0" i="0">
                <a:solidFill>
                  <a:srgbClr val="627356"/>
                </a:solidFill>
                <a:latin typeface="Prata"/>
                <a:ea typeface="Prata"/>
                <a:cs typeface="Prata"/>
              </a:defRPr>
            </a:lvl6pPr>
            <a:lvl7pPr algn="r">
              <a:defRPr sz="975" b="0" i="0">
                <a:solidFill>
                  <a:srgbClr val="627356"/>
                </a:solidFill>
                <a:latin typeface="Prata"/>
                <a:ea typeface="Prata"/>
                <a:cs typeface="Prata"/>
              </a:defRPr>
            </a:lvl7pPr>
            <a:lvl8pPr algn="r">
              <a:defRPr sz="975" b="0" i="0">
                <a:solidFill>
                  <a:srgbClr val="627356"/>
                </a:solidFill>
                <a:latin typeface="Prata"/>
                <a:ea typeface="Prata"/>
                <a:cs typeface="Prata"/>
              </a:defRPr>
            </a:lvl8pPr>
            <a:lvl9pPr algn="r">
              <a:defRPr sz="975" b="0" i="0">
                <a:solidFill>
                  <a:srgbClr val="627356"/>
                </a:solidFill>
                <a:latin typeface="Prata"/>
                <a:ea typeface="Prata"/>
                <a:cs typeface="Prata"/>
              </a:defRPr>
            </a:lvl9pPr>
          </a:lstStyle>
          <a:p>
            <a:pPr algn="r">
              <a:defRPr sz="975" b="0" i="0">
                <a:solidFill>
                  <a:srgbClr val="627356"/>
                </a:solidFill>
                <a:latin typeface="Prata"/>
                <a:ea typeface="Prata"/>
                <a:cs typeface="Prata"/>
              </a:defRPr>
            </a:pPr>
            <a:r>
              <a:rPr sz="975" b="0" i="0">
                <a:solidFill>
                  <a:srgbClr val="627356"/>
                </a:solidFill>
                <a:latin typeface="Prata"/>
                <a:ea typeface="Prata"/>
                <a:cs typeface="Prata"/>
              </a:rPr>
              <a:t>07</a:t>
            </a:r>
          </a:p>
        </p:txBody>
      </p:sp>
      <p:pic>
        <p:nvPicPr>
          <p:cNvPr id="4" name="Picture 3">
            <a:extLst>
              <a:ext uri="{FF2B5EF4-FFF2-40B4-BE49-F238E27FC236}">
                <a16:creationId xmlns:a16="http://schemas.microsoft.com/office/drawing/2014/main" id="{1B293493-2780-4BCA-B8C9-1B2724708DD9}"/>
              </a:ext>
            </a:extLst>
          </p:cNvPr>
          <p:cNvPicPr>
            <a:picLocks noChangeAspect="1"/>
          </p:cNvPicPr>
          <p:nvPr/>
        </p:nvPicPr>
        <p:blipFill>
          <a:blip r:embed="rId4" cstate="screen">
            <a:extLst>
              <a:ext uri="{28A0092B-C50C-407E-A947-70E740481C1C}">
                <a14:useLocalDpi xmlns:a14="http://schemas.microsoft.com/office/drawing/2010/main"/>
              </a:ext>
            </a:extLst>
          </a:blip>
          <a:stretch/>
        </p:blipFill>
        <p:spPr>
          <a:xfrm>
            <a:off x="7758112" y="4248201"/>
            <a:ext cx="1095375" cy="533604"/>
          </a:xfrm>
          <a:prstGeom prst="rect">
            <a:avLst/>
          </a:prstGeom>
        </p:spPr>
      </p:pic>
      <p:sp>
        <p:nvSpPr>
          <p:cNvPr id="5" name="price">
            <a:extLst>
              <a:ext uri="{FF2B5EF4-FFF2-40B4-BE49-F238E27FC236}">
                <a16:creationId xmlns:a16="http://schemas.microsoft.com/office/drawing/2014/main" id="{22CF251B-4757-4C7F-B1C8-D9719205183B}"/>
              </a:ext>
            </a:extLst>
          </p:cNvPr>
          <p:cNvSpPr>
            <a:spLocks noGrp="1"/>
          </p:cNvSpPr>
          <p:nvPr/>
        </p:nvSpPr>
        <p:spPr>
          <a:xfrm>
            <a:off x="666750" y="1295046"/>
            <a:ext cx="2095500" cy="723900"/>
          </a:xfrm>
          <a:prstGeom prst="rect">
            <a:avLst/>
          </a:prstGeom>
          <a:noFill/>
          <a:ln w="0">
            <a:noFill/>
            <a:prstDash val="solid"/>
          </a:ln>
        </p:spPr>
        <p:txBody>
          <a:bodyPr wrap="square" lIns="0" tIns="0" rIns="0" bIns="0" anchor="t">
            <a:normAutofit/>
          </a:bodyPr>
          <a:lstStyle>
            <a:defPPr algn="l">
              <a:defRPr sz="4050" b="0" i="0">
                <a:solidFill>
                  <a:srgbClr val="85441C"/>
                </a:solidFill>
                <a:latin typeface="Prata"/>
                <a:ea typeface="Prata"/>
                <a:cs typeface="Prata"/>
              </a:defRPr>
            </a:defPPr>
            <a:lvl1pPr algn="l">
              <a:defRPr sz="4050" b="0" i="0">
                <a:solidFill>
                  <a:srgbClr val="85441C"/>
                </a:solidFill>
                <a:latin typeface="Prata"/>
                <a:ea typeface="Prata"/>
                <a:cs typeface="Prata"/>
              </a:defRPr>
            </a:lvl1pPr>
            <a:lvl2pPr algn="l">
              <a:defRPr sz="4050" b="0" i="0">
                <a:solidFill>
                  <a:srgbClr val="85441C"/>
                </a:solidFill>
                <a:latin typeface="Prata"/>
                <a:ea typeface="Prata"/>
                <a:cs typeface="Prata"/>
              </a:defRPr>
            </a:lvl2pPr>
            <a:lvl3pPr algn="l">
              <a:defRPr sz="4050" b="0" i="0">
                <a:solidFill>
                  <a:srgbClr val="85441C"/>
                </a:solidFill>
                <a:latin typeface="Prata"/>
                <a:ea typeface="Prata"/>
                <a:cs typeface="Prata"/>
              </a:defRPr>
            </a:lvl3pPr>
            <a:lvl4pPr algn="l">
              <a:defRPr sz="4050" b="0" i="0">
                <a:solidFill>
                  <a:srgbClr val="85441C"/>
                </a:solidFill>
                <a:latin typeface="Prata"/>
                <a:ea typeface="Prata"/>
                <a:cs typeface="Prata"/>
              </a:defRPr>
            </a:lvl4pPr>
            <a:lvl5pPr algn="l">
              <a:defRPr sz="4050" b="0" i="0">
                <a:solidFill>
                  <a:srgbClr val="85441C"/>
                </a:solidFill>
                <a:latin typeface="Prata"/>
                <a:ea typeface="Prata"/>
                <a:cs typeface="Prata"/>
              </a:defRPr>
            </a:lvl5pPr>
            <a:lvl6pPr algn="l">
              <a:defRPr sz="4050" b="0" i="0">
                <a:solidFill>
                  <a:srgbClr val="85441C"/>
                </a:solidFill>
                <a:latin typeface="Prata"/>
                <a:ea typeface="Prata"/>
                <a:cs typeface="Prata"/>
              </a:defRPr>
            </a:lvl6pPr>
            <a:lvl7pPr algn="l">
              <a:defRPr sz="4050" b="0" i="0">
                <a:solidFill>
                  <a:srgbClr val="85441C"/>
                </a:solidFill>
                <a:latin typeface="Prata"/>
                <a:ea typeface="Prata"/>
                <a:cs typeface="Prata"/>
              </a:defRPr>
            </a:lvl7pPr>
            <a:lvl8pPr algn="l">
              <a:defRPr sz="4050" b="0" i="0">
                <a:solidFill>
                  <a:srgbClr val="85441C"/>
                </a:solidFill>
                <a:latin typeface="Prata"/>
                <a:ea typeface="Prata"/>
                <a:cs typeface="Prata"/>
              </a:defRPr>
            </a:lvl8pPr>
            <a:lvl9pPr algn="l">
              <a:defRPr sz="4050" b="0" i="0">
                <a:solidFill>
                  <a:srgbClr val="85441C"/>
                </a:solidFill>
                <a:latin typeface="Prata"/>
                <a:ea typeface="Prata"/>
                <a:cs typeface="Prata"/>
              </a:defRPr>
            </a:lvl9pPr>
          </a:lstStyle>
          <a:p>
            <a:pPr algn="l">
              <a:defRPr sz="4050" b="0" i="0">
                <a:solidFill>
                  <a:srgbClr val="85441C"/>
                </a:solidFill>
                <a:latin typeface="Prata"/>
                <a:ea typeface="Prata"/>
                <a:cs typeface="Prata"/>
              </a:defRPr>
            </a:pPr>
            <a:r>
              <a:rPr sz="4050" b="0" i="0" dirty="0">
                <a:solidFill>
                  <a:srgbClr val="85441C"/>
                </a:solidFill>
                <a:latin typeface="Prata"/>
                <a:ea typeface="Prata"/>
                <a:cs typeface="Prata"/>
              </a:rPr>
              <a:t>150 €</a:t>
            </a:r>
          </a:p>
        </p:txBody>
      </p:sp>
      <p:sp>
        <p:nvSpPr>
          <p:cNvPr id="6" name="price-detail">
            <a:extLst>
              <a:ext uri="{FF2B5EF4-FFF2-40B4-BE49-F238E27FC236}">
                <a16:creationId xmlns:a16="http://schemas.microsoft.com/office/drawing/2014/main" id="{1C8A8B95-7921-40E4-B3D6-F2FAA64FBC8F}"/>
              </a:ext>
            </a:extLst>
          </p:cNvPr>
          <p:cNvSpPr>
            <a:spLocks noGrp="1"/>
          </p:cNvSpPr>
          <p:nvPr/>
        </p:nvSpPr>
        <p:spPr>
          <a:xfrm>
            <a:off x="685800" y="1902502"/>
            <a:ext cx="2762250" cy="495300"/>
          </a:xfrm>
          <a:prstGeom prst="rect">
            <a:avLst/>
          </a:prstGeom>
          <a:noFill/>
          <a:ln w="0">
            <a:noFill/>
            <a:prstDash val="solid"/>
          </a:ln>
        </p:spPr>
        <p:txBody>
          <a:bodyPr wrap="square" lIns="0" tIns="0" rIns="0" bIns="0" anchor="t">
            <a:normAutofit/>
          </a:bodyPr>
          <a:lstStyle>
            <a:defPPr algn="l">
              <a:defRPr sz="1350" b="0" i="0">
                <a:solidFill>
                  <a:srgbClr val="2C2A29"/>
                </a:solidFill>
                <a:latin typeface="Lato"/>
                <a:ea typeface="Lato"/>
                <a:cs typeface="Lato"/>
              </a:defRPr>
            </a:defPPr>
            <a:lvl1pPr algn="l">
              <a:defRPr sz="1350" b="0" i="0">
                <a:solidFill>
                  <a:srgbClr val="2C2A29"/>
                </a:solidFill>
                <a:latin typeface="Lato"/>
                <a:ea typeface="Lato"/>
                <a:cs typeface="Lato"/>
              </a:defRPr>
            </a:lvl1pPr>
            <a:lvl2pPr algn="l">
              <a:defRPr sz="1350" b="0" i="0">
                <a:solidFill>
                  <a:srgbClr val="2C2A29"/>
                </a:solidFill>
                <a:latin typeface="Lato"/>
                <a:ea typeface="Lato"/>
                <a:cs typeface="Lato"/>
              </a:defRPr>
            </a:lvl2pPr>
            <a:lvl3pPr algn="l">
              <a:defRPr sz="1350" b="0" i="0">
                <a:solidFill>
                  <a:srgbClr val="2C2A29"/>
                </a:solidFill>
                <a:latin typeface="Lato"/>
                <a:ea typeface="Lato"/>
                <a:cs typeface="Lato"/>
              </a:defRPr>
            </a:lvl3pPr>
            <a:lvl4pPr algn="l">
              <a:defRPr sz="1350" b="0" i="0">
                <a:solidFill>
                  <a:srgbClr val="2C2A29"/>
                </a:solidFill>
                <a:latin typeface="Lato"/>
                <a:ea typeface="Lato"/>
                <a:cs typeface="Lato"/>
              </a:defRPr>
            </a:lvl4pPr>
            <a:lvl5pPr algn="l">
              <a:defRPr sz="1350" b="0" i="0">
                <a:solidFill>
                  <a:srgbClr val="2C2A29"/>
                </a:solidFill>
                <a:latin typeface="Lato"/>
                <a:ea typeface="Lato"/>
                <a:cs typeface="Lato"/>
              </a:defRPr>
            </a:lvl5pPr>
            <a:lvl6pPr algn="l">
              <a:defRPr sz="1350" b="0" i="0">
                <a:solidFill>
                  <a:srgbClr val="2C2A29"/>
                </a:solidFill>
                <a:latin typeface="Lato"/>
                <a:ea typeface="Lato"/>
                <a:cs typeface="Lato"/>
              </a:defRPr>
            </a:lvl6pPr>
            <a:lvl7pPr algn="l">
              <a:defRPr sz="1350" b="0" i="0">
                <a:solidFill>
                  <a:srgbClr val="2C2A29"/>
                </a:solidFill>
                <a:latin typeface="Lato"/>
                <a:ea typeface="Lato"/>
                <a:cs typeface="Lato"/>
              </a:defRPr>
            </a:lvl7pPr>
            <a:lvl8pPr algn="l">
              <a:defRPr sz="1350" b="0" i="0">
                <a:solidFill>
                  <a:srgbClr val="2C2A29"/>
                </a:solidFill>
                <a:latin typeface="Lato"/>
                <a:ea typeface="Lato"/>
                <a:cs typeface="Lato"/>
              </a:defRPr>
            </a:lvl8pPr>
            <a:lvl9pPr algn="l">
              <a:defRPr sz="1350" b="0" i="0">
                <a:solidFill>
                  <a:srgbClr val="2C2A29"/>
                </a:solidFill>
                <a:latin typeface="Lato"/>
                <a:ea typeface="Lato"/>
                <a:cs typeface="Lato"/>
              </a:defRPr>
            </a:lvl9pPr>
          </a:lstStyle>
          <a:p>
            <a:pPr algn="l">
              <a:defRPr sz="1350" b="0" i="0">
                <a:solidFill>
                  <a:srgbClr val="2C2A29"/>
                </a:solidFill>
                <a:latin typeface="Lato"/>
                <a:ea typeface="Lato"/>
                <a:cs typeface="Lato"/>
              </a:defRPr>
            </a:pPr>
            <a:r>
              <a:rPr sz="1200" b="0" i="0" dirty="0">
                <a:solidFill>
                  <a:srgbClr val="2C2A29"/>
                </a:solidFill>
                <a:latin typeface="Lato"/>
                <a:ea typeface="Lato"/>
                <a:cs typeface="Lato"/>
              </a:rPr>
              <a:t>pe </a:t>
            </a:r>
            <a:r>
              <a:rPr sz="1200" b="0" i="0" dirty="0" err="1">
                <a:solidFill>
                  <a:srgbClr val="2C2A29"/>
                </a:solidFill>
                <a:latin typeface="Lato"/>
                <a:ea typeface="Lato"/>
                <a:cs typeface="Lato"/>
              </a:rPr>
              <a:t>lună</a:t>
            </a:r>
            <a:r>
              <a:rPr sz="1200" b="0" i="0" dirty="0">
                <a:solidFill>
                  <a:srgbClr val="2C2A29"/>
                </a:solidFill>
                <a:latin typeface="Lato"/>
                <a:ea typeface="Lato"/>
                <a:cs typeface="Lato"/>
              </a:rPr>
              <a:t>, </a:t>
            </a:r>
            <a:r>
              <a:rPr sz="1200" b="0" i="0" dirty="0" err="1">
                <a:solidFill>
                  <a:srgbClr val="2C2A29"/>
                </a:solidFill>
                <a:latin typeface="Lato"/>
                <a:ea typeface="Lato"/>
                <a:cs typeface="Lato"/>
              </a:rPr>
              <a:t>abonament</a:t>
            </a:r>
            <a:r>
              <a:rPr sz="1200" b="0" i="0" dirty="0">
                <a:solidFill>
                  <a:srgbClr val="2C2A29"/>
                </a:solidFill>
                <a:latin typeface="Lato"/>
                <a:ea typeface="Lato"/>
                <a:cs typeface="Lato"/>
              </a:rPr>
              <a:t> </a:t>
            </a:r>
            <a:r>
              <a:rPr sz="1200" b="0" i="0" dirty="0" err="1">
                <a:solidFill>
                  <a:srgbClr val="2C2A29"/>
                </a:solidFill>
                <a:latin typeface="Lato"/>
                <a:ea typeface="Lato"/>
                <a:cs typeface="Lato"/>
              </a:rPr>
              <a:t>plătit</a:t>
            </a:r>
            <a:r>
              <a:rPr sz="1200" b="0" i="0" dirty="0">
                <a:solidFill>
                  <a:srgbClr val="2C2A29"/>
                </a:solidFill>
                <a:latin typeface="Lato"/>
                <a:ea typeface="Lato"/>
                <a:cs typeface="Lato"/>
              </a:rPr>
              <a:t> de </a:t>
            </a:r>
            <a:r>
              <a:rPr sz="1200" b="0" i="0" dirty="0" err="1">
                <a:solidFill>
                  <a:srgbClr val="2C2A29"/>
                </a:solidFill>
                <a:latin typeface="Lato"/>
                <a:ea typeface="Lato"/>
                <a:cs typeface="Lato"/>
              </a:rPr>
              <a:t>proprietarul</a:t>
            </a:r>
            <a:r>
              <a:rPr sz="1200" b="0" i="0" dirty="0">
                <a:solidFill>
                  <a:srgbClr val="2C2A29"/>
                </a:solidFill>
                <a:latin typeface="Lato"/>
                <a:ea typeface="Lato"/>
                <a:cs typeface="Lato"/>
              </a:rPr>
              <a:t> </a:t>
            </a:r>
            <a:r>
              <a:rPr sz="1200" b="0" i="0" dirty="0" err="1">
                <a:solidFill>
                  <a:srgbClr val="2C2A29"/>
                </a:solidFill>
                <a:latin typeface="Lato"/>
                <a:ea typeface="Lato"/>
                <a:cs typeface="Lato"/>
              </a:rPr>
              <a:t>HoReCa</a:t>
            </a:r>
            <a:endParaRPr sz="1200" b="0" i="0" dirty="0">
              <a:solidFill>
                <a:srgbClr val="2C2A29"/>
              </a:solidFill>
              <a:latin typeface="Lato"/>
              <a:ea typeface="Lato"/>
              <a:cs typeface="Lato"/>
            </a:endParaRPr>
          </a:p>
        </p:txBody>
      </p:sp>
      <p:sp>
        <p:nvSpPr>
          <p:cNvPr id="7" name="why-pay-label">
            <a:extLst>
              <a:ext uri="{FF2B5EF4-FFF2-40B4-BE49-F238E27FC236}">
                <a16:creationId xmlns:a16="http://schemas.microsoft.com/office/drawing/2014/main" id="{58E28A68-89BB-4350-B6E5-56858BF0138B}"/>
              </a:ext>
            </a:extLst>
          </p:cNvPr>
          <p:cNvSpPr>
            <a:spLocks noGrp="1"/>
          </p:cNvSpPr>
          <p:nvPr/>
        </p:nvSpPr>
        <p:spPr>
          <a:xfrm>
            <a:off x="3086100" y="2504028"/>
            <a:ext cx="1428750" cy="190500"/>
          </a:xfrm>
          <a:prstGeom prst="rect">
            <a:avLst/>
          </a:prstGeom>
          <a:noFill/>
          <a:ln w="0">
            <a:noFill/>
            <a:prstDash val="solid"/>
          </a:ln>
        </p:spPr>
        <p:txBody>
          <a:bodyPr wrap="square" lIns="0" tIns="0" rIns="0" bIns="0" anchor="t">
            <a:normAutofit/>
          </a:bodyPr>
          <a:lstStyle>
            <a:defPPr algn="l">
              <a:defRPr sz="900" b="1" i="0">
                <a:solidFill>
                  <a:srgbClr val="627356"/>
                </a:solidFill>
                <a:latin typeface="Lato"/>
                <a:ea typeface="Lato"/>
                <a:cs typeface="Lato"/>
              </a:defRPr>
            </a:defPPr>
            <a:lvl1pPr algn="l">
              <a:defRPr sz="900" b="1" i="0">
                <a:solidFill>
                  <a:srgbClr val="627356"/>
                </a:solidFill>
                <a:latin typeface="Lato"/>
                <a:ea typeface="Lato"/>
                <a:cs typeface="Lato"/>
              </a:defRPr>
            </a:lvl1pPr>
            <a:lvl2pPr algn="l">
              <a:defRPr sz="900" b="1" i="0">
                <a:solidFill>
                  <a:srgbClr val="627356"/>
                </a:solidFill>
                <a:latin typeface="Lato"/>
                <a:ea typeface="Lato"/>
                <a:cs typeface="Lato"/>
              </a:defRPr>
            </a:lvl2pPr>
            <a:lvl3pPr algn="l">
              <a:defRPr sz="900" b="1" i="0">
                <a:solidFill>
                  <a:srgbClr val="627356"/>
                </a:solidFill>
                <a:latin typeface="Lato"/>
                <a:ea typeface="Lato"/>
                <a:cs typeface="Lato"/>
              </a:defRPr>
            </a:lvl3pPr>
            <a:lvl4pPr algn="l">
              <a:defRPr sz="900" b="1" i="0">
                <a:solidFill>
                  <a:srgbClr val="627356"/>
                </a:solidFill>
                <a:latin typeface="Lato"/>
                <a:ea typeface="Lato"/>
                <a:cs typeface="Lato"/>
              </a:defRPr>
            </a:lvl4pPr>
            <a:lvl5pPr algn="l">
              <a:defRPr sz="900" b="1" i="0">
                <a:solidFill>
                  <a:srgbClr val="627356"/>
                </a:solidFill>
                <a:latin typeface="Lato"/>
                <a:ea typeface="Lato"/>
                <a:cs typeface="Lato"/>
              </a:defRPr>
            </a:lvl5pPr>
            <a:lvl6pPr algn="l">
              <a:defRPr sz="900" b="1" i="0">
                <a:solidFill>
                  <a:srgbClr val="627356"/>
                </a:solidFill>
                <a:latin typeface="Lato"/>
                <a:ea typeface="Lato"/>
                <a:cs typeface="Lato"/>
              </a:defRPr>
            </a:lvl6pPr>
            <a:lvl7pPr algn="l">
              <a:defRPr sz="900" b="1" i="0">
                <a:solidFill>
                  <a:srgbClr val="627356"/>
                </a:solidFill>
                <a:latin typeface="Lato"/>
                <a:ea typeface="Lato"/>
                <a:cs typeface="Lato"/>
              </a:defRPr>
            </a:lvl7pPr>
            <a:lvl8pPr algn="l">
              <a:defRPr sz="900" b="1" i="0">
                <a:solidFill>
                  <a:srgbClr val="627356"/>
                </a:solidFill>
                <a:latin typeface="Lato"/>
                <a:ea typeface="Lato"/>
                <a:cs typeface="Lato"/>
              </a:defRPr>
            </a:lvl8pPr>
            <a:lvl9pPr algn="l">
              <a:defRPr sz="900" b="1" i="0">
                <a:solidFill>
                  <a:srgbClr val="627356"/>
                </a:solidFill>
                <a:latin typeface="Lato"/>
                <a:ea typeface="Lato"/>
                <a:cs typeface="Lato"/>
              </a:defRPr>
            </a:lvl9pPr>
          </a:lstStyle>
          <a:p>
            <a:pPr algn="l">
              <a:defRPr sz="900" b="1" i="0">
                <a:solidFill>
                  <a:srgbClr val="627356"/>
                </a:solidFill>
                <a:latin typeface="Lato"/>
                <a:ea typeface="Lato"/>
                <a:cs typeface="Lato"/>
              </a:defRPr>
            </a:pPr>
            <a:r>
              <a:rPr sz="900" b="1" i="0" dirty="0">
                <a:solidFill>
                  <a:srgbClr val="627356"/>
                </a:solidFill>
                <a:latin typeface="Lato"/>
                <a:ea typeface="Lato"/>
                <a:cs typeface="Lato"/>
              </a:rPr>
              <a:t>DE CE AR PLĂTI</a:t>
            </a:r>
          </a:p>
        </p:txBody>
      </p:sp>
      <p:sp>
        <p:nvSpPr>
          <p:cNvPr id="8" name="why-pay-copy">
            <a:extLst>
              <a:ext uri="{FF2B5EF4-FFF2-40B4-BE49-F238E27FC236}">
                <a16:creationId xmlns:a16="http://schemas.microsoft.com/office/drawing/2014/main" id="{BEF5CA3E-A264-4D63-A899-756EE782642D}"/>
              </a:ext>
            </a:extLst>
          </p:cNvPr>
          <p:cNvSpPr>
            <a:spLocks noGrp="1"/>
          </p:cNvSpPr>
          <p:nvPr/>
        </p:nvSpPr>
        <p:spPr>
          <a:xfrm>
            <a:off x="3086100" y="2761203"/>
            <a:ext cx="3295650" cy="723900"/>
          </a:xfrm>
          <a:prstGeom prst="rect">
            <a:avLst/>
          </a:prstGeom>
          <a:noFill/>
          <a:ln w="0">
            <a:noFill/>
            <a:prstDash val="solid"/>
          </a:ln>
        </p:spPr>
        <p:txBody>
          <a:bodyPr wrap="square" lIns="0" tIns="0" rIns="0" bIns="0" anchor="t">
            <a:normAutofit fontScale="95960" lnSpcReduction="10000"/>
          </a:bodyPr>
          <a:lstStyle>
            <a:defPPr algn="l">
              <a:defRPr sz="1650" b="0" i="0">
                <a:solidFill>
                  <a:srgbClr val="2C2A29"/>
                </a:solidFill>
                <a:latin typeface="Prata"/>
                <a:ea typeface="Prata"/>
                <a:cs typeface="Prata"/>
              </a:defRPr>
            </a:defPPr>
            <a:lvl1pPr algn="l">
              <a:defRPr sz="1650" b="0" i="0">
                <a:solidFill>
                  <a:srgbClr val="2C2A29"/>
                </a:solidFill>
                <a:latin typeface="Prata"/>
                <a:ea typeface="Prata"/>
                <a:cs typeface="Prata"/>
              </a:defRPr>
            </a:lvl1pPr>
            <a:lvl2pPr algn="l">
              <a:defRPr sz="1650" b="0" i="0">
                <a:solidFill>
                  <a:srgbClr val="2C2A29"/>
                </a:solidFill>
                <a:latin typeface="Prata"/>
                <a:ea typeface="Prata"/>
                <a:cs typeface="Prata"/>
              </a:defRPr>
            </a:lvl2pPr>
            <a:lvl3pPr algn="l">
              <a:defRPr sz="1650" b="0" i="0">
                <a:solidFill>
                  <a:srgbClr val="2C2A29"/>
                </a:solidFill>
                <a:latin typeface="Prata"/>
                <a:ea typeface="Prata"/>
                <a:cs typeface="Prata"/>
              </a:defRPr>
            </a:lvl3pPr>
            <a:lvl4pPr algn="l">
              <a:defRPr sz="1650" b="0" i="0">
                <a:solidFill>
                  <a:srgbClr val="2C2A29"/>
                </a:solidFill>
                <a:latin typeface="Prata"/>
                <a:ea typeface="Prata"/>
                <a:cs typeface="Prata"/>
              </a:defRPr>
            </a:lvl4pPr>
            <a:lvl5pPr algn="l">
              <a:defRPr sz="1650" b="0" i="0">
                <a:solidFill>
                  <a:srgbClr val="2C2A29"/>
                </a:solidFill>
                <a:latin typeface="Prata"/>
                <a:ea typeface="Prata"/>
                <a:cs typeface="Prata"/>
              </a:defRPr>
            </a:lvl5pPr>
            <a:lvl6pPr algn="l">
              <a:defRPr sz="1650" b="0" i="0">
                <a:solidFill>
                  <a:srgbClr val="2C2A29"/>
                </a:solidFill>
                <a:latin typeface="Prata"/>
                <a:ea typeface="Prata"/>
                <a:cs typeface="Prata"/>
              </a:defRPr>
            </a:lvl6pPr>
            <a:lvl7pPr algn="l">
              <a:defRPr sz="1650" b="0" i="0">
                <a:solidFill>
                  <a:srgbClr val="2C2A29"/>
                </a:solidFill>
                <a:latin typeface="Prata"/>
                <a:ea typeface="Prata"/>
                <a:cs typeface="Prata"/>
              </a:defRPr>
            </a:lvl7pPr>
            <a:lvl8pPr algn="l">
              <a:defRPr sz="1650" b="0" i="0">
                <a:solidFill>
                  <a:srgbClr val="2C2A29"/>
                </a:solidFill>
                <a:latin typeface="Prata"/>
                <a:ea typeface="Prata"/>
                <a:cs typeface="Prata"/>
              </a:defRPr>
            </a:lvl8pPr>
            <a:lvl9pPr algn="l">
              <a:defRPr sz="1650" b="0" i="0">
                <a:solidFill>
                  <a:srgbClr val="2C2A29"/>
                </a:solidFill>
                <a:latin typeface="Prata"/>
                <a:ea typeface="Prata"/>
                <a:cs typeface="Prata"/>
              </a:defRPr>
            </a:lvl9pPr>
          </a:lstStyle>
          <a:p>
            <a:pPr algn="l">
              <a:defRPr sz="1650" b="0" i="0">
                <a:solidFill>
                  <a:srgbClr val="2C2A29"/>
                </a:solidFill>
                <a:latin typeface="Prata"/>
                <a:ea typeface="Prata"/>
                <a:cs typeface="Prata"/>
              </a:defRPr>
            </a:pPr>
            <a:r>
              <a:rPr sz="1650" b="0" i="0" dirty="0">
                <a:solidFill>
                  <a:srgbClr val="2C2A29"/>
                </a:solidFill>
                <a:latin typeface="Prata"/>
                <a:ea typeface="Prata"/>
                <a:cs typeface="Prata"/>
              </a:rPr>
              <a:t>2.000–4.000 RON </a:t>
            </a:r>
            <a:r>
              <a:rPr sz="1650" b="0" i="0" dirty="0" err="1">
                <a:solidFill>
                  <a:srgbClr val="2C2A29"/>
                </a:solidFill>
                <a:latin typeface="Prata"/>
                <a:ea typeface="Prata"/>
                <a:cs typeface="Prata"/>
              </a:rPr>
              <a:t>pierdere</a:t>
            </a:r>
            <a:r>
              <a:rPr sz="1650" b="0" i="0" dirty="0">
                <a:solidFill>
                  <a:srgbClr val="2C2A29"/>
                </a:solidFill>
                <a:latin typeface="Prata"/>
                <a:ea typeface="Prata"/>
                <a:cs typeface="Prata"/>
              </a:rPr>
              <a:t> </a:t>
            </a:r>
            <a:r>
              <a:rPr sz="1650" b="0" i="0" dirty="0" err="1">
                <a:solidFill>
                  <a:srgbClr val="2C2A29"/>
                </a:solidFill>
                <a:latin typeface="Prata"/>
                <a:ea typeface="Prata"/>
                <a:cs typeface="Prata"/>
              </a:rPr>
              <a:t>lunară</a:t>
            </a:r>
            <a:r>
              <a:rPr sz="1650" b="0" i="0" dirty="0">
                <a:solidFill>
                  <a:srgbClr val="2C2A29"/>
                </a:solidFill>
                <a:latin typeface="Prata"/>
                <a:ea typeface="Prata"/>
                <a:cs typeface="Prata"/>
              </a:rPr>
              <a:t> </a:t>
            </a:r>
            <a:r>
              <a:rPr sz="1650" b="0" i="0" dirty="0" err="1">
                <a:solidFill>
                  <a:srgbClr val="2C2A29"/>
                </a:solidFill>
                <a:latin typeface="Prata"/>
                <a:ea typeface="Prata"/>
                <a:cs typeface="Prata"/>
              </a:rPr>
              <a:t>pentru</a:t>
            </a:r>
            <a:r>
              <a:rPr sz="1650" b="0" i="0" dirty="0">
                <a:solidFill>
                  <a:srgbClr val="2C2A29"/>
                </a:solidFill>
                <a:latin typeface="Prata"/>
                <a:ea typeface="Prata"/>
                <a:cs typeface="Prata"/>
              </a:rPr>
              <a:t> un restaurant de 60–80 de </a:t>
            </a:r>
            <a:r>
              <a:rPr sz="1650" b="0" i="0" dirty="0" err="1">
                <a:solidFill>
                  <a:srgbClr val="2C2A29"/>
                </a:solidFill>
                <a:latin typeface="Prata"/>
                <a:ea typeface="Prata"/>
                <a:cs typeface="Prata"/>
              </a:rPr>
              <a:t>locuri</a:t>
            </a:r>
            <a:endParaRPr sz="1650" b="0" i="0" dirty="0">
              <a:solidFill>
                <a:srgbClr val="2C2A29"/>
              </a:solidFill>
              <a:latin typeface="Prata"/>
              <a:ea typeface="Prata"/>
              <a:cs typeface="Prata"/>
            </a:endParaRPr>
          </a:p>
        </p:txBody>
      </p:sp>
      <p:sp>
        <p:nvSpPr>
          <p:cNvPr id="9" name="why-pay-caveat">
            <a:extLst>
              <a:ext uri="{FF2B5EF4-FFF2-40B4-BE49-F238E27FC236}">
                <a16:creationId xmlns:a16="http://schemas.microsoft.com/office/drawing/2014/main" id="{DC47EABF-8B8D-4D66-B5E7-9A211381E987}"/>
              </a:ext>
            </a:extLst>
          </p:cNvPr>
          <p:cNvSpPr>
            <a:spLocks noGrp="1"/>
          </p:cNvSpPr>
          <p:nvPr/>
        </p:nvSpPr>
        <p:spPr>
          <a:xfrm>
            <a:off x="3105150" y="3523203"/>
            <a:ext cx="2286000" cy="209550"/>
          </a:xfrm>
          <a:prstGeom prst="rect">
            <a:avLst/>
          </a:prstGeom>
          <a:noFill/>
          <a:ln w="0">
            <a:noFill/>
            <a:prstDash val="solid"/>
          </a:ln>
        </p:spPr>
        <p:txBody>
          <a:bodyPr wrap="square" lIns="0" tIns="0" rIns="0" bIns="0" anchor="t">
            <a:normAutofit/>
          </a:bodyPr>
          <a:lstStyle>
            <a:defPPr algn="l">
              <a:defRPr sz="938" b="0" i="1">
                <a:solidFill>
                  <a:srgbClr val="85441C"/>
                </a:solidFill>
                <a:latin typeface="Lato"/>
                <a:ea typeface="Lato"/>
                <a:cs typeface="Lato"/>
              </a:defRPr>
            </a:defPPr>
            <a:lvl1pPr algn="l">
              <a:defRPr sz="938" b="0" i="1">
                <a:solidFill>
                  <a:srgbClr val="85441C"/>
                </a:solidFill>
                <a:latin typeface="Lato"/>
                <a:ea typeface="Lato"/>
                <a:cs typeface="Lato"/>
              </a:defRPr>
            </a:lvl1pPr>
            <a:lvl2pPr algn="l">
              <a:defRPr sz="938" b="0" i="1">
                <a:solidFill>
                  <a:srgbClr val="85441C"/>
                </a:solidFill>
                <a:latin typeface="Lato"/>
                <a:ea typeface="Lato"/>
                <a:cs typeface="Lato"/>
              </a:defRPr>
            </a:lvl2pPr>
            <a:lvl3pPr algn="l">
              <a:defRPr sz="938" b="0" i="1">
                <a:solidFill>
                  <a:srgbClr val="85441C"/>
                </a:solidFill>
                <a:latin typeface="Lato"/>
                <a:ea typeface="Lato"/>
                <a:cs typeface="Lato"/>
              </a:defRPr>
            </a:lvl3pPr>
            <a:lvl4pPr algn="l">
              <a:defRPr sz="938" b="0" i="1">
                <a:solidFill>
                  <a:srgbClr val="85441C"/>
                </a:solidFill>
                <a:latin typeface="Lato"/>
                <a:ea typeface="Lato"/>
                <a:cs typeface="Lato"/>
              </a:defRPr>
            </a:lvl4pPr>
            <a:lvl5pPr algn="l">
              <a:defRPr sz="938" b="0" i="1">
                <a:solidFill>
                  <a:srgbClr val="85441C"/>
                </a:solidFill>
                <a:latin typeface="Lato"/>
                <a:ea typeface="Lato"/>
                <a:cs typeface="Lato"/>
              </a:defRPr>
            </a:lvl5pPr>
            <a:lvl6pPr algn="l">
              <a:defRPr sz="938" b="0" i="1">
                <a:solidFill>
                  <a:srgbClr val="85441C"/>
                </a:solidFill>
                <a:latin typeface="Lato"/>
                <a:ea typeface="Lato"/>
                <a:cs typeface="Lato"/>
              </a:defRPr>
            </a:lvl6pPr>
            <a:lvl7pPr algn="l">
              <a:defRPr sz="938" b="0" i="1">
                <a:solidFill>
                  <a:srgbClr val="85441C"/>
                </a:solidFill>
                <a:latin typeface="Lato"/>
                <a:ea typeface="Lato"/>
                <a:cs typeface="Lato"/>
              </a:defRPr>
            </a:lvl7pPr>
            <a:lvl8pPr algn="l">
              <a:defRPr sz="938" b="0" i="1">
                <a:solidFill>
                  <a:srgbClr val="85441C"/>
                </a:solidFill>
                <a:latin typeface="Lato"/>
                <a:ea typeface="Lato"/>
                <a:cs typeface="Lato"/>
              </a:defRPr>
            </a:lvl8pPr>
            <a:lvl9pPr algn="l">
              <a:defRPr sz="938" b="0" i="1">
                <a:solidFill>
                  <a:srgbClr val="85441C"/>
                </a:solidFill>
                <a:latin typeface="Lato"/>
                <a:ea typeface="Lato"/>
                <a:cs typeface="Lato"/>
              </a:defRPr>
            </a:lvl9pPr>
          </a:lstStyle>
          <a:p>
            <a:pPr algn="l">
              <a:defRPr sz="938" b="0" i="1">
                <a:solidFill>
                  <a:srgbClr val="85441C"/>
                </a:solidFill>
                <a:latin typeface="Lato"/>
                <a:ea typeface="Lato"/>
                <a:cs typeface="Lato"/>
              </a:defRPr>
            </a:pPr>
            <a:r>
              <a:rPr sz="938" b="0" i="1">
                <a:solidFill>
                  <a:srgbClr val="85441C"/>
                </a:solidFill>
                <a:latin typeface="Lato"/>
                <a:ea typeface="Lato"/>
                <a:cs typeface="Lato"/>
              </a:rPr>
              <a:t>Ipoteză de validat în pilot</a:t>
            </a:r>
          </a:p>
        </p:txBody>
      </p:sp>
      <p:sp>
        <p:nvSpPr>
          <p:cNvPr id="10" name="cost-buffer">
            <a:extLst>
              <a:ext uri="{FF2B5EF4-FFF2-40B4-BE49-F238E27FC236}">
                <a16:creationId xmlns:a16="http://schemas.microsoft.com/office/drawing/2014/main" id="{41696105-C676-40C1-9B2F-701319465895}"/>
              </a:ext>
            </a:extLst>
          </p:cNvPr>
          <p:cNvSpPr>
            <a:spLocks noGrp="1"/>
          </p:cNvSpPr>
          <p:nvPr/>
        </p:nvSpPr>
        <p:spPr>
          <a:xfrm>
            <a:off x="5353050" y="1259276"/>
            <a:ext cx="1524000" cy="590550"/>
          </a:xfrm>
          <a:prstGeom prst="rect">
            <a:avLst/>
          </a:prstGeom>
          <a:noFill/>
          <a:ln w="0">
            <a:noFill/>
            <a:prstDash val="solid"/>
          </a:ln>
        </p:spPr>
        <p:txBody>
          <a:bodyPr wrap="square" lIns="0" tIns="0" rIns="0" bIns="0" anchor="t">
            <a:normAutofit/>
          </a:bodyPr>
          <a:lstStyle>
            <a:defPPr algn="l">
              <a:defRPr sz="3375" b="0" i="0">
                <a:solidFill>
                  <a:srgbClr val="627356"/>
                </a:solidFill>
                <a:latin typeface="Prata"/>
                <a:ea typeface="Prata"/>
                <a:cs typeface="Prata"/>
              </a:defRPr>
            </a:defPPr>
            <a:lvl1pPr algn="l">
              <a:defRPr sz="3375" b="0" i="0">
                <a:solidFill>
                  <a:srgbClr val="627356"/>
                </a:solidFill>
                <a:latin typeface="Prata"/>
                <a:ea typeface="Prata"/>
                <a:cs typeface="Prata"/>
              </a:defRPr>
            </a:lvl1pPr>
            <a:lvl2pPr algn="l">
              <a:defRPr sz="3375" b="0" i="0">
                <a:solidFill>
                  <a:srgbClr val="627356"/>
                </a:solidFill>
                <a:latin typeface="Prata"/>
                <a:ea typeface="Prata"/>
                <a:cs typeface="Prata"/>
              </a:defRPr>
            </a:lvl2pPr>
            <a:lvl3pPr algn="l">
              <a:defRPr sz="3375" b="0" i="0">
                <a:solidFill>
                  <a:srgbClr val="627356"/>
                </a:solidFill>
                <a:latin typeface="Prata"/>
                <a:ea typeface="Prata"/>
                <a:cs typeface="Prata"/>
              </a:defRPr>
            </a:lvl3pPr>
            <a:lvl4pPr algn="l">
              <a:defRPr sz="3375" b="0" i="0">
                <a:solidFill>
                  <a:srgbClr val="627356"/>
                </a:solidFill>
                <a:latin typeface="Prata"/>
                <a:ea typeface="Prata"/>
                <a:cs typeface="Prata"/>
              </a:defRPr>
            </a:lvl4pPr>
            <a:lvl5pPr algn="l">
              <a:defRPr sz="3375" b="0" i="0">
                <a:solidFill>
                  <a:srgbClr val="627356"/>
                </a:solidFill>
                <a:latin typeface="Prata"/>
                <a:ea typeface="Prata"/>
                <a:cs typeface="Prata"/>
              </a:defRPr>
            </a:lvl5pPr>
            <a:lvl6pPr algn="l">
              <a:defRPr sz="3375" b="0" i="0">
                <a:solidFill>
                  <a:srgbClr val="627356"/>
                </a:solidFill>
                <a:latin typeface="Prata"/>
                <a:ea typeface="Prata"/>
                <a:cs typeface="Prata"/>
              </a:defRPr>
            </a:lvl6pPr>
            <a:lvl7pPr algn="l">
              <a:defRPr sz="3375" b="0" i="0">
                <a:solidFill>
                  <a:srgbClr val="627356"/>
                </a:solidFill>
                <a:latin typeface="Prata"/>
                <a:ea typeface="Prata"/>
                <a:cs typeface="Prata"/>
              </a:defRPr>
            </a:lvl7pPr>
            <a:lvl8pPr algn="l">
              <a:defRPr sz="3375" b="0" i="0">
                <a:solidFill>
                  <a:srgbClr val="627356"/>
                </a:solidFill>
                <a:latin typeface="Prata"/>
                <a:ea typeface="Prata"/>
                <a:cs typeface="Prata"/>
              </a:defRPr>
            </a:lvl8pPr>
            <a:lvl9pPr algn="l">
              <a:defRPr sz="3375" b="0" i="0">
                <a:solidFill>
                  <a:srgbClr val="627356"/>
                </a:solidFill>
                <a:latin typeface="Prata"/>
                <a:ea typeface="Prata"/>
                <a:cs typeface="Prata"/>
              </a:defRPr>
            </a:lvl9pPr>
          </a:lstStyle>
          <a:p>
            <a:pPr algn="l">
              <a:defRPr sz="3375" b="0" i="0">
                <a:solidFill>
                  <a:srgbClr val="627356"/>
                </a:solidFill>
                <a:latin typeface="Prata"/>
                <a:ea typeface="Prata"/>
                <a:cs typeface="Prata"/>
              </a:defRPr>
            </a:pPr>
            <a:r>
              <a:rPr sz="3375" b="0" i="0">
                <a:solidFill>
                  <a:srgbClr val="627356"/>
                </a:solidFill>
                <a:latin typeface="Prata"/>
                <a:ea typeface="Prata"/>
                <a:cs typeface="Prata"/>
              </a:rPr>
              <a:t>10 €</a:t>
            </a:r>
          </a:p>
        </p:txBody>
      </p:sp>
      <p:sp>
        <p:nvSpPr>
          <p:cNvPr id="11" name="cost-buffer-copy">
            <a:extLst>
              <a:ext uri="{FF2B5EF4-FFF2-40B4-BE49-F238E27FC236}">
                <a16:creationId xmlns:a16="http://schemas.microsoft.com/office/drawing/2014/main" id="{BE0D7D35-62A1-4730-A27F-CDD1355A05C8}"/>
              </a:ext>
            </a:extLst>
          </p:cNvPr>
          <p:cNvSpPr>
            <a:spLocks noGrp="1"/>
          </p:cNvSpPr>
          <p:nvPr/>
        </p:nvSpPr>
        <p:spPr>
          <a:xfrm>
            <a:off x="5353050" y="1852258"/>
            <a:ext cx="3429000" cy="552450"/>
          </a:xfrm>
          <a:prstGeom prst="rect">
            <a:avLst/>
          </a:prstGeom>
          <a:noFill/>
          <a:ln w="0">
            <a:noFill/>
            <a:prstDash val="solid"/>
          </a:ln>
        </p:spPr>
        <p:txBody>
          <a:bodyPr wrap="square" lIns="0" tIns="0" rIns="0" bIns="0" anchor="t">
            <a:normAutofit/>
          </a:bodyPr>
          <a:lstStyle>
            <a:defPPr algn="l">
              <a:defRPr sz="1275" b="0" i="0">
                <a:solidFill>
                  <a:srgbClr val="2C2A29"/>
                </a:solidFill>
                <a:latin typeface="Lato"/>
                <a:ea typeface="Lato"/>
                <a:cs typeface="Lato"/>
              </a:defRPr>
            </a:defPPr>
            <a:lvl1pPr algn="l">
              <a:defRPr sz="1275" b="0" i="0">
                <a:solidFill>
                  <a:srgbClr val="2C2A29"/>
                </a:solidFill>
                <a:latin typeface="Lato"/>
                <a:ea typeface="Lato"/>
                <a:cs typeface="Lato"/>
              </a:defRPr>
            </a:lvl1pPr>
            <a:lvl2pPr algn="l">
              <a:defRPr sz="1275" b="0" i="0">
                <a:solidFill>
                  <a:srgbClr val="2C2A29"/>
                </a:solidFill>
                <a:latin typeface="Lato"/>
                <a:ea typeface="Lato"/>
                <a:cs typeface="Lato"/>
              </a:defRPr>
            </a:lvl2pPr>
            <a:lvl3pPr algn="l">
              <a:defRPr sz="1275" b="0" i="0">
                <a:solidFill>
                  <a:srgbClr val="2C2A29"/>
                </a:solidFill>
                <a:latin typeface="Lato"/>
                <a:ea typeface="Lato"/>
                <a:cs typeface="Lato"/>
              </a:defRPr>
            </a:lvl3pPr>
            <a:lvl4pPr algn="l">
              <a:defRPr sz="1275" b="0" i="0">
                <a:solidFill>
                  <a:srgbClr val="2C2A29"/>
                </a:solidFill>
                <a:latin typeface="Lato"/>
                <a:ea typeface="Lato"/>
                <a:cs typeface="Lato"/>
              </a:defRPr>
            </a:lvl4pPr>
            <a:lvl5pPr algn="l">
              <a:defRPr sz="1275" b="0" i="0">
                <a:solidFill>
                  <a:srgbClr val="2C2A29"/>
                </a:solidFill>
                <a:latin typeface="Lato"/>
                <a:ea typeface="Lato"/>
                <a:cs typeface="Lato"/>
              </a:defRPr>
            </a:lvl5pPr>
            <a:lvl6pPr algn="l">
              <a:defRPr sz="1275" b="0" i="0">
                <a:solidFill>
                  <a:srgbClr val="2C2A29"/>
                </a:solidFill>
                <a:latin typeface="Lato"/>
                <a:ea typeface="Lato"/>
                <a:cs typeface="Lato"/>
              </a:defRPr>
            </a:lvl6pPr>
            <a:lvl7pPr algn="l">
              <a:defRPr sz="1275" b="0" i="0">
                <a:solidFill>
                  <a:srgbClr val="2C2A29"/>
                </a:solidFill>
                <a:latin typeface="Lato"/>
                <a:ea typeface="Lato"/>
                <a:cs typeface="Lato"/>
              </a:defRPr>
            </a:lvl7pPr>
            <a:lvl8pPr algn="l">
              <a:defRPr sz="1275" b="0" i="0">
                <a:solidFill>
                  <a:srgbClr val="2C2A29"/>
                </a:solidFill>
                <a:latin typeface="Lato"/>
                <a:ea typeface="Lato"/>
                <a:cs typeface="Lato"/>
              </a:defRPr>
            </a:lvl8pPr>
            <a:lvl9pPr algn="l">
              <a:defRPr sz="1275" b="0" i="0">
                <a:solidFill>
                  <a:srgbClr val="2C2A29"/>
                </a:solidFill>
                <a:latin typeface="Lato"/>
                <a:ea typeface="Lato"/>
                <a:cs typeface="Lato"/>
              </a:defRPr>
            </a:lvl9pPr>
          </a:lstStyle>
          <a:p>
            <a:pPr algn="l">
              <a:defRPr sz="1275" b="0" i="0">
                <a:solidFill>
                  <a:srgbClr val="2C2A29"/>
                </a:solidFill>
                <a:latin typeface="Lato"/>
                <a:ea typeface="Lato"/>
                <a:cs typeface="Lato"/>
              </a:defRPr>
            </a:pPr>
            <a:r>
              <a:rPr sz="1200" b="0" i="0" dirty="0" err="1">
                <a:solidFill>
                  <a:srgbClr val="2C2A29"/>
                </a:solidFill>
                <a:latin typeface="Lato"/>
                <a:ea typeface="Lato"/>
                <a:cs typeface="Lato"/>
              </a:rPr>
              <a:t>buget</a:t>
            </a:r>
            <a:r>
              <a:rPr sz="1200" b="0" i="0" dirty="0">
                <a:solidFill>
                  <a:srgbClr val="2C2A29"/>
                </a:solidFill>
                <a:latin typeface="Lato"/>
                <a:ea typeface="Lato"/>
                <a:cs typeface="Lato"/>
              </a:rPr>
              <a:t> lunar de </a:t>
            </a:r>
            <a:r>
              <a:rPr sz="1200" b="0" i="0" dirty="0" err="1">
                <a:solidFill>
                  <a:srgbClr val="2C2A29"/>
                </a:solidFill>
                <a:latin typeface="Lato"/>
                <a:ea typeface="Lato"/>
                <a:cs typeface="Lato"/>
              </a:rPr>
              <a:t>siguranță</a:t>
            </a:r>
            <a:r>
              <a:rPr sz="1200" b="0" i="0" dirty="0">
                <a:solidFill>
                  <a:srgbClr val="2C2A29"/>
                </a:solidFill>
                <a:latin typeface="Lato"/>
                <a:ea typeface="Lato"/>
                <a:cs typeface="Lato"/>
              </a:rPr>
              <a:t> per restaurant </a:t>
            </a:r>
            <a:r>
              <a:rPr sz="1200" b="0" i="0" dirty="0" err="1">
                <a:solidFill>
                  <a:srgbClr val="2C2A29"/>
                </a:solidFill>
                <a:latin typeface="Lato"/>
                <a:ea typeface="Lato"/>
                <a:cs typeface="Lato"/>
              </a:rPr>
              <a:t>pentru</a:t>
            </a:r>
            <a:r>
              <a:rPr sz="1200" b="0" i="0" dirty="0">
                <a:solidFill>
                  <a:srgbClr val="2C2A29"/>
                </a:solidFill>
                <a:latin typeface="Lato"/>
                <a:ea typeface="Lato"/>
                <a:cs typeface="Lato"/>
              </a:rPr>
              <a:t> </a:t>
            </a:r>
            <a:r>
              <a:rPr sz="1200" b="0" i="0" dirty="0" err="1">
                <a:solidFill>
                  <a:srgbClr val="2C2A29"/>
                </a:solidFill>
                <a:latin typeface="Lato"/>
                <a:ea typeface="Lato"/>
                <a:cs typeface="Lato"/>
              </a:rPr>
              <a:t>infrastructură</a:t>
            </a:r>
            <a:r>
              <a:rPr sz="1200" b="0" i="0" dirty="0">
                <a:solidFill>
                  <a:srgbClr val="2C2A29"/>
                </a:solidFill>
                <a:latin typeface="Lato"/>
                <a:ea typeface="Lato"/>
                <a:cs typeface="Lato"/>
              </a:rPr>
              <a:t> </a:t>
            </a:r>
            <a:r>
              <a:rPr sz="1200" b="0" i="0" dirty="0" err="1">
                <a:solidFill>
                  <a:srgbClr val="2C2A29"/>
                </a:solidFill>
                <a:latin typeface="Lato"/>
                <a:ea typeface="Lato"/>
                <a:cs typeface="Lato"/>
              </a:rPr>
              <a:t>și</a:t>
            </a:r>
            <a:r>
              <a:rPr sz="1200" b="0" i="0" dirty="0">
                <a:solidFill>
                  <a:srgbClr val="2C2A29"/>
                </a:solidFill>
                <a:latin typeface="Lato"/>
                <a:ea typeface="Lato"/>
                <a:cs typeface="Lato"/>
              </a:rPr>
              <a:t> </a:t>
            </a:r>
            <a:r>
              <a:rPr sz="1200" b="0" i="0" dirty="0" err="1">
                <a:solidFill>
                  <a:srgbClr val="2C2A29"/>
                </a:solidFill>
                <a:latin typeface="Lato"/>
                <a:ea typeface="Lato"/>
                <a:cs typeface="Lato"/>
              </a:rPr>
              <a:t>mentenanță</a:t>
            </a:r>
            <a:endParaRPr sz="1200" b="0" i="0" dirty="0">
              <a:solidFill>
                <a:srgbClr val="2C2A29"/>
              </a:solidFill>
              <a:latin typeface="Lato"/>
              <a:ea typeface="Lato"/>
              <a:cs typeface="Lato"/>
            </a:endParaRPr>
          </a:p>
        </p:txBody>
      </p:sp>
      <p:sp>
        <p:nvSpPr>
          <p:cNvPr id="15" name="first-client">
            <a:extLst>
              <a:ext uri="{FF2B5EF4-FFF2-40B4-BE49-F238E27FC236}">
                <a16:creationId xmlns:a16="http://schemas.microsoft.com/office/drawing/2014/main" id="{9900CEC9-34BD-43DF-8582-27E319A8E764}"/>
              </a:ext>
            </a:extLst>
          </p:cNvPr>
          <p:cNvSpPr>
            <a:spLocks noGrp="1"/>
          </p:cNvSpPr>
          <p:nvPr/>
        </p:nvSpPr>
        <p:spPr>
          <a:xfrm>
            <a:off x="666750" y="4133901"/>
            <a:ext cx="5715000" cy="228600"/>
          </a:xfrm>
          <a:prstGeom prst="rect">
            <a:avLst/>
          </a:prstGeom>
          <a:noFill/>
          <a:ln w="0">
            <a:noFill/>
            <a:prstDash val="solid"/>
          </a:ln>
        </p:spPr>
        <p:txBody>
          <a:bodyPr wrap="square" lIns="0" tIns="0" rIns="0" bIns="0" anchor="t">
            <a:normAutofit/>
          </a:bodyPr>
          <a:lstStyle>
            <a:defPPr algn="l">
              <a:defRPr sz="1125" b="1" i="0">
                <a:solidFill>
                  <a:srgbClr val="2C2A29"/>
                </a:solidFill>
                <a:latin typeface="Lato"/>
                <a:ea typeface="Lato"/>
                <a:cs typeface="Lato"/>
              </a:defRPr>
            </a:defPPr>
            <a:lvl1pPr algn="l">
              <a:defRPr sz="1125" b="1" i="0">
                <a:solidFill>
                  <a:srgbClr val="2C2A29"/>
                </a:solidFill>
                <a:latin typeface="Lato"/>
                <a:ea typeface="Lato"/>
                <a:cs typeface="Lato"/>
              </a:defRPr>
            </a:lvl1pPr>
            <a:lvl2pPr algn="l">
              <a:defRPr sz="1125" b="1" i="0">
                <a:solidFill>
                  <a:srgbClr val="2C2A29"/>
                </a:solidFill>
                <a:latin typeface="Lato"/>
                <a:ea typeface="Lato"/>
                <a:cs typeface="Lato"/>
              </a:defRPr>
            </a:lvl2pPr>
            <a:lvl3pPr algn="l">
              <a:defRPr sz="1125" b="1" i="0">
                <a:solidFill>
                  <a:srgbClr val="2C2A29"/>
                </a:solidFill>
                <a:latin typeface="Lato"/>
                <a:ea typeface="Lato"/>
                <a:cs typeface="Lato"/>
              </a:defRPr>
            </a:lvl3pPr>
            <a:lvl4pPr algn="l">
              <a:defRPr sz="1125" b="1" i="0">
                <a:solidFill>
                  <a:srgbClr val="2C2A29"/>
                </a:solidFill>
                <a:latin typeface="Lato"/>
                <a:ea typeface="Lato"/>
                <a:cs typeface="Lato"/>
              </a:defRPr>
            </a:lvl4pPr>
            <a:lvl5pPr algn="l">
              <a:defRPr sz="1125" b="1" i="0">
                <a:solidFill>
                  <a:srgbClr val="2C2A29"/>
                </a:solidFill>
                <a:latin typeface="Lato"/>
                <a:ea typeface="Lato"/>
                <a:cs typeface="Lato"/>
              </a:defRPr>
            </a:lvl5pPr>
            <a:lvl6pPr algn="l">
              <a:defRPr sz="1125" b="1" i="0">
                <a:solidFill>
                  <a:srgbClr val="2C2A29"/>
                </a:solidFill>
                <a:latin typeface="Lato"/>
                <a:ea typeface="Lato"/>
                <a:cs typeface="Lato"/>
              </a:defRPr>
            </a:lvl6pPr>
            <a:lvl7pPr algn="l">
              <a:defRPr sz="1125" b="1" i="0">
                <a:solidFill>
                  <a:srgbClr val="2C2A29"/>
                </a:solidFill>
                <a:latin typeface="Lato"/>
                <a:ea typeface="Lato"/>
                <a:cs typeface="Lato"/>
              </a:defRPr>
            </a:lvl7pPr>
            <a:lvl8pPr algn="l">
              <a:defRPr sz="1125" b="1" i="0">
                <a:solidFill>
                  <a:srgbClr val="2C2A29"/>
                </a:solidFill>
                <a:latin typeface="Lato"/>
                <a:ea typeface="Lato"/>
                <a:cs typeface="Lato"/>
              </a:defRPr>
            </a:lvl8pPr>
            <a:lvl9pPr algn="l">
              <a:defRPr sz="1125" b="1" i="0">
                <a:solidFill>
                  <a:srgbClr val="2C2A29"/>
                </a:solidFill>
                <a:latin typeface="Lato"/>
                <a:ea typeface="Lato"/>
                <a:cs typeface="Lato"/>
              </a:defRPr>
            </a:lvl9pPr>
          </a:lstStyle>
          <a:p>
            <a:pPr algn="l">
              <a:defRPr sz="1125" b="1" i="0">
                <a:solidFill>
                  <a:srgbClr val="2C2A29"/>
                </a:solidFill>
                <a:latin typeface="Lato"/>
                <a:ea typeface="Lato"/>
                <a:cs typeface="Lato"/>
              </a:defRPr>
            </a:pPr>
            <a:r>
              <a:rPr sz="1125" b="1" i="0">
                <a:solidFill>
                  <a:srgbClr val="2C2A29"/>
                </a:solidFill>
                <a:latin typeface="Lato"/>
                <a:ea typeface="Lato"/>
                <a:cs typeface="Lato"/>
              </a:rPr>
              <a:t>PRIMUL CLIENT: restaurant independent din Iași, 60–80 de locuri</a:t>
            </a:r>
          </a:p>
        </p:txBody>
      </p:sp>
      <p:sp>
        <p:nvSpPr>
          <p:cNvPr id="16" name="source-footer">
            <a:extLst>
              <a:ext uri="{FF2B5EF4-FFF2-40B4-BE49-F238E27FC236}">
                <a16:creationId xmlns:a16="http://schemas.microsoft.com/office/drawing/2014/main" id="{47835E05-FC37-404F-812E-2DCD740601A1}"/>
              </a:ext>
            </a:extLst>
          </p:cNvPr>
          <p:cNvSpPr>
            <a:spLocks noGrp="1"/>
          </p:cNvSpPr>
          <p:nvPr/>
        </p:nvSpPr>
        <p:spPr>
          <a:xfrm>
            <a:off x="552450" y="4829175"/>
            <a:ext cx="8048625" cy="171450"/>
          </a:xfrm>
          <a:prstGeom prst="rect">
            <a:avLst/>
          </a:prstGeom>
          <a:noFill/>
          <a:ln w="0">
            <a:noFill/>
            <a:prstDash val="solid"/>
          </a:ln>
        </p:spPr>
        <p:txBody>
          <a:bodyPr wrap="square" lIns="0" tIns="0" rIns="0" bIns="0" anchor="t">
            <a:normAutofit/>
          </a:bodyPr>
          <a:lstStyle>
            <a:defPPr algn="l">
              <a:defRPr sz="788" b="0" i="0">
                <a:solidFill>
                  <a:srgbClr val="5A5855"/>
                </a:solidFill>
                <a:latin typeface="Lato"/>
                <a:ea typeface="Lato"/>
                <a:cs typeface="Lato"/>
              </a:defRPr>
            </a:defPPr>
            <a:lvl1pPr algn="l">
              <a:defRPr sz="788" b="0" i="0">
                <a:solidFill>
                  <a:srgbClr val="5A5855"/>
                </a:solidFill>
                <a:latin typeface="Lato"/>
                <a:ea typeface="Lato"/>
                <a:cs typeface="Lato"/>
              </a:defRPr>
            </a:lvl1pPr>
            <a:lvl2pPr algn="l">
              <a:defRPr sz="788" b="0" i="0">
                <a:solidFill>
                  <a:srgbClr val="5A5855"/>
                </a:solidFill>
                <a:latin typeface="Lato"/>
                <a:ea typeface="Lato"/>
                <a:cs typeface="Lato"/>
              </a:defRPr>
            </a:lvl2pPr>
            <a:lvl3pPr algn="l">
              <a:defRPr sz="788" b="0" i="0">
                <a:solidFill>
                  <a:srgbClr val="5A5855"/>
                </a:solidFill>
                <a:latin typeface="Lato"/>
                <a:ea typeface="Lato"/>
                <a:cs typeface="Lato"/>
              </a:defRPr>
            </a:lvl3pPr>
            <a:lvl4pPr algn="l">
              <a:defRPr sz="788" b="0" i="0">
                <a:solidFill>
                  <a:srgbClr val="5A5855"/>
                </a:solidFill>
                <a:latin typeface="Lato"/>
                <a:ea typeface="Lato"/>
                <a:cs typeface="Lato"/>
              </a:defRPr>
            </a:lvl4pPr>
            <a:lvl5pPr algn="l">
              <a:defRPr sz="788" b="0" i="0">
                <a:solidFill>
                  <a:srgbClr val="5A5855"/>
                </a:solidFill>
                <a:latin typeface="Lato"/>
                <a:ea typeface="Lato"/>
                <a:cs typeface="Lato"/>
              </a:defRPr>
            </a:lvl5pPr>
            <a:lvl6pPr algn="l">
              <a:defRPr sz="788" b="0" i="0">
                <a:solidFill>
                  <a:srgbClr val="5A5855"/>
                </a:solidFill>
                <a:latin typeface="Lato"/>
                <a:ea typeface="Lato"/>
                <a:cs typeface="Lato"/>
              </a:defRPr>
            </a:lvl6pPr>
            <a:lvl7pPr algn="l">
              <a:defRPr sz="788" b="0" i="0">
                <a:solidFill>
                  <a:srgbClr val="5A5855"/>
                </a:solidFill>
                <a:latin typeface="Lato"/>
                <a:ea typeface="Lato"/>
                <a:cs typeface="Lato"/>
              </a:defRPr>
            </a:lvl7pPr>
            <a:lvl8pPr algn="l">
              <a:defRPr sz="788" b="0" i="0">
                <a:solidFill>
                  <a:srgbClr val="5A5855"/>
                </a:solidFill>
                <a:latin typeface="Lato"/>
                <a:ea typeface="Lato"/>
                <a:cs typeface="Lato"/>
              </a:defRPr>
            </a:lvl8pPr>
            <a:lvl9pPr algn="l">
              <a:defRPr sz="788" b="0" i="0">
                <a:solidFill>
                  <a:srgbClr val="5A5855"/>
                </a:solidFill>
                <a:latin typeface="Lato"/>
                <a:ea typeface="Lato"/>
                <a:cs typeface="Lato"/>
              </a:defRPr>
            </a:lvl9pPr>
          </a:lstStyle>
          <a:p>
            <a:pPr algn="l">
              <a:defRPr sz="788" b="0" i="0">
                <a:solidFill>
                  <a:srgbClr val="5A5855"/>
                </a:solidFill>
                <a:latin typeface="Lato"/>
                <a:ea typeface="Lato"/>
                <a:cs typeface="Lato"/>
              </a:defRPr>
            </a:pPr>
            <a:r>
              <a:rPr sz="788" b="0" i="0" dirty="0" err="1">
                <a:solidFill>
                  <a:srgbClr val="5A5855"/>
                </a:solidFill>
                <a:latin typeface="Lato"/>
                <a:ea typeface="Lato"/>
                <a:cs typeface="Lato"/>
              </a:rPr>
              <a:t>Prețul</a:t>
            </a:r>
            <a:r>
              <a:rPr sz="788" b="0" i="0" dirty="0">
                <a:solidFill>
                  <a:srgbClr val="5A5855"/>
                </a:solidFill>
                <a:latin typeface="Lato"/>
                <a:ea typeface="Lato"/>
                <a:cs typeface="Lato"/>
              </a:rPr>
              <a:t>, </a:t>
            </a:r>
            <a:r>
              <a:rPr sz="788" b="0" i="0" dirty="0" err="1">
                <a:solidFill>
                  <a:srgbClr val="5A5855"/>
                </a:solidFill>
                <a:latin typeface="Lato"/>
                <a:ea typeface="Lato"/>
                <a:cs typeface="Lato"/>
              </a:rPr>
              <a:t>pierderea</a:t>
            </a:r>
            <a:r>
              <a:rPr sz="788" b="0" i="0" dirty="0">
                <a:solidFill>
                  <a:srgbClr val="5A5855"/>
                </a:solidFill>
                <a:latin typeface="Lato"/>
                <a:ea typeface="Lato"/>
                <a:cs typeface="Lato"/>
              </a:rPr>
              <a:t> </a:t>
            </a:r>
            <a:r>
              <a:rPr sz="788" b="0" i="0" dirty="0" err="1">
                <a:solidFill>
                  <a:srgbClr val="5A5855"/>
                </a:solidFill>
                <a:latin typeface="Lato"/>
                <a:ea typeface="Lato"/>
                <a:cs typeface="Lato"/>
              </a:rPr>
              <a:t>lunară</a:t>
            </a:r>
            <a:r>
              <a:rPr sz="788" b="0" i="0" dirty="0">
                <a:solidFill>
                  <a:srgbClr val="5A5855"/>
                </a:solidFill>
                <a:latin typeface="Lato"/>
                <a:ea typeface="Lato"/>
                <a:cs typeface="Lato"/>
              </a:rPr>
              <a:t> </a:t>
            </a:r>
            <a:r>
              <a:rPr sz="788" b="0" i="0" dirty="0" err="1">
                <a:solidFill>
                  <a:srgbClr val="5A5855"/>
                </a:solidFill>
                <a:latin typeface="Lato"/>
                <a:ea typeface="Lato"/>
                <a:cs typeface="Lato"/>
              </a:rPr>
              <a:t>și</a:t>
            </a:r>
            <a:r>
              <a:rPr sz="788" b="0" i="0" dirty="0">
                <a:solidFill>
                  <a:srgbClr val="5A5855"/>
                </a:solidFill>
                <a:latin typeface="Lato"/>
                <a:ea typeface="Lato"/>
                <a:cs typeface="Lato"/>
              </a:rPr>
              <a:t> </a:t>
            </a:r>
            <a:r>
              <a:rPr sz="788" b="0" i="0" dirty="0" err="1">
                <a:solidFill>
                  <a:srgbClr val="5A5855"/>
                </a:solidFill>
                <a:latin typeface="Lato"/>
                <a:ea typeface="Lato"/>
                <a:cs typeface="Lato"/>
              </a:rPr>
              <a:t>costurile</a:t>
            </a:r>
            <a:r>
              <a:rPr sz="788" b="0" i="0" dirty="0">
                <a:solidFill>
                  <a:srgbClr val="5A5855"/>
                </a:solidFill>
                <a:latin typeface="Lato"/>
                <a:ea typeface="Lato"/>
                <a:cs typeface="Lato"/>
              </a:rPr>
              <a:t> sunt </a:t>
            </a:r>
            <a:r>
              <a:rPr sz="788" b="0" i="0" dirty="0" err="1">
                <a:solidFill>
                  <a:srgbClr val="5A5855"/>
                </a:solidFill>
                <a:latin typeface="Lato"/>
                <a:ea typeface="Lato"/>
                <a:cs typeface="Lato"/>
              </a:rPr>
              <a:t>ipoteze</a:t>
            </a:r>
            <a:r>
              <a:rPr sz="788" b="0" i="0" dirty="0">
                <a:solidFill>
                  <a:srgbClr val="5A5855"/>
                </a:solidFill>
                <a:latin typeface="Lato"/>
                <a:ea typeface="Lato"/>
                <a:cs typeface="Lato"/>
              </a:rPr>
              <a:t> </a:t>
            </a:r>
            <a:r>
              <a:rPr sz="788" b="0" i="0" dirty="0" err="1">
                <a:solidFill>
                  <a:srgbClr val="5A5855"/>
                </a:solidFill>
                <a:latin typeface="Lato"/>
                <a:ea typeface="Lato"/>
                <a:cs typeface="Lato"/>
              </a:rPr>
              <a:t>WiseEat</a:t>
            </a:r>
            <a:r>
              <a:rPr sz="788" b="0" i="0" dirty="0">
                <a:solidFill>
                  <a:srgbClr val="5A5855"/>
                </a:solidFill>
                <a:latin typeface="Lato"/>
                <a:ea typeface="Lato"/>
                <a:cs typeface="Lato"/>
              </a:rPr>
              <a:t> </a:t>
            </a:r>
            <a:r>
              <a:rPr sz="788" b="0" i="0" dirty="0" err="1">
                <a:solidFill>
                  <a:srgbClr val="5A5855"/>
                </a:solidFill>
                <a:latin typeface="Lato"/>
                <a:ea typeface="Lato"/>
                <a:cs typeface="Lato"/>
              </a:rPr>
              <a:t>pentru</a:t>
            </a:r>
            <a:r>
              <a:rPr sz="788" b="0" i="0" dirty="0">
                <a:solidFill>
                  <a:srgbClr val="5A5855"/>
                </a:solidFill>
                <a:latin typeface="Lato"/>
                <a:ea typeface="Lato"/>
                <a:cs typeface="Lato"/>
              </a:rPr>
              <a:t> </a:t>
            </a:r>
            <a:r>
              <a:rPr sz="788" b="0" i="0" dirty="0" err="1">
                <a:solidFill>
                  <a:srgbClr val="5A5855"/>
                </a:solidFill>
                <a:latin typeface="Lato"/>
                <a:ea typeface="Lato"/>
                <a:cs typeface="Lato"/>
              </a:rPr>
              <a:t>validare</a:t>
            </a:r>
            <a:r>
              <a:rPr sz="788" b="0" i="0" dirty="0">
                <a:solidFill>
                  <a:srgbClr val="5A5855"/>
                </a:solidFill>
                <a:latin typeface="Lato"/>
                <a:ea typeface="Lato"/>
                <a:cs typeface="Lato"/>
              </a:rPr>
              <a:t> </a:t>
            </a:r>
            <a:r>
              <a:rPr sz="788" b="0" i="0" dirty="0" err="1">
                <a:solidFill>
                  <a:srgbClr val="5A5855"/>
                </a:solidFill>
                <a:latin typeface="Lato"/>
                <a:ea typeface="Lato"/>
                <a:cs typeface="Lato"/>
              </a:rPr>
              <a:t>în</a:t>
            </a:r>
            <a:r>
              <a:rPr sz="788" b="0" i="0" dirty="0">
                <a:solidFill>
                  <a:srgbClr val="5A5855"/>
                </a:solidFill>
                <a:latin typeface="Lato"/>
                <a:ea typeface="Lato"/>
                <a:cs typeface="Lato"/>
              </a:rPr>
              <a:t> pilot, 2026.</a:t>
            </a:r>
          </a:p>
        </p:txBody>
      </p:sp>
    </p:spTree>
    <p:extLst>
      <p:ext uri="{BB962C8B-B14F-4D97-AF65-F5344CB8AC3E}">
        <p14:creationId xmlns:p14="http://schemas.microsoft.com/office/powerpoint/2010/main" val="185601486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Picture 20">
            <a:extLst>
              <a:ext uri="{FF2B5EF4-FFF2-40B4-BE49-F238E27FC236}">
                <a16:creationId xmlns:a16="http://schemas.microsoft.com/office/drawing/2014/main" id="{D8DDBCFF-2940-41A4-B355-3573AB5BCBD9}"/>
              </a:ext>
            </a:extLst>
          </p:cNvPr>
          <p:cNvPicPr>
            <a:picLocks noChangeAspect="1"/>
          </p:cNvPicPr>
          <p:nvPr/>
        </p:nvPicPr>
        <p:blipFill>
          <a:blip r:embed="rId3" cstate="screen">
            <a:extLst>
              <a:ext uri="{28A0092B-C50C-407E-A947-70E740481C1C}">
                <a14:useLocalDpi xmlns:a14="http://schemas.microsoft.com/office/drawing/2010/main"/>
              </a:ext>
            </a:extLst>
          </a:blip>
          <a:srcRect/>
          <a:stretch>
            <a:fillRect/>
          </a:stretch>
        </p:blipFill>
        <p:spPr>
          <a:xfrm>
            <a:off x="0" y="0"/>
            <a:ext cx="9144000" cy="5143500"/>
          </a:xfrm>
          <a:prstGeom prst="rect">
            <a:avLst/>
          </a:prstGeom>
        </p:spPr>
      </p:pic>
      <p:sp>
        <p:nvSpPr>
          <p:cNvPr id="2" name="slide-8-title">
            <a:extLst>
              <a:ext uri="{FF2B5EF4-FFF2-40B4-BE49-F238E27FC236}">
                <a16:creationId xmlns:a16="http://schemas.microsoft.com/office/drawing/2014/main" id="{7AA2D131-CA27-4CA3-B15E-2D2027FF5620}"/>
              </a:ext>
            </a:extLst>
          </p:cNvPr>
          <p:cNvSpPr>
            <a:spLocks noGrp="1"/>
          </p:cNvSpPr>
          <p:nvPr/>
        </p:nvSpPr>
        <p:spPr>
          <a:xfrm>
            <a:off x="552450" y="323850"/>
            <a:ext cx="7239000" cy="514350"/>
          </a:xfrm>
          <a:prstGeom prst="rect">
            <a:avLst/>
          </a:prstGeom>
          <a:noFill/>
          <a:ln w="0">
            <a:noFill/>
            <a:prstDash val="solid"/>
          </a:ln>
        </p:spPr>
        <p:txBody>
          <a:bodyPr wrap="square" lIns="0" tIns="0" rIns="0" bIns="0" anchor="t">
            <a:normAutofit/>
          </a:bodyPr>
          <a:lstStyle>
            <a:defPPr algn="l">
              <a:defRPr sz="2550" b="0" i="0">
                <a:solidFill>
                  <a:srgbClr val="2C2A29"/>
                </a:solidFill>
                <a:latin typeface="Prata"/>
                <a:ea typeface="Prata"/>
                <a:cs typeface="Prata"/>
              </a:defRPr>
            </a:defPPr>
            <a:lvl1pPr algn="l">
              <a:defRPr sz="2550" b="0" i="0">
                <a:solidFill>
                  <a:srgbClr val="2C2A29"/>
                </a:solidFill>
                <a:latin typeface="Prata"/>
                <a:ea typeface="Prata"/>
                <a:cs typeface="Prata"/>
              </a:defRPr>
            </a:lvl1pPr>
            <a:lvl2pPr algn="l">
              <a:defRPr sz="2550" b="0" i="0">
                <a:solidFill>
                  <a:srgbClr val="2C2A29"/>
                </a:solidFill>
                <a:latin typeface="Prata"/>
                <a:ea typeface="Prata"/>
                <a:cs typeface="Prata"/>
              </a:defRPr>
            </a:lvl2pPr>
            <a:lvl3pPr algn="l">
              <a:defRPr sz="2550" b="0" i="0">
                <a:solidFill>
                  <a:srgbClr val="2C2A29"/>
                </a:solidFill>
                <a:latin typeface="Prata"/>
                <a:ea typeface="Prata"/>
                <a:cs typeface="Prata"/>
              </a:defRPr>
            </a:lvl3pPr>
            <a:lvl4pPr algn="l">
              <a:defRPr sz="2550" b="0" i="0">
                <a:solidFill>
                  <a:srgbClr val="2C2A29"/>
                </a:solidFill>
                <a:latin typeface="Prata"/>
                <a:ea typeface="Prata"/>
                <a:cs typeface="Prata"/>
              </a:defRPr>
            </a:lvl4pPr>
            <a:lvl5pPr algn="l">
              <a:defRPr sz="2550" b="0" i="0">
                <a:solidFill>
                  <a:srgbClr val="2C2A29"/>
                </a:solidFill>
                <a:latin typeface="Prata"/>
                <a:ea typeface="Prata"/>
                <a:cs typeface="Prata"/>
              </a:defRPr>
            </a:lvl5pPr>
            <a:lvl6pPr algn="l">
              <a:defRPr sz="2550" b="0" i="0">
                <a:solidFill>
                  <a:srgbClr val="2C2A29"/>
                </a:solidFill>
                <a:latin typeface="Prata"/>
                <a:ea typeface="Prata"/>
                <a:cs typeface="Prata"/>
              </a:defRPr>
            </a:lvl6pPr>
            <a:lvl7pPr algn="l">
              <a:defRPr sz="2550" b="0" i="0">
                <a:solidFill>
                  <a:srgbClr val="2C2A29"/>
                </a:solidFill>
                <a:latin typeface="Prata"/>
                <a:ea typeface="Prata"/>
                <a:cs typeface="Prata"/>
              </a:defRPr>
            </a:lvl7pPr>
            <a:lvl8pPr algn="l">
              <a:defRPr sz="2550" b="0" i="0">
                <a:solidFill>
                  <a:srgbClr val="2C2A29"/>
                </a:solidFill>
                <a:latin typeface="Prata"/>
                <a:ea typeface="Prata"/>
                <a:cs typeface="Prata"/>
              </a:defRPr>
            </a:lvl8pPr>
            <a:lvl9pPr algn="l">
              <a:defRPr sz="2550" b="0" i="0">
                <a:solidFill>
                  <a:srgbClr val="2C2A29"/>
                </a:solidFill>
                <a:latin typeface="Prata"/>
                <a:ea typeface="Prata"/>
                <a:cs typeface="Prata"/>
              </a:defRPr>
            </a:lvl9pPr>
          </a:lstStyle>
          <a:p>
            <a:pPr algn="l">
              <a:defRPr sz="2550" b="0" i="0">
                <a:solidFill>
                  <a:srgbClr val="2C2A29"/>
                </a:solidFill>
                <a:latin typeface="Prata"/>
                <a:ea typeface="Prata"/>
                <a:cs typeface="Prata"/>
              </a:defRPr>
            </a:pPr>
            <a:r>
              <a:rPr sz="2550" b="1" i="0" dirty="0" err="1">
                <a:solidFill>
                  <a:srgbClr val="2C2A29"/>
                </a:solidFill>
                <a:latin typeface="Baghdad" pitchFamily="2" charset="-78"/>
                <a:cs typeface="Baghdad" pitchFamily="2" charset="-78"/>
              </a:rPr>
              <a:t>Piața</a:t>
            </a:r>
            <a:r>
              <a:rPr sz="2550" b="1" i="0" dirty="0">
                <a:solidFill>
                  <a:srgbClr val="2C2A29"/>
                </a:solidFill>
                <a:latin typeface="Baghdad" pitchFamily="2" charset="-78"/>
                <a:cs typeface="Baghdad" pitchFamily="2" charset="-78"/>
              </a:rPr>
              <a:t> </a:t>
            </a:r>
            <a:r>
              <a:rPr sz="2550" b="1" i="0" dirty="0" err="1">
                <a:solidFill>
                  <a:srgbClr val="2C2A29"/>
                </a:solidFill>
                <a:latin typeface="Baghdad" pitchFamily="2" charset="-78"/>
                <a:cs typeface="Baghdad" pitchFamily="2" charset="-78"/>
              </a:rPr>
              <a:t>WiseEat</a:t>
            </a:r>
            <a:r>
              <a:rPr sz="2550" b="1" i="0" dirty="0">
                <a:solidFill>
                  <a:srgbClr val="2C2A29"/>
                </a:solidFill>
                <a:latin typeface="Baghdad" pitchFamily="2" charset="-78"/>
                <a:cs typeface="Baghdad" pitchFamily="2" charset="-78"/>
              </a:rPr>
              <a:t> </a:t>
            </a:r>
            <a:r>
              <a:rPr sz="2550" b="1" i="0" dirty="0" err="1">
                <a:solidFill>
                  <a:srgbClr val="2C2A29"/>
                </a:solidFill>
                <a:latin typeface="Baghdad" pitchFamily="2" charset="-78"/>
                <a:cs typeface="Baghdad" pitchFamily="2" charset="-78"/>
              </a:rPr>
              <a:t>în</a:t>
            </a:r>
            <a:r>
              <a:rPr sz="2550" b="1" i="0" dirty="0">
                <a:solidFill>
                  <a:srgbClr val="2C2A29"/>
                </a:solidFill>
                <a:latin typeface="Baghdad" pitchFamily="2" charset="-78"/>
                <a:cs typeface="Baghdad" pitchFamily="2" charset="-78"/>
              </a:rPr>
              <a:t> </a:t>
            </a:r>
            <a:r>
              <a:rPr sz="2550" b="1" i="0" dirty="0" err="1">
                <a:solidFill>
                  <a:srgbClr val="2C2A29"/>
                </a:solidFill>
                <a:latin typeface="Baghdad" pitchFamily="2" charset="-78"/>
                <a:cs typeface="Baghdad" pitchFamily="2" charset="-78"/>
              </a:rPr>
              <a:t>Iași</a:t>
            </a:r>
            <a:endParaRPr sz="2550" b="1" i="0" dirty="0">
              <a:solidFill>
                <a:srgbClr val="2C2A29"/>
              </a:solidFill>
              <a:latin typeface="Baghdad" pitchFamily="2" charset="-78"/>
              <a:cs typeface="Baghdad" pitchFamily="2" charset="-78"/>
            </a:endParaRPr>
          </a:p>
        </p:txBody>
      </p:sp>
      <p:sp>
        <p:nvSpPr>
          <p:cNvPr id="3" name="slide-8-number">
            <a:extLst>
              <a:ext uri="{FF2B5EF4-FFF2-40B4-BE49-F238E27FC236}">
                <a16:creationId xmlns:a16="http://schemas.microsoft.com/office/drawing/2014/main" id="{A0D6C590-3D9C-4FEF-A5B2-3E4335E3172F}"/>
              </a:ext>
            </a:extLst>
          </p:cNvPr>
          <p:cNvSpPr>
            <a:spLocks noGrp="1"/>
          </p:cNvSpPr>
          <p:nvPr/>
        </p:nvSpPr>
        <p:spPr>
          <a:xfrm>
            <a:off x="8305800" y="323850"/>
            <a:ext cx="361950" cy="228600"/>
          </a:xfrm>
          <a:prstGeom prst="rect">
            <a:avLst/>
          </a:prstGeom>
          <a:noFill/>
          <a:ln w="0">
            <a:noFill/>
            <a:prstDash val="solid"/>
          </a:ln>
        </p:spPr>
        <p:txBody>
          <a:bodyPr wrap="square" lIns="0" tIns="0" rIns="0" bIns="0" anchor="t">
            <a:normAutofit/>
          </a:bodyPr>
          <a:lstStyle>
            <a:defPPr algn="r">
              <a:defRPr sz="975" b="0" i="0">
                <a:solidFill>
                  <a:srgbClr val="627356"/>
                </a:solidFill>
                <a:latin typeface="Prata"/>
                <a:ea typeface="Prata"/>
                <a:cs typeface="Prata"/>
              </a:defRPr>
            </a:defPPr>
            <a:lvl1pPr algn="r">
              <a:defRPr sz="975" b="0" i="0">
                <a:solidFill>
                  <a:srgbClr val="627356"/>
                </a:solidFill>
                <a:latin typeface="Prata"/>
                <a:ea typeface="Prata"/>
                <a:cs typeface="Prata"/>
              </a:defRPr>
            </a:lvl1pPr>
            <a:lvl2pPr algn="r">
              <a:defRPr sz="975" b="0" i="0">
                <a:solidFill>
                  <a:srgbClr val="627356"/>
                </a:solidFill>
                <a:latin typeface="Prata"/>
                <a:ea typeface="Prata"/>
                <a:cs typeface="Prata"/>
              </a:defRPr>
            </a:lvl2pPr>
            <a:lvl3pPr algn="r">
              <a:defRPr sz="975" b="0" i="0">
                <a:solidFill>
                  <a:srgbClr val="627356"/>
                </a:solidFill>
                <a:latin typeface="Prata"/>
                <a:ea typeface="Prata"/>
                <a:cs typeface="Prata"/>
              </a:defRPr>
            </a:lvl3pPr>
            <a:lvl4pPr algn="r">
              <a:defRPr sz="975" b="0" i="0">
                <a:solidFill>
                  <a:srgbClr val="627356"/>
                </a:solidFill>
                <a:latin typeface="Prata"/>
                <a:ea typeface="Prata"/>
                <a:cs typeface="Prata"/>
              </a:defRPr>
            </a:lvl4pPr>
            <a:lvl5pPr algn="r">
              <a:defRPr sz="975" b="0" i="0">
                <a:solidFill>
                  <a:srgbClr val="627356"/>
                </a:solidFill>
                <a:latin typeface="Prata"/>
                <a:ea typeface="Prata"/>
                <a:cs typeface="Prata"/>
              </a:defRPr>
            </a:lvl5pPr>
            <a:lvl6pPr algn="r">
              <a:defRPr sz="975" b="0" i="0">
                <a:solidFill>
                  <a:srgbClr val="627356"/>
                </a:solidFill>
                <a:latin typeface="Prata"/>
                <a:ea typeface="Prata"/>
                <a:cs typeface="Prata"/>
              </a:defRPr>
            </a:lvl6pPr>
            <a:lvl7pPr algn="r">
              <a:defRPr sz="975" b="0" i="0">
                <a:solidFill>
                  <a:srgbClr val="627356"/>
                </a:solidFill>
                <a:latin typeface="Prata"/>
                <a:ea typeface="Prata"/>
                <a:cs typeface="Prata"/>
              </a:defRPr>
            </a:lvl7pPr>
            <a:lvl8pPr algn="r">
              <a:defRPr sz="975" b="0" i="0">
                <a:solidFill>
                  <a:srgbClr val="627356"/>
                </a:solidFill>
                <a:latin typeface="Prata"/>
                <a:ea typeface="Prata"/>
                <a:cs typeface="Prata"/>
              </a:defRPr>
            </a:lvl8pPr>
            <a:lvl9pPr algn="r">
              <a:defRPr sz="975" b="0" i="0">
                <a:solidFill>
                  <a:srgbClr val="627356"/>
                </a:solidFill>
                <a:latin typeface="Prata"/>
                <a:ea typeface="Prata"/>
                <a:cs typeface="Prata"/>
              </a:defRPr>
            </a:lvl9pPr>
          </a:lstStyle>
          <a:p>
            <a:pPr algn="r">
              <a:defRPr sz="975" b="0" i="0">
                <a:solidFill>
                  <a:srgbClr val="627356"/>
                </a:solidFill>
                <a:latin typeface="Prata"/>
                <a:ea typeface="Prata"/>
                <a:cs typeface="Prata"/>
              </a:defRPr>
            </a:pPr>
            <a:r>
              <a:rPr sz="975" b="0" i="0">
                <a:solidFill>
                  <a:srgbClr val="627356"/>
                </a:solidFill>
                <a:latin typeface="Prata"/>
                <a:ea typeface="Prata"/>
                <a:cs typeface="Prata"/>
              </a:rPr>
              <a:t>08</a:t>
            </a:r>
          </a:p>
        </p:txBody>
      </p:sp>
      <p:pic>
        <p:nvPicPr>
          <p:cNvPr id="4" name="Picture 3">
            <a:extLst>
              <a:ext uri="{FF2B5EF4-FFF2-40B4-BE49-F238E27FC236}">
                <a16:creationId xmlns:a16="http://schemas.microsoft.com/office/drawing/2014/main" id="{19B4B41C-09FD-4014-9E86-6B4EC0EC8F03}"/>
              </a:ext>
            </a:extLst>
          </p:cNvPr>
          <p:cNvPicPr>
            <a:picLocks noChangeAspect="1"/>
          </p:cNvPicPr>
          <p:nvPr/>
        </p:nvPicPr>
        <p:blipFill>
          <a:blip r:embed="rId4" cstate="screen">
            <a:extLst>
              <a:ext uri="{28A0092B-C50C-407E-A947-70E740481C1C}">
                <a14:useLocalDpi xmlns:a14="http://schemas.microsoft.com/office/drawing/2010/main"/>
              </a:ext>
            </a:extLst>
          </a:blip>
          <a:stretch/>
        </p:blipFill>
        <p:spPr>
          <a:xfrm>
            <a:off x="8191500" y="363039"/>
            <a:ext cx="685800" cy="1121773"/>
          </a:xfrm>
          <a:prstGeom prst="rect">
            <a:avLst/>
          </a:prstGeom>
        </p:spPr>
      </p:pic>
      <p:sp>
        <p:nvSpPr>
          <p:cNvPr id="5" name="market-number-0">
            <a:extLst>
              <a:ext uri="{FF2B5EF4-FFF2-40B4-BE49-F238E27FC236}">
                <a16:creationId xmlns:a16="http://schemas.microsoft.com/office/drawing/2014/main" id="{6EAD6962-D3CD-46CA-8CCF-8B7E313740FB}"/>
              </a:ext>
            </a:extLst>
          </p:cNvPr>
          <p:cNvSpPr>
            <a:spLocks noGrp="1"/>
          </p:cNvSpPr>
          <p:nvPr/>
        </p:nvSpPr>
        <p:spPr>
          <a:xfrm>
            <a:off x="552450" y="1123950"/>
            <a:ext cx="2381250" cy="619125"/>
          </a:xfrm>
          <a:prstGeom prst="rect">
            <a:avLst/>
          </a:prstGeom>
          <a:noFill/>
          <a:ln w="0">
            <a:noFill/>
            <a:prstDash val="solid"/>
          </a:ln>
        </p:spPr>
        <p:txBody>
          <a:bodyPr wrap="square" lIns="0" tIns="0" rIns="0" bIns="0" anchor="t">
            <a:normAutofit/>
          </a:bodyPr>
          <a:lstStyle>
            <a:defPPr algn="ctr">
              <a:defRPr sz="3450" b="0" i="0">
                <a:solidFill>
                  <a:srgbClr val="627356"/>
                </a:solidFill>
                <a:latin typeface="Prata"/>
                <a:ea typeface="Prata"/>
                <a:cs typeface="Prata"/>
              </a:defRPr>
            </a:defPPr>
            <a:lvl1pPr algn="ctr">
              <a:defRPr sz="3450" b="0" i="0">
                <a:solidFill>
                  <a:srgbClr val="627356"/>
                </a:solidFill>
                <a:latin typeface="Prata"/>
                <a:ea typeface="Prata"/>
                <a:cs typeface="Prata"/>
              </a:defRPr>
            </a:lvl1pPr>
            <a:lvl2pPr algn="ctr">
              <a:defRPr sz="3450" b="0" i="0">
                <a:solidFill>
                  <a:srgbClr val="627356"/>
                </a:solidFill>
                <a:latin typeface="Prata"/>
                <a:ea typeface="Prata"/>
                <a:cs typeface="Prata"/>
              </a:defRPr>
            </a:lvl2pPr>
            <a:lvl3pPr algn="ctr">
              <a:defRPr sz="3450" b="0" i="0">
                <a:solidFill>
                  <a:srgbClr val="627356"/>
                </a:solidFill>
                <a:latin typeface="Prata"/>
                <a:ea typeface="Prata"/>
                <a:cs typeface="Prata"/>
              </a:defRPr>
            </a:lvl3pPr>
            <a:lvl4pPr algn="ctr">
              <a:defRPr sz="3450" b="0" i="0">
                <a:solidFill>
                  <a:srgbClr val="627356"/>
                </a:solidFill>
                <a:latin typeface="Prata"/>
                <a:ea typeface="Prata"/>
                <a:cs typeface="Prata"/>
              </a:defRPr>
            </a:lvl4pPr>
            <a:lvl5pPr algn="ctr">
              <a:defRPr sz="3450" b="0" i="0">
                <a:solidFill>
                  <a:srgbClr val="627356"/>
                </a:solidFill>
                <a:latin typeface="Prata"/>
                <a:ea typeface="Prata"/>
                <a:cs typeface="Prata"/>
              </a:defRPr>
            </a:lvl5pPr>
            <a:lvl6pPr algn="ctr">
              <a:defRPr sz="3450" b="0" i="0">
                <a:solidFill>
                  <a:srgbClr val="627356"/>
                </a:solidFill>
                <a:latin typeface="Prata"/>
                <a:ea typeface="Prata"/>
                <a:cs typeface="Prata"/>
              </a:defRPr>
            </a:lvl6pPr>
            <a:lvl7pPr algn="ctr">
              <a:defRPr sz="3450" b="0" i="0">
                <a:solidFill>
                  <a:srgbClr val="627356"/>
                </a:solidFill>
                <a:latin typeface="Prata"/>
                <a:ea typeface="Prata"/>
                <a:cs typeface="Prata"/>
              </a:defRPr>
            </a:lvl7pPr>
            <a:lvl8pPr algn="ctr">
              <a:defRPr sz="3450" b="0" i="0">
                <a:solidFill>
                  <a:srgbClr val="627356"/>
                </a:solidFill>
                <a:latin typeface="Prata"/>
                <a:ea typeface="Prata"/>
                <a:cs typeface="Prata"/>
              </a:defRPr>
            </a:lvl8pPr>
            <a:lvl9pPr algn="ctr">
              <a:defRPr sz="3450" b="0" i="0">
                <a:solidFill>
                  <a:srgbClr val="627356"/>
                </a:solidFill>
                <a:latin typeface="Prata"/>
                <a:ea typeface="Prata"/>
                <a:cs typeface="Prata"/>
              </a:defRPr>
            </a:lvl9pPr>
          </a:lstStyle>
          <a:p>
            <a:pPr algn="ctr">
              <a:defRPr sz="3450" b="0" i="0">
                <a:solidFill>
                  <a:srgbClr val="627356"/>
                </a:solidFill>
                <a:latin typeface="Prata"/>
                <a:ea typeface="Prata"/>
                <a:cs typeface="Prata"/>
              </a:defRPr>
            </a:pPr>
            <a:r>
              <a:rPr sz="3450" b="0" i="0">
                <a:solidFill>
                  <a:srgbClr val="627356"/>
                </a:solidFill>
                <a:latin typeface="Prata"/>
                <a:ea typeface="Prata"/>
                <a:cs typeface="Prata"/>
              </a:rPr>
              <a:t>400</a:t>
            </a:r>
          </a:p>
        </p:txBody>
      </p:sp>
      <p:sp>
        <p:nvSpPr>
          <p:cNvPr id="6" name="market-label-0">
            <a:extLst>
              <a:ext uri="{FF2B5EF4-FFF2-40B4-BE49-F238E27FC236}">
                <a16:creationId xmlns:a16="http://schemas.microsoft.com/office/drawing/2014/main" id="{C0B2B73A-CC44-4FC8-9925-214879AEBBE7}"/>
              </a:ext>
            </a:extLst>
          </p:cNvPr>
          <p:cNvSpPr>
            <a:spLocks noGrp="1"/>
          </p:cNvSpPr>
          <p:nvPr/>
        </p:nvSpPr>
        <p:spPr>
          <a:xfrm>
            <a:off x="552450" y="1790700"/>
            <a:ext cx="2381250" cy="476250"/>
          </a:xfrm>
          <a:prstGeom prst="rect">
            <a:avLst/>
          </a:prstGeom>
          <a:noFill/>
          <a:ln w="0">
            <a:noFill/>
            <a:prstDash val="solid"/>
          </a:ln>
        </p:spPr>
        <p:txBody>
          <a:bodyPr wrap="square" lIns="0" tIns="0" rIns="0" bIns="0" anchor="t">
            <a:normAutofit/>
          </a:bodyPr>
          <a:lstStyle>
            <a:defPPr algn="ctr">
              <a:defRPr sz="1125" b="0" i="0">
                <a:solidFill>
                  <a:srgbClr val="2C2A29"/>
                </a:solidFill>
                <a:latin typeface="Lato"/>
                <a:ea typeface="Lato"/>
                <a:cs typeface="Lato"/>
              </a:defRPr>
            </a:defPPr>
            <a:lvl1pPr algn="ctr">
              <a:defRPr sz="1125" b="0" i="0">
                <a:solidFill>
                  <a:srgbClr val="2C2A29"/>
                </a:solidFill>
                <a:latin typeface="Lato"/>
                <a:ea typeface="Lato"/>
                <a:cs typeface="Lato"/>
              </a:defRPr>
            </a:lvl1pPr>
            <a:lvl2pPr algn="ctr">
              <a:defRPr sz="1125" b="0" i="0">
                <a:solidFill>
                  <a:srgbClr val="2C2A29"/>
                </a:solidFill>
                <a:latin typeface="Lato"/>
                <a:ea typeface="Lato"/>
                <a:cs typeface="Lato"/>
              </a:defRPr>
            </a:lvl2pPr>
            <a:lvl3pPr algn="ctr">
              <a:defRPr sz="1125" b="0" i="0">
                <a:solidFill>
                  <a:srgbClr val="2C2A29"/>
                </a:solidFill>
                <a:latin typeface="Lato"/>
                <a:ea typeface="Lato"/>
                <a:cs typeface="Lato"/>
              </a:defRPr>
            </a:lvl3pPr>
            <a:lvl4pPr algn="ctr">
              <a:defRPr sz="1125" b="0" i="0">
                <a:solidFill>
                  <a:srgbClr val="2C2A29"/>
                </a:solidFill>
                <a:latin typeface="Lato"/>
                <a:ea typeface="Lato"/>
                <a:cs typeface="Lato"/>
              </a:defRPr>
            </a:lvl4pPr>
            <a:lvl5pPr algn="ctr">
              <a:defRPr sz="1125" b="0" i="0">
                <a:solidFill>
                  <a:srgbClr val="2C2A29"/>
                </a:solidFill>
                <a:latin typeface="Lato"/>
                <a:ea typeface="Lato"/>
                <a:cs typeface="Lato"/>
              </a:defRPr>
            </a:lvl5pPr>
            <a:lvl6pPr algn="ctr">
              <a:defRPr sz="1125" b="0" i="0">
                <a:solidFill>
                  <a:srgbClr val="2C2A29"/>
                </a:solidFill>
                <a:latin typeface="Lato"/>
                <a:ea typeface="Lato"/>
                <a:cs typeface="Lato"/>
              </a:defRPr>
            </a:lvl6pPr>
            <a:lvl7pPr algn="ctr">
              <a:defRPr sz="1125" b="0" i="0">
                <a:solidFill>
                  <a:srgbClr val="2C2A29"/>
                </a:solidFill>
                <a:latin typeface="Lato"/>
                <a:ea typeface="Lato"/>
                <a:cs typeface="Lato"/>
              </a:defRPr>
            </a:lvl7pPr>
            <a:lvl8pPr algn="ctr">
              <a:defRPr sz="1125" b="0" i="0">
                <a:solidFill>
                  <a:srgbClr val="2C2A29"/>
                </a:solidFill>
                <a:latin typeface="Lato"/>
                <a:ea typeface="Lato"/>
                <a:cs typeface="Lato"/>
              </a:defRPr>
            </a:lvl8pPr>
            <a:lvl9pPr algn="ctr">
              <a:defRPr sz="1125" b="0" i="0">
                <a:solidFill>
                  <a:srgbClr val="2C2A29"/>
                </a:solidFill>
                <a:latin typeface="Lato"/>
                <a:ea typeface="Lato"/>
                <a:cs typeface="Lato"/>
              </a:defRPr>
            </a:lvl9pPr>
          </a:lstStyle>
          <a:p>
            <a:pPr algn="ctr">
              <a:defRPr sz="1125" b="0" i="0">
                <a:solidFill>
                  <a:srgbClr val="2C2A29"/>
                </a:solidFill>
                <a:latin typeface="Lato"/>
                <a:ea typeface="Lato"/>
                <a:cs typeface="Lato"/>
              </a:defRPr>
            </a:pPr>
            <a:r>
              <a:rPr sz="1125" b="0" i="0">
                <a:solidFill>
                  <a:srgbClr val="2C2A29"/>
                </a:solidFill>
                <a:latin typeface="Lato"/>
                <a:ea typeface="Lato"/>
                <a:cs typeface="Lato"/>
              </a:rPr>
              <a:t>firme active în alimentație publică</a:t>
            </a:r>
          </a:p>
          <a:p>
            <a:pPr algn="ctr">
              <a:defRPr sz="1125" b="0" i="0">
                <a:solidFill>
                  <a:srgbClr val="2C2A29"/>
                </a:solidFill>
                <a:latin typeface="Lato"/>
                <a:ea typeface="Lato"/>
                <a:cs typeface="Lato"/>
              </a:defRPr>
            </a:pPr>
            <a:r>
              <a:rPr sz="1125" b="0" i="0">
                <a:solidFill>
                  <a:srgbClr val="2C2A29"/>
                </a:solidFill>
                <a:latin typeface="Lato"/>
                <a:ea typeface="Lato"/>
                <a:cs typeface="Lato"/>
              </a:rPr>
              <a:t>Iași, 2023</a:t>
            </a:r>
          </a:p>
        </p:txBody>
      </p:sp>
      <p:sp>
        <p:nvSpPr>
          <p:cNvPr id="7" name="market-number-1">
            <a:extLst>
              <a:ext uri="{FF2B5EF4-FFF2-40B4-BE49-F238E27FC236}">
                <a16:creationId xmlns:a16="http://schemas.microsoft.com/office/drawing/2014/main" id="{F720B866-D004-4FEF-B28D-C3C9570154CC}"/>
              </a:ext>
            </a:extLst>
          </p:cNvPr>
          <p:cNvSpPr>
            <a:spLocks noGrp="1"/>
          </p:cNvSpPr>
          <p:nvPr/>
        </p:nvSpPr>
        <p:spPr>
          <a:xfrm>
            <a:off x="3333750" y="1123950"/>
            <a:ext cx="2381250" cy="619125"/>
          </a:xfrm>
          <a:prstGeom prst="rect">
            <a:avLst/>
          </a:prstGeom>
          <a:noFill/>
          <a:ln w="0">
            <a:noFill/>
            <a:prstDash val="solid"/>
          </a:ln>
        </p:spPr>
        <p:txBody>
          <a:bodyPr wrap="square" lIns="0" tIns="0" rIns="0" bIns="0" anchor="t">
            <a:normAutofit/>
          </a:bodyPr>
          <a:lstStyle>
            <a:defPPr algn="ctr">
              <a:defRPr sz="3450" b="0" i="0">
                <a:solidFill>
                  <a:srgbClr val="85441C"/>
                </a:solidFill>
                <a:latin typeface="Prata"/>
                <a:ea typeface="Prata"/>
                <a:cs typeface="Prata"/>
              </a:defRPr>
            </a:defPPr>
            <a:lvl1pPr algn="ctr">
              <a:defRPr sz="3450" b="0" i="0">
                <a:solidFill>
                  <a:srgbClr val="85441C"/>
                </a:solidFill>
                <a:latin typeface="Prata"/>
                <a:ea typeface="Prata"/>
                <a:cs typeface="Prata"/>
              </a:defRPr>
            </a:lvl1pPr>
            <a:lvl2pPr algn="ctr">
              <a:defRPr sz="3450" b="0" i="0">
                <a:solidFill>
                  <a:srgbClr val="85441C"/>
                </a:solidFill>
                <a:latin typeface="Prata"/>
                <a:ea typeface="Prata"/>
                <a:cs typeface="Prata"/>
              </a:defRPr>
            </a:lvl2pPr>
            <a:lvl3pPr algn="ctr">
              <a:defRPr sz="3450" b="0" i="0">
                <a:solidFill>
                  <a:srgbClr val="85441C"/>
                </a:solidFill>
                <a:latin typeface="Prata"/>
                <a:ea typeface="Prata"/>
                <a:cs typeface="Prata"/>
              </a:defRPr>
            </a:lvl3pPr>
            <a:lvl4pPr algn="ctr">
              <a:defRPr sz="3450" b="0" i="0">
                <a:solidFill>
                  <a:srgbClr val="85441C"/>
                </a:solidFill>
                <a:latin typeface="Prata"/>
                <a:ea typeface="Prata"/>
                <a:cs typeface="Prata"/>
              </a:defRPr>
            </a:lvl4pPr>
            <a:lvl5pPr algn="ctr">
              <a:defRPr sz="3450" b="0" i="0">
                <a:solidFill>
                  <a:srgbClr val="85441C"/>
                </a:solidFill>
                <a:latin typeface="Prata"/>
                <a:ea typeface="Prata"/>
                <a:cs typeface="Prata"/>
              </a:defRPr>
            </a:lvl5pPr>
            <a:lvl6pPr algn="ctr">
              <a:defRPr sz="3450" b="0" i="0">
                <a:solidFill>
                  <a:srgbClr val="85441C"/>
                </a:solidFill>
                <a:latin typeface="Prata"/>
                <a:ea typeface="Prata"/>
                <a:cs typeface="Prata"/>
              </a:defRPr>
            </a:lvl6pPr>
            <a:lvl7pPr algn="ctr">
              <a:defRPr sz="3450" b="0" i="0">
                <a:solidFill>
                  <a:srgbClr val="85441C"/>
                </a:solidFill>
                <a:latin typeface="Prata"/>
                <a:ea typeface="Prata"/>
                <a:cs typeface="Prata"/>
              </a:defRPr>
            </a:lvl7pPr>
            <a:lvl8pPr algn="ctr">
              <a:defRPr sz="3450" b="0" i="0">
                <a:solidFill>
                  <a:srgbClr val="85441C"/>
                </a:solidFill>
                <a:latin typeface="Prata"/>
                <a:ea typeface="Prata"/>
                <a:cs typeface="Prata"/>
              </a:defRPr>
            </a:lvl8pPr>
            <a:lvl9pPr algn="ctr">
              <a:defRPr sz="3450" b="0" i="0">
                <a:solidFill>
                  <a:srgbClr val="85441C"/>
                </a:solidFill>
                <a:latin typeface="Prata"/>
                <a:ea typeface="Prata"/>
                <a:cs typeface="Prata"/>
              </a:defRPr>
            </a:lvl9pPr>
          </a:lstStyle>
          <a:p>
            <a:pPr algn="ctr">
              <a:defRPr sz="3450" b="0" i="0">
                <a:solidFill>
                  <a:srgbClr val="85441C"/>
                </a:solidFill>
                <a:latin typeface="Prata"/>
                <a:ea typeface="Prata"/>
                <a:cs typeface="Prata"/>
              </a:defRPr>
            </a:pPr>
            <a:r>
              <a:rPr sz="3450" b="0" i="0">
                <a:solidFill>
                  <a:srgbClr val="85441C"/>
                </a:solidFill>
                <a:latin typeface="Prata"/>
                <a:ea typeface="Prata"/>
                <a:cs typeface="Prata"/>
              </a:rPr>
              <a:t>1.800 €</a:t>
            </a:r>
          </a:p>
        </p:txBody>
      </p:sp>
      <p:sp>
        <p:nvSpPr>
          <p:cNvPr id="8" name="market-label-1">
            <a:extLst>
              <a:ext uri="{FF2B5EF4-FFF2-40B4-BE49-F238E27FC236}">
                <a16:creationId xmlns:a16="http://schemas.microsoft.com/office/drawing/2014/main" id="{B6A30673-9BDB-47E0-8267-B3B90831AABE}"/>
              </a:ext>
            </a:extLst>
          </p:cNvPr>
          <p:cNvSpPr>
            <a:spLocks noGrp="1"/>
          </p:cNvSpPr>
          <p:nvPr/>
        </p:nvSpPr>
        <p:spPr>
          <a:xfrm>
            <a:off x="3333750" y="1790700"/>
            <a:ext cx="2381250" cy="476250"/>
          </a:xfrm>
          <a:prstGeom prst="rect">
            <a:avLst/>
          </a:prstGeom>
          <a:noFill/>
          <a:ln w="0">
            <a:noFill/>
            <a:prstDash val="solid"/>
          </a:ln>
        </p:spPr>
        <p:txBody>
          <a:bodyPr wrap="square" lIns="0" tIns="0" rIns="0" bIns="0" anchor="t">
            <a:normAutofit/>
          </a:bodyPr>
          <a:lstStyle>
            <a:defPPr algn="ctr">
              <a:defRPr sz="1125" b="0" i="0">
                <a:solidFill>
                  <a:srgbClr val="2C2A29"/>
                </a:solidFill>
                <a:latin typeface="Lato"/>
                <a:ea typeface="Lato"/>
                <a:cs typeface="Lato"/>
              </a:defRPr>
            </a:defPPr>
            <a:lvl1pPr algn="ctr">
              <a:defRPr sz="1125" b="0" i="0">
                <a:solidFill>
                  <a:srgbClr val="2C2A29"/>
                </a:solidFill>
                <a:latin typeface="Lato"/>
                <a:ea typeface="Lato"/>
                <a:cs typeface="Lato"/>
              </a:defRPr>
            </a:lvl1pPr>
            <a:lvl2pPr algn="ctr">
              <a:defRPr sz="1125" b="0" i="0">
                <a:solidFill>
                  <a:srgbClr val="2C2A29"/>
                </a:solidFill>
                <a:latin typeface="Lato"/>
                <a:ea typeface="Lato"/>
                <a:cs typeface="Lato"/>
              </a:defRPr>
            </a:lvl2pPr>
            <a:lvl3pPr algn="ctr">
              <a:defRPr sz="1125" b="0" i="0">
                <a:solidFill>
                  <a:srgbClr val="2C2A29"/>
                </a:solidFill>
                <a:latin typeface="Lato"/>
                <a:ea typeface="Lato"/>
                <a:cs typeface="Lato"/>
              </a:defRPr>
            </a:lvl3pPr>
            <a:lvl4pPr algn="ctr">
              <a:defRPr sz="1125" b="0" i="0">
                <a:solidFill>
                  <a:srgbClr val="2C2A29"/>
                </a:solidFill>
                <a:latin typeface="Lato"/>
                <a:ea typeface="Lato"/>
                <a:cs typeface="Lato"/>
              </a:defRPr>
            </a:lvl4pPr>
            <a:lvl5pPr algn="ctr">
              <a:defRPr sz="1125" b="0" i="0">
                <a:solidFill>
                  <a:srgbClr val="2C2A29"/>
                </a:solidFill>
                <a:latin typeface="Lato"/>
                <a:ea typeface="Lato"/>
                <a:cs typeface="Lato"/>
              </a:defRPr>
            </a:lvl5pPr>
            <a:lvl6pPr algn="ctr">
              <a:defRPr sz="1125" b="0" i="0">
                <a:solidFill>
                  <a:srgbClr val="2C2A29"/>
                </a:solidFill>
                <a:latin typeface="Lato"/>
                <a:ea typeface="Lato"/>
                <a:cs typeface="Lato"/>
              </a:defRPr>
            </a:lvl6pPr>
            <a:lvl7pPr algn="ctr">
              <a:defRPr sz="1125" b="0" i="0">
                <a:solidFill>
                  <a:srgbClr val="2C2A29"/>
                </a:solidFill>
                <a:latin typeface="Lato"/>
                <a:ea typeface="Lato"/>
                <a:cs typeface="Lato"/>
              </a:defRPr>
            </a:lvl7pPr>
            <a:lvl8pPr algn="ctr">
              <a:defRPr sz="1125" b="0" i="0">
                <a:solidFill>
                  <a:srgbClr val="2C2A29"/>
                </a:solidFill>
                <a:latin typeface="Lato"/>
                <a:ea typeface="Lato"/>
                <a:cs typeface="Lato"/>
              </a:defRPr>
            </a:lvl8pPr>
            <a:lvl9pPr algn="ctr">
              <a:defRPr sz="1125" b="0" i="0">
                <a:solidFill>
                  <a:srgbClr val="2C2A29"/>
                </a:solidFill>
                <a:latin typeface="Lato"/>
                <a:ea typeface="Lato"/>
                <a:cs typeface="Lato"/>
              </a:defRPr>
            </a:lvl9pPr>
          </a:lstStyle>
          <a:p>
            <a:pPr algn="ctr">
              <a:defRPr sz="1125" b="0" i="0">
                <a:solidFill>
                  <a:srgbClr val="2C2A29"/>
                </a:solidFill>
                <a:latin typeface="Lato"/>
                <a:ea typeface="Lato"/>
                <a:cs typeface="Lato"/>
              </a:defRPr>
            </a:pPr>
            <a:r>
              <a:rPr sz="1125" b="0" i="0">
                <a:solidFill>
                  <a:srgbClr val="2C2A29"/>
                </a:solidFill>
                <a:latin typeface="Lato"/>
                <a:ea typeface="Lato"/>
                <a:cs typeface="Lato"/>
              </a:rPr>
              <a:t>abonament anual</a:t>
            </a:r>
          </a:p>
          <a:p>
            <a:pPr algn="ctr">
              <a:defRPr sz="1125" b="0" i="0">
                <a:solidFill>
                  <a:srgbClr val="2C2A29"/>
                </a:solidFill>
                <a:latin typeface="Lato"/>
                <a:ea typeface="Lato"/>
                <a:cs typeface="Lato"/>
              </a:defRPr>
            </a:pPr>
            <a:r>
              <a:rPr sz="1125" b="0" i="0">
                <a:solidFill>
                  <a:srgbClr val="2C2A29"/>
                </a:solidFill>
                <a:latin typeface="Lato"/>
                <a:ea typeface="Lato"/>
                <a:cs typeface="Lato"/>
              </a:rPr>
              <a:t>ipoteză WiseEat</a:t>
            </a:r>
          </a:p>
        </p:txBody>
      </p:sp>
      <p:sp>
        <p:nvSpPr>
          <p:cNvPr id="9" name="market-number-2">
            <a:extLst>
              <a:ext uri="{FF2B5EF4-FFF2-40B4-BE49-F238E27FC236}">
                <a16:creationId xmlns:a16="http://schemas.microsoft.com/office/drawing/2014/main" id="{9AC90B65-BDF8-4DE0-A14F-0D2D49658530}"/>
              </a:ext>
            </a:extLst>
          </p:cNvPr>
          <p:cNvSpPr>
            <a:spLocks noGrp="1"/>
          </p:cNvSpPr>
          <p:nvPr/>
        </p:nvSpPr>
        <p:spPr>
          <a:xfrm>
            <a:off x="6115050" y="1123950"/>
            <a:ext cx="2381250" cy="619125"/>
          </a:xfrm>
          <a:prstGeom prst="rect">
            <a:avLst/>
          </a:prstGeom>
          <a:noFill/>
          <a:ln w="0">
            <a:noFill/>
            <a:prstDash val="solid"/>
          </a:ln>
        </p:spPr>
        <p:txBody>
          <a:bodyPr wrap="square" lIns="0" tIns="0" rIns="0" bIns="0" anchor="t">
            <a:normAutofit/>
          </a:bodyPr>
          <a:lstStyle>
            <a:defPPr algn="ctr">
              <a:defRPr sz="3150" b="0" i="0">
                <a:solidFill>
                  <a:srgbClr val="627356"/>
                </a:solidFill>
                <a:latin typeface="Prata"/>
                <a:ea typeface="Prata"/>
                <a:cs typeface="Prata"/>
              </a:defRPr>
            </a:defPPr>
            <a:lvl1pPr algn="ctr">
              <a:defRPr sz="3150" b="0" i="0">
                <a:solidFill>
                  <a:srgbClr val="627356"/>
                </a:solidFill>
                <a:latin typeface="Prata"/>
                <a:ea typeface="Prata"/>
                <a:cs typeface="Prata"/>
              </a:defRPr>
            </a:lvl1pPr>
            <a:lvl2pPr algn="ctr">
              <a:defRPr sz="3150" b="0" i="0">
                <a:solidFill>
                  <a:srgbClr val="627356"/>
                </a:solidFill>
                <a:latin typeface="Prata"/>
                <a:ea typeface="Prata"/>
                <a:cs typeface="Prata"/>
              </a:defRPr>
            </a:lvl2pPr>
            <a:lvl3pPr algn="ctr">
              <a:defRPr sz="3150" b="0" i="0">
                <a:solidFill>
                  <a:srgbClr val="627356"/>
                </a:solidFill>
                <a:latin typeface="Prata"/>
                <a:ea typeface="Prata"/>
                <a:cs typeface="Prata"/>
              </a:defRPr>
            </a:lvl3pPr>
            <a:lvl4pPr algn="ctr">
              <a:defRPr sz="3150" b="0" i="0">
                <a:solidFill>
                  <a:srgbClr val="627356"/>
                </a:solidFill>
                <a:latin typeface="Prata"/>
                <a:ea typeface="Prata"/>
                <a:cs typeface="Prata"/>
              </a:defRPr>
            </a:lvl4pPr>
            <a:lvl5pPr algn="ctr">
              <a:defRPr sz="3150" b="0" i="0">
                <a:solidFill>
                  <a:srgbClr val="627356"/>
                </a:solidFill>
                <a:latin typeface="Prata"/>
                <a:ea typeface="Prata"/>
                <a:cs typeface="Prata"/>
              </a:defRPr>
            </a:lvl5pPr>
            <a:lvl6pPr algn="ctr">
              <a:defRPr sz="3150" b="0" i="0">
                <a:solidFill>
                  <a:srgbClr val="627356"/>
                </a:solidFill>
                <a:latin typeface="Prata"/>
                <a:ea typeface="Prata"/>
                <a:cs typeface="Prata"/>
              </a:defRPr>
            </a:lvl6pPr>
            <a:lvl7pPr algn="ctr">
              <a:defRPr sz="3150" b="0" i="0">
                <a:solidFill>
                  <a:srgbClr val="627356"/>
                </a:solidFill>
                <a:latin typeface="Prata"/>
                <a:ea typeface="Prata"/>
                <a:cs typeface="Prata"/>
              </a:defRPr>
            </a:lvl7pPr>
            <a:lvl8pPr algn="ctr">
              <a:defRPr sz="3150" b="0" i="0">
                <a:solidFill>
                  <a:srgbClr val="627356"/>
                </a:solidFill>
                <a:latin typeface="Prata"/>
                <a:ea typeface="Prata"/>
                <a:cs typeface="Prata"/>
              </a:defRPr>
            </a:lvl8pPr>
            <a:lvl9pPr algn="ctr">
              <a:defRPr sz="3150" b="0" i="0">
                <a:solidFill>
                  <a:srgbClr val="627356"/>
                </a:solidFill>
                <a:latin typeface="Prata"/>
                <a:ea typeface="Prata"/>
                <a:cs typeface="Prata"/>
              </a:defRPr>
            </a:lvl9pPr>
          </a:lstStyle>
          <a:p>
            <a:pPr algn="ctr">
              <a:defRPr sz="3150" b="0" i="0">
                <a:solidFill>
                  <a:srgbClr val="627356"/>
                </a:solidFill>
                <a:latin typeface="Prata"/>
                <a:ea typeface="Prata"/>
                <a:cs typeface="Prata"/>
              </a:defRPr>
            </a:pPr>
            <a:r>
              <a:rPr sz="3150" b="0" i="0">
                <a:solidFill>
                  <a:srgbClr val="627356"/>
                </a:solidFill>
                <a:latin typeface="Prata"/>
                <a:ea typeface="Prata"/>
                <a:cs typeface="Prata"/>
              </a:rPr>
              <a:t>720.000 €</a:t>
            </a:r>
          </a:p>
        </p:txBody>
      </p:sp>
      <p:sp>
        <p:nvSpPr>
          <p:cNvPr id="10" name="market-label-2">
            <a:extLst>
              <a:ext uri="{FF2B5EF4-FFF2-40B4-BE49-F238E27FC236}">
                <a16:creationId xmlns:a16="http://schemas.microsoft.com/office/drawing/2014/main" id="{DE7F147A-D772-4D85-B40C-DBC2D127B5BC}"/>
              </a:ext>
            </a:extLst>
          </p:cNvPr>
          <p:cNvSpPr>
            <a:spLocks noGrp="1"/>
          </p:cNvSpPr>
          <p:nvPr/>
        </p:nvSpPr>
        <p:spPr>
          <a:xfrm>
            <a:off x="6115050" y="1790700"/>
            <a:ext cx="2381250" cy="476250"/>
          </a:xfrm>
          <a:prstGeom prst="rect">
            <a:avLst/>
          </a:prstGeom>
          <a:noFill/>
          <a:ln w="0">
            <a:noFill/>
            <a:prstDash val="solid"/>
          </a:ln>
        </p:spPr>
        <p:txBody>
          <a:bodyPr wrap="square" lIns="0" tIns="0" rIns="0" bIns="0" anchor="t">
            <a:normAutofit/>
          </a:bodyPr>
          <a:lstStyle>
            <a:defPPr algn="ctr">
              <a:defRPr sz="1125" b="0" i="0">
                <a:solidFill>
                  <a:srgbClr val="2C2A29"/>
                </a:solidFill>
                <a:latin typeface="Lato"/>
                <a:ea typeface="Lato"/>
                <a:cs typeface="Lato"/>
              </a:defRPr>
            </a:defPPr>
            <a:lvl1pPr algn="ctr">
              <a:defRPr sz="1125" b="0" i="0">
                <a:solidFill>
                  <a:srgbClr val="2C2A29"/>
                </a:solidFill>
                <a:latin typeface="Lato"/>
                <a:ea typeface="Lato"/>
                <a:cs typeface="Lato"/>
              </a:defRPr>
            </a:lvl1pPr>
            <a:lvl2pPr algn="ctr">
              <a:defRPr sz="1125" b="0" i="0">
                <a:solidFill>
                  <a:srgbClr val="2C2A29"/>
                </a:solidFill>
                <a:latin typeface="Lato"/>
                <a:ea typeface="Lato"/>
                <a:cs typeface="Lato"/>
              </a:defRPr>
            </a:lvl2pPr>
            <a:lvl3pPr algn="ctr">
              <a:defRPr sz="1125" b="0" i="0">
                <a:solidFill>
                  <a:srgbClr val="2C2A29"/>
                </a:solidFill>
                <a:latin typeface="Lato"/>
                <a:ea typeface="Lato"/>
                <a:cs typeface="Lato"/>
              </a:defRPr>
            </a:lvl3pPr>
            <a:lvl4pPr algn="ctr">
              <a:defRPr sz="1125" b="0" i="0">
                <a:solidFill>
                  <a:srgbClr val="2C2A29"/>
                </a:solidFill>
                <a:latin typeface="Lato"/>
                <a:ea typeface="Lato"/>
                <a:cs typeface="Lato"/>
              </a:defRPr>
            </a:lvl4pPr>
            <a:lvl5pPr algn="ctr">
              <a:defRPr sz="1125" b="0" i="0">
                <a:solidFill>
                  <a:srgbClr val="2C2A29"/>
                </a:solidFill>
                <a:latin typeface="Lato"/>
                <a:ea typeface="Lato"/>
                <a:cs typeface="Lato"/>
              </a:defRPr>
            </a:lvl5pPr>
            <a:lvl6pPr algn="ctr">
              <a:defRPr sz="1125" b="0" i="0">
                <a:solidFill>
                  <a:srgbClr val="2C2A29"/>
                </a:solidFill>
                <a:latin typeface="Lato"/>
                <a:ea typeface="Lato"/>
                <a:cs typeface="Lato"/>
              </a:defRPr>
            </a:lvl6pPr>
            <a:lvl7pPr algn="ctr">
              <a:defRPr sz="1125" b="0" i="0">
                <a:solidFill>
                  <a:srgbClr val="2C2A29"/>
                </a:solidFill>
                <a:latin typeface="Lato"/>
                <a:ea typeface="Lato"/>
                <a:cs typeface="Lato"/>
              </a:defRPr>
            </a:lvl7pPr>
            <a:lvl8pPr algn="ctr">
              <a:defRPr sz="1125" b="0" i="0">
                <a:solidFill>
                  <a:srgbClr val="2C2A29"/>
                </a:solidFill>
                <a:latin typeface="Lato"/>
                <a:ea typeface="Lato"/>
                <a:cs typeface="Lato"/>
              </a:defRPr>
            </a:lvl8pPr>
            <a:lvl9pPr algn="ctr">
              <a:defRPr sz="1125" b="0" i="0">
                <a:solidFill>
                  <a:srgbClr val="2C2A29"/>
                </a:solidFill>
                <a:latin typeface="Lato"/>
                <a:ea typeface="Lato"/>
                <a:cs typeface="Lato"/>
              </a:defRPr>
            </a:lvl9pPr>
          </a:lstStyle>
          <a:p>
            <a:pPr algn="ctr">
              <a:defRPr sz="1125" b="0" i="0">
                <a:solidFill>
                  <a:srgbClr val="2C2A29"/>
                </a:solidFill>
                <a:latin typeface="Lato"/>
                <a:ea typeface="Lato"/>
                <a:cs typeface="Lato"/>
              </a:defRPr>
            </a:pPr>
            <a:r>
              <a:rPr sz="1125" b="0" i="0">
                <a:solidFill>
                  <a:srgbClr val="2C2A29"/>
                </a:solidFill>
                <a:latin typeface="Lato"/>
                <a:ea typeface="Lato"/>
                <a:cs typeface="Lato"/>
              </a:rPr>
              <a:t>potențial anual teoretic</a:t>
            </a:r>
          </a:p>
          <a:p>
            <a:pPr algn="ctr">
              <a:defRPr sz="1125" b="0" i="0">
                <a:solidFill>
                  <a:srgbClr val="2C2A29"/>
                </a:solidFill>
                <a:latin typeface="Lato"/>
                <a:ea typeface="Lato"/>
                <a:cs typeface="Lato"/>
              </a:defRPr>
            </a:pPr>
            <a:r>
              <a:rPr sz="1125" b="0" i="0">
                <a:solidFill>
                  <a:srgbClr val="2C2A29"/>
                </a:solidFill>
                <a:latin typeface="Lato"/>
                <a:ea typeface="Lato"/>
                <a:cs typeface="Lato"/>
              </a:rPr>
              <a:t>scenariu maximal</a:t>
            </a:r>
          </a:p>
        </p:txBody>
      </p:sp>
      <p:sp>
        <p:nvSpPr>
          <p:cNvPr id="11" name="multiply">
            <a:extLst>
              <a:ext uri="{FF2B5EF4-FFF2-40B4-BE49-F238E27FC236}">
                <a16:creationId xmlns:a16="http://schemas.microsoft.com/office/drawing/2014/main" id="{7A68CD84-54DC-4D77-AE0C-160372C974B0}"/>
              </a:ext>
            </a:extLst>
          </p:cNvPr>
          <p:cNvSpPr>
            <a:spLocks noGrp="1"/>
          </p:cNvSpPr>
          <p:nvPr/>
        </p:nvSpPr>
        <p:spPr>
          <a:xfrm>
            <a:off x="3095625" y="1362075"/>
            <a:ext cx="285750" cy="333375"/>
          </a:xfrm>
          <a:prstGeom prst="rect">
            <a:avLst/>
          </a:prstGeom>
          <a:noFill/>
          <a:ln w="0">
            <a:noFill/>
            <a:prstDash val="solid"/>
          </a:ln>
        </p:spPr>
        <p:txBody>
          <a:bodyPr wrap="square" lIns="0" tIns="0" rIns="0" bIns="0" anchor="t">
            <a:normAutofit/>
          </a:bodyPr>
          <a:lstStyle>
            <a:defPPr algn="ctr">
              <a:defRPr sz="2025" b="0" i="0">
                <a:solidFill>
                  <a:srgbClr val="2C2A29"/>
                </a:solidFill>
                <a:latin typeface="Prata"/>
                <a:ea typeface="Prata"/>
                <a:cs typeface="Prata"/>
              </a:defRPr>
            </a:defPPr>
            <a:lvl1pPr algn="ctr">
              <a:defRPr sz="2025" b="0" i="0">
                <a:solidFill>
                  <a:srgbClr val="2C2A29"/>
                </a:solidFill>
                <a:latin typeface="Prata"/>
                <a:ea typeface="Prata"/>
                <a:cs typeface="Prata"/>
              </a:defRPr>
            </a:lvl1pPr>
            <a:lvl2pPr algn="ctr">
              <a:defRPr sz="2025" b="0" i="0">
                <a:solidFill>
                  <a:srgbClr val="2C2A29"/>
                </a:solidFill>
                <a:latin typeface="Prata"/>
                <a:ea typeface="Prata"/>
                <a:cs typeface="Prata"/>
              </a:defRPr>
            </a:lvl2pPr>
            <a:lvl3pPr algn="ctr">
              <a:defRPr sz="2025" b="0" i="0">
                <a:solidFill>
                  <a:srgbClr val="2C2A29"/>
                </a:solidFill>
                <a:latin typeface="Prata"/>
                <a:ea typeface="Prata"/>
                <a:cs typeface="Prata"/>
              </a:defRPr>
            </a:lvl3pPr>
            <a:lvl4pPr algn="ctr">
              <a:defRPr sz="2025" b="0" i="0">
                <a:solidFill>
                  <a:srgbClr val="2C2A29"/>
                </a:solidFill>
                <a:latin typeface="Prata"/>
                <a:ea typeface="Prata"/>
                <a:cs typeface="Prata"/>
              </a:defRPr>
            </a:lvl4pPr>
            <a:lvl5pPr algn="ctr">
              <a:defRPr sz="2025" b="0" i="0">
                <a:solidFill>
                  <a:srgbClr val="2C2A29"/>
                </a:solidFill>
                <a:latin typeface="Prata"/>
                <a:ea typeface="Prata"/>
                <a:cs typeface="Prata"/>
              </a:defRPr>
            </a:lvl5pPr>
            <a:lvl6pPr algn="ctr">
              <a:defRPr sz="2025" b="0" i="0">
                <a:solidFill>
                  <a:srgbClr val="2C2A29"/>
                </a:solidFill>
                <a:latin typeface="Prata"/>
                <a:ea typeface="Prata"/>
                <a:cs typeface="Prata"/>
              </a:defRPr>
            </a:lvl6pPr>
            <a:lvl7pPr algn="ctr">
              <a:defRPr sz="2025" b="0" i="0">
                <a:solidFill>
                  <a:srgbClr val="2C2A29"/>
                </a:solidFill>
                <a:latin typeface="Prata"/>
                <a:ea typeface="Prata"/>
                <a:cs typeface="Prata"/>
              </a:defRPr>
            </a:lvl7pPr>
            <a:lvl8pPr algn="ctr">
              <a:defRPr sz="2025" b="0" i="0">
                <a:solidFill>
                  <a:srgbClr val="2C2A29"/>
                </a:solidFill>
                <a:latin typeface="Prata"/>
                <a:ea typeface="Prata"/>
                <a:cs typeface="Prata"/>
              </a:defRPr>
            </a:lvl8pPr>
            <a:lvl9pPr algn="ctr">
              <a:defRPr sz="2025" b="0" i="0">
                <a:solidFill>
                  <a:srgbClr val="2C2A29"/>
                </a:solidFill>
                <a:latin typeface="Prata"/>
                <a:ea typeface="Prata"/>
                <a:cs typeface="Prata"/>
              </a:defRPr>
            </a:lvl9pPr>
          </a:lstStyle>
          <a:p>
            <a:pPr algn="ctr">
              <a:defRPr sz="2025" b="0" i="0">
                <a:solidFill>
                  <a:srgbClr val="2C2A29"/>
                </a:solidFill>
                <a:latin typeface="Prata"/>
                <a:ea typeface="Prata"/>
                <a:cs typeface="Prata"/>
              </a:defRPr>
            </a:pPr>
            <a:r>
              <a:rPr sz="2025" b="0" i="0">
                <a:solidFill>
                  <a:srgbClr val="2C2A29"/>
                </a:solidFill>
                <a:latin typeface="Prata"/>
                <a:ea typeface="Prata"/>
                <a:cs typeface="Prata"/>
              </a:rPr>
              <a:t>×</a:t>
            </a:r>
          </a:p>
        </p:txBody>
      </p:sp>
      <p:sp>
        <p:nvSpPr>
          <p:cNvPr id="12" name="equals">
            <a:extLst>
              <a:ext uri="{FF2B5EF4-FFF2-40B4-BE49-F238E27FC236}">
                <a16:creationId xmlns:a16="http://schemas.microsoft.com/office/drawing/2014/main" id="{BE74BA85-FF96-45D8-A634-E8EA8CCD6934}"/>
              </a:ext>
            </a:extLst>
          </p:cNvPr>
          <p:cNvSpPr>
            <a:spLocks noGrp="1"/>
          </p:cNvSpPr>
          <p:nvPr/>
        </p:nvSpPr>
        <p:spPr>
          <a:xfrm>
            <a:off x="5886450" y="1362075"/>
            <a:ext cx="285750" cy="333375"/>
          </a:xfrm>
          <a:prstGeom prst="rect">
            <a:avLst/>
          </a:prstGeom>
          <a:noFill/>
          <a:ln w="0">
            <a:noFill/>
            <a:prstDash val="solid"/>
          </a:ln>
        </p:spPr>
        <p:txBody>
          <a:bodyPr wrap="square" lIns="0" tIns="0" rIns="0" bIns="0" anchor="t">
            <a:normAutofit/>
          </a:bodyPr>
          <a:lstStyle>
            <a:defPPr algn="ctr">
              <a:defRPr sz="2025" b="0" i="0">
                <a:solidFill>
                  <a:srgbClr val="2C2A29"/>
                </a:solidFill>
                <a:latin typeface="Prata"/>
                <a:ea typeface="Prata"/>
                <a:cs typeface="Prata"/>
              </a:defRPr>
            </a:defPPr>
            <a:lvl1pPr algn="ctr">
              <a:defRPr sz="2025" b="0" i="0">
                <a:solidFill>
                  <a:srgbClr val="2C2A29"/>
                </a:solidFill>
                <a:latin typeface="Prata"/>
                <a:ea typeface="Prata"/>
                <a:cs typeface="Prata"/>
              </a:defRPr>
            </a:lvl1pPr>
            <a:lvl2pPr algn="ctr">
              <a:defRPr sz="2025" b="0" i="0">
                <a:solidFill>
                  <a:srgbClr val="2C2A29"/>
                </a:solidFill>
                <a:latin typeface="Prata"/>
                <a:ea typeface="Prata"/>
                <a:cs typeface="Prata"/>
              </a:defRPr>
            </a:lvl2pPr>
            <a:lvl3pPr algn="ctr">
              <a:defRPr sz="2025" b="0" i="0">
                <a:solidFill>
                  <a:srgbClr val="2C2A29"/>
                </a:solidFill>
                <a:latin typeface="Prata"/>
                <a:ea typeface="Prata"/>
                <a:cs typeface="Prata"/>
              </a:defRPr>
            </a:lvl3pPr>
            <a:lvl4pPr algn="ctr">
              <a:defRPr sz="2025" b="0" i="0">
                <a:solidFill>
                  <a:srgbClr val="2C2A29"/>
                </a:solidFill>
                <a:latin typeface="Prata"/>
                <a:ea typeface="Prata"/>
                <a:cs typeface="Prata"/>
              </a:defRPr>
            </a:lvl4pPr>
            <a:lvl5pPr algn="ctr">
              <a:defRPr sz="2025" b="0" i="0">
                <a:solidFill>
                  <a:srgbClr val="2C2A29"/>
                </a:solidFill>
                <a:latin typeface="Prata"/>
                <a:ea typeface="Prata"/>
                <a:cs typeface="Prata"/>
              </a:defRPr>
            </a:lvl5pPr>
            <a:lvl6pPr algn="ctr">
              <a:defRPr sz="2025" b="0" i="0">
                <a:solidFill>
                  <a:srgbClr val="2C2A29"/>
                </a:solidFill>
                <a:latin typeface="Prata"/>
                <a:ea typeface="Prata"/>
                <a:cs typeface="Prata"/>
              </a:defRPr>
            </a:lvl6pPr>
            <a:lvl7pPr algn="ctr">
              <a:defRPr sz="2025" b="0" i="0">
                <a:solidFill>
                  <a:srgbClr val="2C2A29"/>
                </a:solidFill>
                <a:latin typeface="Prata"/>
                <a:ea typeface="Prata"/>
                <a:cs typeface="Prata"/>
              </a:defRPr>
            </a:lvl7pPr>
            <a:lvl8pPr algn="ctr">
              <a:defRPr sz="2025" b="0" i="0">
                <a:solidFill>
                  <a:srgbClr val="2C2A29"/>
                </a:solidFill>
                <a:latin typeface="Prata"/>
                <a:ea typeface="Prata"/>
                <a:cs typeface="Prata"/>
              </a:defRPr>
            </a:lvl8pPr>
            <a:lvl9pPr algn="ctr">
              <a:defRPr sz="2025" b="0" i="0">
                <a:solidFill>
                  <a:srgbClr val="2C2A29"/>
                </a:solidFill>
                <a:latin typeface="Prata"/>
                <a:ea typeface="Prata"/>
                <a:cs typeface="Prata"/>
              </a:defRPr>
            </a:lvl9pPr>
          </a:lstStyle>
          <a:p>
            <a:pPr algn="ctr">
              <a:defRPr sz="2025" b="0" i="0">
                <a:solidFill>
                  <a:srgbClr val="2C2A29"/>
                </a:solidFill>
                <a:latin typeface="Prata"/>
                <a:ea typeface="Prata"/>
                <a:cs typeface="Prata"/>
              </a:defRPr>
            </a:pPr>
            <a:r>
              <a:rPr sz="2025" b="0" i="0">
                <a:solidFill>
                  <a:srgbClr val="2C2A29"/>
                </a:solidFill>
                <a:latin typeface="Prata"/>
                <a:ea typeface="Prata"/>
                <a:cs typeface="Prata"/>
              </a:rPr>
              <a:t>=</a:t>
            </a:r>
          </a:p>
        </p:txBody>
      </p:sp>
      <p:sp>
        <p:nvSpPr>
          <p:cNvPr id="13" name="market-lower-label-0">
            <a:extLst>
              <a:ext uri="{FF2B5EF4-FFF2-40B4-BE49-F238E27FC236}">
                <a16:creationId xmlns:a16="http://schemas.microsoft.com/office/drawing/2014/main" id="{893B51C8-B2BC-4EBB-AC1F-D78CA6EB4E81}"/>
              </a:ext>
            </a:extLst>
          </p:cNvPr>
          <p:cNvSpPr>
            <a:spLocks noGrp="1"/>
          </p:cNvSpPr>
          <p:nvPr/>
        </p:nvSpPr>
        <p:spPr>
          <a:xfrm>
            <a:off x="571500" y="2781300"/>
            <a:ext cx="2457450" cy="190500"/>
          </a:xfrm>
          <a:prstGeom prst="rect">
            <a:avLst/>
          </a:prstGeom>
          <a:noFill/>
          <a:ln w="0">
            <a:noFill/>
            <a:prstDash val="solid"/>
          </a:ln>
        </p:spPr>
        <p:txBody>
          <a:bodyPr wrap="square" lIns="0" tIns="0" rIns="0" bIns="0" anchor="t">
            <a:normAutofit/>
          </a:bodyPr>
          <a:lstStyle>
            <a:defPPr algn="l">
              <a:defRPr sz="900" b="1" i="0">
                <a:solidFill>
                  <a:srgbClr val="627356"/>
                </a:solidFill>
                <a:latin typeface="Lato"/>
                <a:ea typeface="Lato"/>
                <a:cs typeface="Lato"/>
              </a:defRPr>
            </a:defPPr>
            <a:lvl1pPr algn="l">
              <a:defRPr sz="900" b="1" i="0">
                <a:solidFill>
                  <a:srgbClr val="627356"/>
                </a:solidFill>
                <a:latin typeface="Lato"/>
                <a:ea typeface="Lato"/>
                <a:cs typeface="Lato"/>
              </a:defRPr>
            </a:lvl1pPr>
            <a:lvl2pPr algn="l">
              <a:defRPr sz="900" b="1" i="0">
                <a:solidFill>
                  <a:srgbClr val="627356"/>
                </a:solidFill>
                <a:latin typeface="Lato"/>
                <a:ea typeface="Lato"/>
                <a:cs typeface="Lato"/>
              </a:defRPr>
            </a:lvl2pPr>
            <a:lvl3pPr algn="l">
              <a:defRPr sz="900" b="1" i="0">
                <a:solidFill>
                  <a:srgbClr val="627356"/>
                </a:solidFill>
                <a:latin typeface="Lato"/>
                <a:ea typeface="Lato"/>
                <a:cs typeface="Lato"/>
              </a:defRPr>
            </a:lvl3pPr>
            <a:lvl4pPr algn="l">
              <a:defRPr sz="900" b="1" i="0">
                <a:solidFill>
                  <a:srgbClr val="627356"/>
                </a:solidFill>
                <a:latin typeface="Lato"/>
                <a:ea typeface="Lato"/>
                <a:cs typeface="Lato"/>
              </a:defRPr>
            </a:lvl4pPr>
            <a:lvl5pPr algn="l">
              <a:defRPr sz="900" b="1" i="0">
                <a:solidFill>
                  <a:srgbClr val="627356"/>
                </a:solidFill>
                <a:latin typeface="Lato"/>
                <a:ea typeface="Lato"/>
                <a:cs typeface="Lato"/>
              </a:defRPr>
            </a:lvl5pPr>
            <a:lvl6pPr algn="l">
              <a:defRPr sz="900" b="1" i="0">
                <a:solidFill>
                  <a:srgbClr val="627356"/>
                </a:solidFill>
                <a:latin typeface="Lato"/>
                <a:ea typeface="Lato"/>
                <a:cs typeface="Lato"/>
              </a:defRPr>
            </a:lvl6pPr>
            <a:lvl7pPr algn="l">
              <a:defRPr sz="900" b="1" i="0">
                <a:solidFill>
                  <a:srgbClr val="627356"/>
                </a:solidFill>
                <a:latin typeface="Lato"/>
                <a:ea typeface="Lato"/>
                <a:cs typeface="Lato"/>
              </a:defRPr>
            </a:lvl7pPr>
            <a:lvl8pPr algn="l">
              <a:defRPr sz="900" b="1" i="0">
                <a:solidFill>
                  <a:srgbClr val="627356"/>
                </a:solidFill>
                <a:latin typeface="Lato"/>
                <a:ea typeface="Lato"/>
                <a:cs typeface="Lato"/>
              </a:defRPr>
            </a:lvl8pPr>
            <a:lvl9pPr algn="l">
              <a:defRPr sz="900" b="1" i="0">
                <a:solidFill>
                  <a:srgbClr val="627356"/>
                </a:solidFill>
                <a:latin typeface="Lato"/>
                <a:ea typeface="Lato"/>
                <a:cs typeface="Lato"/>
              </a:defRPr>
            </a:lvl9pPr>
          </a:lstStyle>
          <a:p>
            <a:pPr algn="l">
              <a:defRPr sz="900" b="1" i="0">
                <a:solidFill>
                  <a:srgbClr val="627356"/>
                </a:solidFill>
                <a:latin typeface="Lato"/>
                <a:ea typeface="Lato"/>
                <a:cs typeface="Lato"/>
              </a:defRPr>
            </a:pPr>
            <a:r>
              <a:rPr sz="900" b="1" i="0">
                <a:solidFill>
                  <a:srgbClr val="627356"/>
                </a:solidFill>
                <a:latin typeface="Lato"/>
                <a:ea typeface="Lato"/>
                <a:cs typeface="Lato"/>
              </a:rPr>
              <a:t>PRIMII 10 CLIENȚI</a:t>
            </a:r>
          </a:p>
        </p:txBody>
      </p:sp>
      <p:sp>
        <p:nvSpPr>
          <p:cNvPr id="14" name="market-lower-copy-0">
            <a:extLst>
              <a:ext uri="{FF2B5EF4-FFF2-40B4-BE49-F238E27FC236}">
                <a16:creationId xmlns:a16="http://schemas.microsoft.com/office/drawing/2014/main" id="{0A7BB70B-0DD5-4983-BA7A-74ADBFA65B57}"/>
              </a:ext>
            </a:extLst>
          </p:cNvPr>
          <p:cNvSpPr>
            <a:spLocks noGrp="1"/>
          </p:cNvSpPr>
          <p:nvPr/>
        </p:nvSpPr>
        <p:spPr>
          <a:xfrm>
            <a:off x="571500" y="3086100"/>
            <a:ext cx="2457450" cy="838200"/>
          </a:xfrm>
          <a:prstGeom prst="rect">
            <a:avLst/>
          </a:prstGeom>
          <a:noFill/>
          <a:ln w="0">
            <a:noFill/>
            <a:prstDash val="solid"/>
          </a:ln>
        </p:spPr>
        <p:txBody>
          <a:bodyPr wrap="square" lIns="0" tIns="0" rIns="0" bIns="0" anchor="t">
            <a:normAutofit/>
          </a:bodyPr>
          <a:lstStyle>
            <a:defPPr algn="l">
              <a:defRPr sz="1200" b="0" i="0">
                <a:solidFill>
                  <a:srgbClr val="2C2A29"/>
                </a:solidFill>
                <a:latin typeface="Lato"/>
                <a:ea typeface="Lato"/>
                <a:cs typeface="Lato"/>
              </a:defRPr>
            </a:defPPr>
            <a:lvl1pPr algn="l">
              <a:defRPr sz="1200" b="0" i="0">
                <a:solidFill>
                  <a:srgbClr val="2C2A29"/>
                </a:solidFill>
                <a:latin typeface="Lato"/>
                <a:ea typeface="Lato"/>
                <a:cs typeface="Lato"/>
              </a:defRPr>
            </a:lvl1pPr>
            <a:lvl2pPr algn="l">
              <a:defRPr sz="1200" b="0" i="0">
                <a:solidFill>
                  <a:srgbClr val="2C2A29"/>
                </a:solidFill>
                <a:latin typeface="Lato"/>
                <a:ea typeface="Lato"/>
                <a:cs typeface="Lato"/>
              </a:defRPr>
            </a:lvl2pPr>
            <a:lvl3pPr algn="l">
              <a:defRPr sz="1200" b="0" i="0">
                <a:solidFill>
                  <a:srgbClr val="2C2A29"/>
                </a:solidFill>
                <a:latin typeface="Lato"/>
                <a:ea typeface="Lato"/>
                <a:cs typeface="Lato"/>
              </a:defRPr>
            </a:lvl3pPr>
            <a:lvl4pPr algn="l">
              <a:defRPr sz="1200" b="0" i="0">
                <a:solidFill>
                  <a:srgbClr val="2C2A29"/>
                </a:solidFill>
                <a:latin typeface="Lato"/>
                <a:ea typeface="Lato"/>
                <a:cs typeface="Lato"/>
              </a:defRPr>
            </a:lvl4pPr>
            <a:lvl5pPr algn="l">
              <a:defRPr sz="1200" b="0" i="0">
                <a:solidFill>
                  <a:srgbClr val="2C2A29"/>
                </a:solidFill>
                <a:latin typeface="Lato"/>
                <a:ea typeface="Lato"/>
                <a:cs typeface="Lato"/>
              </a:defRPr>
            </a:lvl5pPr>
            <a:lvl6pPr algn="l">
              <a:defRPr sz="1200" b="0" i="0">
                <a:solidFill>
                  <a:srgbClr val="2C2A29"/>
                </a:solidFill>
                <a:latin typeface="Lato"/>
                <a:ea typeface="Lato"/>
                <a:cs typeface="Lato"/>
              </a:defRPr>
            </a:lvl6pPr>
            <a:lvl7pPr algn="l">
              <a:defRPr sz="1200" b="0" i="0">
                <a:solidFill>
                  <a:srgbClr val="2C2A29"/>
                </a:solidFill>
                <a:latin typeface="Lato"/>
                <a:ea typeface="Lato"/>
                <a:cs typeface="Lato"/>
              </a:defRPr>
            </a:lvl7pPr>
            <a:lvl8pPr algn="l">
              <a:defRPr sz="1200" b="0" i="0">
                <a:solidFill>
                  <a:srgbClr val="2C2A29"/>
                </a:solidFill>
                <a:latin typeface="Lato"/>
                <a:ea typeface="Lato"/>
                <a:cs typeface="Lato"/>
              </a:defRPr>
            </a:lvl8pPr>
            <a:lvl9pPr algn="l">
              <a:defRPr sz="1200" b="0" i="0">
                <a:solidFill>
                  <a:srgbClr val="2C2A29"/>
                </a:solidFill>
                <a:latin typeface="Lato"/>
                <a:ea typeface="Lato"/>
                <a:cs typeface="Lato"/>
              </a:defRPr>
            </a:lvl9pPr>
          </a:lstStyle>
          <a:p>
            <a:pPr algn="l">
              <a:defRPr sz="1200" b="0" i="0">
                <a:solidFill>
                  <a:srgbClr val="2C2A29"/>
                </a:solidFill>
                <a:latin typeface="Lato"/>
                <a:ea typeface="Lato"/>
                <a:cs typeface="Lato"/>
              </a:defRPr>
            </a:pPr>
            <a:r>
              <a:rPr sz="1200" b="0" i="0">
                <a:solidFill>
                  <a:srgbClr val="2C2A29"/>
                </a:solidFill>
                <a:latin typeface="Lato"/>
                <a:ea typeface="Lato"/>
                <a:cs typeface="Lato"/>
              </a:rPr>
              <a:t>Restaurante cu bucătărie proprie. 10 abonamente înseamnă 18.000 € venit anual recurent.</a:t>
            </a:r>
          </a:p>
        </p:txBody>
      </p:sp>
      <p:sp>
        <p:nvSpPr>
          <p:cNvPr id="15" name="market-lower-label-1">
            <a:extLst>
              <a:ext uri="{FF2B5EF4-FFF2-40B4-BE49-F238E27FC236}">
                <a16:creationId xmlns:a16="http://schemas.microsoft.com/office/drawing/2014/main" id="{0B0E79D5-AAF3-462E-A290-311AECAE90A7}"/>
              </a:ext>
            </a:extLst>
          </p:cNvPr>
          <p:cNvSpPr>
            <a:spLocks noGrp="1"/>
          </p:cNvSpPr>
          <p:nvPr/>
        </p:nvSpPr>
        <p:spPr>
          <a:xfrm>
            <a:off x="3409950" y="2781300"/>
            <a:ext cx="2457450" cy="190500"/>
          </a:xfrm>
          <a:prstGeom prst="rect">
            <a:avLst/>
          </a:prstGeom>
          <a:noFill/>
          <a:ln w="0">
            <a:noFill/>
            <a:prstDash val="solid"/>
          </a:ln>
        </p:spPr>
        <p:txBody>
          <a:bodyPr wrap="square" lIns="0" tIns="0" rIns="0" bIns="0" anchor="t">
            <a:normAutofit/>
          </a:bodyPr>
          <a:lstStyle>
            <a:defPPr algn="l">
              <a:defRPr sz="900" b="1" i="0">
                <a:solidFill>
                  <a:srgbClr val="85441C"/>
                </a:solidFill>
                <a:latin typeface="Lato"/>
                <a:ea typeface="Lato"/>
                <a:cs typeface="Lato"/>
              </a:defRPr>
            </a:defPPr>
            <a:lvl1pPr algn="l">
              <a:defRPr sz="900" b="1" i="0">
                <a:solidFill>
                  <a:srgbClr val="85441C"/>
                </a:solidFill>
                <a:latin typeface="Lato"/>
                <a:ea typeface="Lato"/>
                <a:cs typeface="Lato"/>
              </a:defRPr>
            </a:lvl1pPr>
            <a:lvl2pPr algn="l">
              <a:defRPr sz="900" b="1" i="0">
                <a:solidFill>
                  <a:srgbClr val="85441C"/>
                </a:solidFill>
                <a:latin typeface="Lato"/>
                <a:ea typeface="Lato"/>
                <a:cs typeface="Lato"/>
              </a:defRPr>
            </a:lvl2pPr>
            <a:lvl3pPr algn="l">
              <a:defRPr sz="900" b="1" i="0">
                <a:solidFill>
                  <a:srgbClr val="85441C"/>
                </a:solidFill>
                <a:latin typeface="Lato"/>
                <a:ea typeface="Lato"/>
                <a:cs typeface="Lato"/>
              </a:defRPr>
            </a:lvl3pPr>
            <a:lvl4pPr algn="l">
              <a:defRPr sz="900" b="1" i="0">
                <a:solidFill>
                  <a:srgbClr val="85441C"/>
                </a:solidFill>
                <a:latin typeface="Lato"/>
                <a:ea typeface="Lato"/>
                <a:cs typeface="Lato"/>
              </a:defRPr>
            </a:lvl4pPr>
            <a:lvl5pPr algn="l">
              <a:defRPr sz="900" b="1" i="0">
                <a:solidFill>
                  <a:srgbClr val="85441C"/>
                </a:solidFill>
                <a:latin typeface="Lato"/>
                <a:ea typeface="Lato"/>
                <a:cs typeface="Lato"/>
              </a:defRPr>
            </a:lvl5pPr>
            <a:lvl6pPr algn="l">
              <a:defRPr sz="900" b="1" i="0">
                <a:solidFill>
                  <a:srgbClr val="85441C"/>
                </a:solidFill>
                <a:latin typeface="Lato"/>
                <a:ea typeface="Lato"/>
                <a:cs typeface="Lato"/>
              </a:defRPr>
            </a:lvl6pPr>
            <a:lvl7pPr algn="l">
              <a:defRPr sz="900" b="1" i="0">
                <a:solidFill>
                  <a:srgbClr val="85441C"/>
                </a:solidFill>
                <a:latin typeface="Lato"/>
                <a:ea typeface="Lato"/>
                <a:cs typeface="Lato"/>
              </a:defRPr>
            </a:lvl7pPr>
            <a:lvl8pPr algn="l">
              <a:defRPr sz="900" b="1" i="0">
                <a:solidFill>
                  <a:srgbClr val="85441C"/>
                </a:solidFill>
                <a:latin typeface="Lato"/>
                <a:ea typeface="Lato"/>
                <a:cs typeface="Lato"/>
              </a:defRPr>
            </a:lvl8pPr>
            <a:lvl9pPr algn="l">
              <a:defRPr sz="900" b="1" i="0">
                <a:solidFill>
                  <a:srgbClr val="85441C"/>
                </a:solidFill>
                <a:latin typeface="Lato"/>
                <a:ea typeface="Lato"/>
                <a:cs typeface="Lato"/>
              </a:defRPr>
            </a:lvl9pPr>
          </a:lstStyle>
          <a:p>
            <a:pPr algn="l">
              <a:defRPr sz="900" b="1" i="0">
                <a:solidFill>
                  <a:srgbClr val="85441C"/>
                </a:solidFill>
                <a:latin typeface="Lato"/>
                <a:ea typeface="Lato"/>
                <a:cs typeface="Lato"/>
              </a:defRPr>
            </a:pPr>
            <a:r>
              <a:rPr sz="900" b="1" i="0">
                <a:solidFill>
                  <a:srgbClr val="85441C"/>
                </a:solidFill>
                <a:latin typeface="Lato"/>
                <a:ea typeface="Lato"/>
                <a:cs typeface="Lato"/>
              </a:rPr>
              <a:t>CANAL</a:t>
            </a:r>
          </a:p>
        </p:txBody>
      </p:sp>
      <p:sp>
        <p:nvSpPr>
          <p:cNvPr id="16" name="market-lower-copy-1">
            <a:extLst>
              <a:ext uri="{FF2B5EF4-FFF2-40B4-BE49-F238E27FC236}">
                <a16:creationId xmlns:a16="http://schemas.microsoft.com/office/drawing/2014/main" id="{D9D8A9FB-A35B-4A9F-B939-579723B7C12C}"/>
              </a:ext>
            </a:extLst>
          </p:cNvPr>
          <p:cNvSpPr>
            <a:spLocks noGrp="1"/>
          </p:cNvSpPr>
          <p:nvPr/>
        </p:nvSpPr>
        <p:spPr>
          <a:xfrm>
            <a:off x="3409950" y="3086100"/>
            <a:ext cx="2457450" cy="838200"/>
          </a:xfrm>
          <a:prstGeom prst="rect">
            <a:avLst/>
          </a:prstGeom>
          <a:noFill/>
          <a:ln w="0">
            <a:noFill/>
            <a:prstDash val="solid"/>
          </a:ln>
        </p:spPr>
        <p:txBody>
          <a:bodyPr wrap="square" lIns="0" tIns="0" rIns="0" bIns="0" anchor="t">
            <a:normAutofit/>
          </a:bodyPr>
          <a:lstStyle>
            <a:defPPr algn="l">
              <a:defRPr sz="1200" b="0" i="0">
                <a:solidFill>
                  <a:srgbClr val="2C2A29"/>
                </a:solidFill>
                <a:latin typeface="Lato"/>
                <a:ea typeface="Lato"/>
                <a:cs typeface="Lato"/>
              </a:defRPr>
            </a:defPPr>
            <a:lvl1pPr algn="l">
              <a:defRPr sz="1200" b="0" i="0">
                <a:solidFill>
                  <a:srgbClr val="2C2A29"/>
                </a:solidFill>
                <a:latin typeface="Lato"/>
                <a:ea typeface="Lato"/>
                <a:cs typeface="Lato"/>
              </a:defRPr>
            </a:lvl1pPr>
            <a:lvl2pPr algn="l">
              <a:defRPr sz="1200" b="0" i="0">
                <a:solidFill>
                  <a:srgbClr val="2C2A29"/>
                </a:solidFill>
                <a:latin typeface="Lato"/>
                <a:ea typeface="Lato"/>
                <a:cs typeface="Lato"/>
              </a:defRPr>
            </a:lvl2pPr>
            <a:lvl3pPr algn="l">
              <a:defRPr sz="1200" b="0" i="0">
                <a:solidFill>
                  <a:srgbClr val="2C2A29"/>
                </a:solidFill>
                <a:latin typeface="Lato"/>
                <a:ea typeface="Lato"/>
                <a:cs typeface="Lato"/>
              </a:defRPr>
            </a:lvl3pPr>
            <a:lvl4pPr algn="l">
              <a:defRPr sz="1200" b="0" i="0">
                <a:solidFill>
                  <a:srgbClr val="2C2A29"/>
                </a:solidFill>
                <a:latin typeface="Lato"/>
                <a:ea typeface="Lato"/>
                <a:cs typeface="Lato"/>
              </a:defRPr>
            </a:lvl4pPr>
            <a:lvl5pPr algn="l">
              <a:defRPr sz="1200" b="0" i="0">
                <a:solidFill>
                  <a:srgbClr val="2C2A29"/>
                </a:solidFill>
                <a:latin typeface="Lato"/>
                <a:ea typeface="Lato"/>
                <a:cs typeface="Lato"/>
              </a:defRPr>
            </a:lvl5pPr>
            <a:lvl6pPr algn="l">
              <a:defRPr sz="1200" b="0" i="0">
                <a:solidFill>
                  <a:srgbClr val="2C2A29"/>
                </a:solidFill>
                <a:latin typeface="Lato"/>
                <a:ea typeface="Lato"/>
                <a:cs typeface="Lato"/>
              </a:defRPr>
            </a:lvl6pPr>
            <a:lvl7pPr algn="l">
              <a:defRPr sz="1200" b="0" i="0">
                <a:solidFill>
                  <a:srgbClr val="2C2A29"/>
                </a:solidFill>
                <a:latin typeface="Lato"/>
                <a:ea typeface="Lato"/>
                <a:cs typeface="Lato"/>
              </a:defRPr>
            </a:lvl7pPr>
            <a:lvl8pPr algn="l">
              <a:defRPr sz="1200" b="0" i="0">
                <a:solidFill>
                  <a:srgbClr val="2C2A29"/>
                </a:solidFill>
                <a:latin typeface="Lato"/>
                <a:ea typeface="Lato"/>
                <a:cs typeface="Lato"/>
              </a:defRPr>
            </a:lvl8pPr>
            <a:lvl9pPr algn="l">
              <a:defRPr sz="1200" b="0" i="0">
                <a:solidFill>
                  <a:srgbClr val="2C2A29"/>
                </a:solidFill>
                <a:latin typeface="Lato"/>
                <a:ea typeface="Lato"/>
                <a:cs typeface="Lato"/>
              </a:defRPr>
            </a:lvl9pPr>
          </a:lstStyle>
          <a:p>
            <a:pPr algn="l">
              <a:defRPr sz="1200" b="0" i="0">
                <a:solidFill>
                  <a:srgbClr val="2C2A29"/>
                </a:solidFill>
                <a:latin typeface="Lato"/>
                <a:ea typeface="Lato"/>
                <a:cs typeface="Lato"/>
              </a:defRPr>
            </a:pPr>
            <a:r>
              <a:rPr sz="1200" b="0" i="0">
                <a:solidFill>
                  <a:srgbClr val="2C2A29"/>
                </a:solidFill>
                <a:latin typeface="Lato"/>
                <a:ea typeface="Lato"/>
                <a:cs typeface="Lato"/>
              </a:rPr>
              <a:t>Contact direct cu proprietarii, demo personalizat și pilot gratuit de 14 zile.</a:t>
            </a:r>
          </a:p>
        </p:txBody>
      </p:sp>
      <p:sp>
        <p:nvSpPr>
          <p:cNvPr id="17" name="market-lower-label-2">
            <a:extLst>
              <a:ext uri="{FF2B5EF4-FFF2-40B4-BE49-F238E27FC236}">
                <a16:creationId xmlns:a16="http://schemas.microsoft.com/office/drawing/2014/main" id="{EC4F18AF-170C-4A31-BD8A-C2AEE991F691}"/>
              </a:ext>
            </a:extLst>
          </p:cNvPr>
          <p:cNvSpPr>
            <a:spLocks noGrp="1"/>
          </p:cNvSpPr>
          <p:nvPr/>
        </p:nvSpPr>
        <p:spPr>
          <a:xfrm>
            <a:off x="6248400" y="2781300"/>
            <a:ext cx="2457450" cy="190500"/>
          </a:xfrm>
          <a:prstGeom prst="rect">
            <a:avLst/>
          </a:prstGeom>
          <a:noFill/>
          <a:ln w="0">
            <a:noFill/>
            <a:prstDash val="solid"/>
          </a:ln>
        </p:spPr>
        <p:txBody>
          <a:bodyPr wrap="square" lIns="0" tIns="0" rIns="0" bIns="0" anchor="t">
            <a:normAutofit/>
          </a:bodyPr>
          <a:lstStyle>
            <a:defPPr algn="l">
              <a:defRPr sz="900" b="1" i="0">
                <a:solidFill>
                  <a:srgbClr val="627356"/>
                </a:solidFill>
                <a:latin typeface="Lato"/>
                <a:ea typeface="Lato"/>
                <a:cs typeface="Lato"/>
              </a:defRPr>
            </a:defPPr>
            <a:lvl1pPr algn="l">
              <a:defRPr sz="900" b="1" i="0">
                <a:solidFill>
                  <a:srgbClr val="627356"/>
                </a:solidFill>
                <a:latin typeface="Lato"/>
                <a:ea typeface="Lato"/>
                <a:cs typeface="Lato"/>
              </a:defRPr>
            </a:lvl1pPr>
            <a:lvl2pPr algn="l">
              <a:defRPr sz="900" b="1" i="0">
                <a:solidFill>
                  <a:srgbClr val="627356"/>
                </a:solidFill>
                <a:latin typeface="Lato"/>
                <a:ea typeface="Lato"/>
                <a:cs typeface="Lato"/>
              </a:defRPr>
            </a:lvl2pPr>
            <a:lvl3pPr algn="l">
              <a:defRPr sz="900" b="1" i="0">
                <a:solidFill>
                  <a:srgbClr val="627356"/>
                </a:solidFill>
                <a:latin typeface="Lato"/>
                <a:ea typeface="Lato"/>
                <a:cs typeface="Lato"/>
              </a:defRPr>
            </a:lvl3pPr>
            <a:lvl4pPr algn="l">
              <a:defRPr sz="900" b="1" i="0">
                <a:solidFill>
                  <a:srgbClr val="627356"/>
                </a:solidFill>
                <a:latin typeface="Lato"/>
                <a:ea typeface="Lato"/>
                <a:cs typeface="Lato"/>
              </a:defRPr>
            </a:lvl4pPr>
            <a:lvl5pPr algn="l">
              <a:defRPr sz="900" b="1" i="0">
                <a:solidFill>
                  <a:srgbClr val="627356"/>
                </a:solidFill>
                <a:latin typeface="Lato"/>
                <a:ea typeface="Lato"/>
                <a:cs typeface="Lato"/>
              </a:defRPr>
            </a:lvl5pPr>
            <a:lvl6pPr algn="l">
              <a:defRPr sz="900" b="1" i="0">
                <a:solidFill>
                  <a:srgbClr val="627356"/>
                </a:solidFill>
                <a:latin typeface="Lato"/>
                <a:ea typeface="Lato"/>
                <a:cs typeface="Lato"/>
              </a:defRPr>
            </a:lvl6pPr>
            <a:lvl7pPr algn="l">
              <a:defRPr sz="900" b="1" i="0">
                <a:solidFill>
                  <a:srgbClr val="627356"/>
                </a:solidFill>
                <a:latin typeface="Lato"/>
                <a:ea typeface="Lato"/>
                <a:cs typeface="Lato"/>
              </a:defRPr>
            </a:lvl7pPr>
            <a:lvl8pPr algn="l">
              <a:defRPr sz="900" b="1" i="0">
                <a:solidFill>
                  <a:srgbClr val="627356"/>
                </a:solidFill>
                <a:latin typeface="Lato"/>
                <a:ea typeface="Lato"/>
                <a:cs typeface="Lato"/>
              </a:defRPr>
            </a:lvl8pPr>
            <a:lvl9pPr algn="l">
              <a:defRPr sz="900" b="1" i="0">
                <a:solidFill>
                  <a:srgbClr val="627356"/>
                </a:solidFill>
                <a:latin typeface="Lato"/>
                <a:ea typeface="Lato"/>
                <a:cs typeface="Lato"/>
              </a:defRPr>
            </a:lvl9pPr>
          </a:lstStyle>
          <a:p>
            <a:pPr algn="l">
              <a:defRPr sz="900" b="1" i="0">
                <a:solidFill>
                  <a:srgbClr val="627356"/>
                </a:solidFill>
                <a:latin typeface="Lato"/>
                <a:ea typeface="Lato"/>
                <a:cs typeface="Lato"/>
              </a:defRPr>
            </a:pPr>
            <a:r>
              <a:rPr sz="900" b="1" i="0">
                <a:solidFill>
                  <a:srgbClr val="627356"/>
                </a:solidFill>
                <a:latin typeface="Lato"/>
                <a:ea typeface="Lato"/>
                <a:cs typeface="Lato"/>
              </a:rPr>
              <a:t>PRIMUL PAS</a:t>
            </a:r>
          </a:p>
        </p:txBody>
      </p:sp>
      <p:sp>
        <p:nvSpPr>
          <p:cNvPr id="18" name="market-lower-copy-2">
            <a:extLst>
              <a:ext uri="{FF2B5EF4-FFF2-40B4-BE49-F238E27FC236}">
                <a16:creationId xmlns:a16="http://schemas.microsoft.com/office/drawing/2014/main" id="{1DF447A5-501C-4F3F-B6DA-028D80C2E326}"/>
              </a:ext>
            </a:extLst>
          </p:cNvPr>
          <p:cNvSpPr>
            <a:spLocks noGrp="1"/>
          </p:cNvSpPr>
          <p:nvPr/>
        </p:nvSpPr>
        <p:spPr>
          <a:xfrm>
            <a:off x="6248400" y="3086100"/>
            <a:ext cx="2457450" cy="838200"/>
          </a:xfrm>
          <a:prstGeom prst="rect">
            <a:avLst/>
          </a:prstGeom>
          <a:noFill/>
          <a:ln w="0">
            <a:noFill/>
            <a:prstDash val="solid"/>
          </a:ln>
        </p:spPr>
        <p:txBody>
          <a:bodyPr wrap="square" lIns="0" tIns="0" rIns="0" bIns="0" anchor="t">
            <a:normAutofit/>
          </a:bodyPr>
          <a:lstStyle>
            <a:defPPr algn="l">
              <a:defRPr sz="1200" b="0" i="0">
                <a:solidFill>
                  <a:srgbClr val="2C2A29"/>
                </a:solidFill>
                <a:latin typeface="Lato"/>
                <a:ea typeface="Lato"/>
                <a:cs typeface="Lato"/>
              </a:defRPr>
            </a:defPPr>
            <a:lvl1pPr algn="l">
              <a:defRPr sz="1200" b="0" i="0">
                <a:solidFill>
                  <a:srgbClr val="2C2A29"/>
                </a:solidFill>
                <a:latin typeface="Lato"/>
                <a:ea typeface="Lato"/>
                <a:cs typeface="Lato"/>
              </a:defRPr>
            </a:lvl1pPr>
            <a:lvl2pPr algn="l">
              <a:defRPr sz="1200" b="0" i="0">
                <a:solidFill>
                  <a:srgbClr val="2C2A29"/>
                </a:solidFill>
                <a:latin typeface="Lato"/>
                <a:ea typeface="Lato"/>
                <a:cs typeface="Lato"/>
              </a:defRPr>
            </a:lvl2pPr>
            <a:lvl3pPr algn="l">
              <a:defRPr sz="1200" b="0" i="0">
                <a:solidFill>
                  <a:srgbClr val="2C2A29"/>
                </a:solidFill>
                <a:latin typeface="Lato"/>
                <a:ea typeface="Lato"/>
                <a:cs typeface="Lato"/>
              </a:defRPr>
            </a:lvl3pPr>
            <a:lvl4pPr algn="l">
              <a:defRPr sz="1200" b="0" i="0">
                <a:solidFill>
                  <a:srgbClr val="2C2A29"/>
                </a:solidFill>
                <a:latin typeface="Lato"/>
                <a:ea typeface="Lato"/>
                <a:cs typeface="Lato"/>
              </a:defRPr>
            </a:lvl4pPr>
            <a:lvl5pPr algn="l">
              <a:defRPr sz="1200" b="0" i="0">
                <a:solidFill>
                  <a:srgbClr val="2C2A29"/>
                </a:solidFill>
                <a:latin typeface="Lato"/>
                <a:ea typeface="Lato"/>
                <a:cs typeface="Lato"/>
              </a:defRPr>
            </a:lvl5pPr>
            <a:lvl6pPr algn="l">
              <a:defRPr sz="1200" b="0" i="0">
                <a:solidFill>
                  <a:srgbClr val="2C2A29"/>
                </a:solidFill>
                <a:latin typeface="Lato"/>
                <a:ea typeface="Lato"/>
                <a:cs typeface="Lato"/>
              </a:defRPr>
            </a:lvl6pPr>
            <a:lvl7pPr algn="l">
              <a:defRPr sz="1200" b="0" i="0">
                <a:solidFill>
                  <a:srgbClr val="2C2A29"/>
                </a:solidFill>
                <a:latin typeface="Lato"/>
                <a:ea typeface="Lato"/>
                <a:cs typeface="Lato"/>
              </a:defRPr>
            </a:lvl7pPr>
            <a:lvl8pPr algn="l">
              <a:defRPr sz="1200" b="0" i="0">
                <a:solidFill>
                  <a:srgbClr val="2C2A29"/>
                </a:solidFill>
                <a:latin typeface="Lato"/>
                <a:ea typeface="Lato"/>
                <a:cs typeface="Lato"/>
              </a:defRPr>
            </a:lvl8pPr>
            <a:lvl9pPr algn="l">
              <a:defRPr sz="1200" b="0" i="0">
                <a:solidFill>
                  <a:srgbClr val="2C2A29"/>
                </a:solidFill>
                <a:latin typeface="Lato"/>
                <a:ea typeface="Lato"/>
                <a:cs typeface="Lato"/>
              </a:defRPr>
            </a:lvl9pPr>
          </a:lstStyle>
          <a:p>
            <a:pPr algn="l">
              <a:defRPr sz="1200" b="0" i="0">
                <a:solidFill>
                  <a:srgbClr val="2C2A29"/>
                </a:solidFill>
                <a:latin typeface="Lato"/>
                <a:ea typeface="Lato"/>
                <a:cs typeface="Lato"/>
              </a:defRPr>
            </a:pPr>
            <a:r>
              <a:rPr sz="1200" b="0" i="0">
                <a:solidFill>
                  <a:srgbClr val="2C2A29"/>
                </a:solidFill>
                <a:latin typeface="Lato"/>
                <a:ea typeface="Lato"/>
                <a:cs typeface="Lato"/>
              </a:rPr>
              <a:t>Listă de 50 restaurante și primele 5 interviuri pentru validarea problemei și a prețului.</a:t>
            </a:r>
          </a:p>
        </p:txBody>
      </p:sp>
      <p:sp>
        <p:nvSpPr>
          <p:cNvPr id="19" name="prospects">
            <a:extLst>
              <a:ext uri="{FF2B5EF4-FFF2-40B4-BE49-F238E27FC236}">
                <a16:creationId xmlns:a16="http://schemas.microsoft.com/office/drawing/2014/main" id="{1BFEC8FF-CD28-4D5F-A0A1-4D76578407CA}"/>
              </a:ext>
            </a:extLst>
          </p:cNvPr>
          <p:cNvSpPr>
            <a:spLocks noGrp="1"/>
          </p:cNvSpPr>
          <p:nvPr/>
        </p:nvSpPr>
        <p:spPr>
          <a:xfrm>
            <a:off x="723900" y="4248150"/>
            <a:ext cx="7696200" cy="304800"/>
          </a:xfrm>
          <a:prstGeom prst="rect">
            <a:avLst/>
          </a:prstGeom>
          <a:noFill/>
          <a:ln w="0">
            <a:noFill/>
            <a:prstDash val="solid"/>
          </a:ln>
        </p:spPr>
        <p:txBody>
          <a:bodyPr wrap="square" lIns="0" tIns="0" rIns="0" bIns="0" anchor="t">
            <a:normAutofit/>
          </a:bodyPr>
          <a:lstStyle>
            <a:defPPr algn="ctr">
              <a:defRPr sz="975" b="0" i="0">
                <a:solidFill>
                  <a:srgbClr val="85441C"/>
                </a:solidFill>
                <a:latin typeface="Lato"/>
                <a:ea typeface="Lato"/>
                <a:cs typeface="Lato"/>
              </a:defRPr>
            </a:defPPr>
            <a:lvl1pPr algn="ctr">
              <a:defRPr sz="975" b="0" i="0">
                <a:solidFill>
                  <a:srgbClr val="85441C"/>
                </a:solidFill>
                <a:latin typeface="Lato"/>
                <a:ea typeface="Lato"/>
                <a:cs typeface="Lato"/>
              </a:defRPr>
            </a:lvl1pPr>
            <a:lvl2pPr algn="ctr">
              <a:defRPr sz="975" b="0" i="0">
                <a:solidFill>
                  <a:srgbClr val="85441C"/>
                </a:solidFill>
                <a:latin typeface="Lato"/>
                <a:ea typeface="Lato"/>
                <a:cs typeface="Lato"/>
              </a:defRPr>
            </a:lvl2pPr>
            <a:lvl3pPr algn="ctr">
              <a:defRPr sz="975" b="0" i="0">
                <a:solidFill>
                  <a:srgbClr val="85441C"/>
                </a:solidFill>
                <a:latin typeface="Lato"/>
                <a:ea typeface="Lato"/>
                <a:cs typeface="Lato"/>
              </a:defRPr>
            </a:lvl3pPr>
            <a:lvl4pPr algn="ctr">
              <a:defRPr sz="975" b="0" i="0">
                <a:solidFill>
                  <a:srgbClr val="85441C"/>
                </a:solidFill>
                <a:latin typeface="Lato"/>
                <a:ea typeface="Lato"/>
                <a:cs typeface="Lato"/>
              </a:defRPr>
            </a:lvl4pPr>
            <a:lvl5pPr algn="ctr">
              <a:defRPr sz="975" b="0" i="0">
                <a:solidFill>
                  <a:srgbClr val="85441C"/>
                </a:solidFill>
                <a:latin typeface="Lato"/>
                <a:ea typeface="Lato"/>
                <a:cs typeface="Lato"/>
              </a:defRPr>
            </a:lvl5pPr>
            <a:lvl6pPr algn="ctr">
              <a:defRPr sz="975" b="0" i="0">
                <a:solidFill>
                  <a:srgbClr val="85441C"/>
                </a:solidFill>
                <a:latin typeface="Lato"/>
                <a:ea typeface="Lato"/>
                <a:cs typeface="Lato"/>
              </a:defRPr>
            </a:lvl6pPr>
            <a:lvl7pPr algn="ctr">
              <a:defRPr sz="975" b="0" i="0">
                <a:solidFill>
                  <a:srgbClr val="85441C"/>
                </a:solidFill>
                <a:latin typeface="Lato"/>
                <a:ea typeface="Lato"/>
                <a:cs typeface="Lato"/>
              </a:defRPr>
            </a:lvl7pPr>
            <a:lvl8pPr algn="ctr">
              <a:defRPr sz="975" b="0" i="0">
                <a:solidFill>
                  <a:srgbClr val="85441C"/>
                </a:solidFill>
                <a:latin typeface="Lato"/>
                <a:ea typeface="Lato"/>
                <a:cs typeface="Lato"/>
              </a:defRPr>
            </a:lvl8pPr>
            <a:lvl9pPr algn="ctr">
              <a:defRPr sz="975" b="0" i="0">
                <a:solidFill>
                  <a:srgbClr val="85441C"/>
                </a:solidFill>
                <a:latin typeface="Lato"/>
                <a:ea typeface="Lato"/>
                <a:cs typeface="Lato"/>
              </a:defRPr>
            </a:lvl9pPr>
          </a:lstStyle>
          <a:p>
            <a:pPr algn="ctr">
              <a:defRPr sz="975" b="0" i="0">
                <a:solidFill>
                  <a:srgbClr val="85441C"/>
                </a:solidFill>
                <a:latin typeface="Lato"/>
                <a:ea typeface="Lato"/>
                <a:cs typeface="Lato"/>
              </a:defRPr>
            </a:pPr>
            <a:r>
              <a:rPr sz="975" b="0" i="0" dirty="0" err="1">
                <a:solidFill>
                  <a:srgbClr val="85441C"/>
                </a:solidFill>
                <a:latin typeface="Lato"/>
                <a:ea typeface="Lato"/>
                <a:cs typeface="Lato"/>
              </a:rPr>
              <a:t>Prospectare</a:t>
            </a:r>
            <a:r>
              <a:rPr sz="975" b="0" i="0" dirty="0">
                <a:solidFill>
                  <a:srgbClr val="85441C"/>
                </a:solidFill>
                <a:latin typeface="Lato"/>
                <a:ea typeface="Lato"/>
                <a:cs typeface="Lato"/>
              </a:rPr>
              <a:t> </a:t>
            </a:r>
            <a:r>
              <a:rPr sz="975" b="0" i="0" dirty="0" err="1">
                <a:solidFill>
                  <a:srgbClr val="85441C"/>
                </a:solidFill>
                <a:latin typeface="Lato"/>
                <a:ea typeface="Lato"/>
                <a:cs typeface="Lato"/>
              </a:rPr>
              <a:t>inițială</a:t>
            </a:r>
            <a:r>
              <a:rPr sz="975" b="0" i="0" dirty="0">
                <a:solidFill>
                  <a:srgbClr val="85441C"/>
                </a:solidFill>
                <a:latin typeface="Lato"/>
                <a:ea typeface="Lato"/>
                <a:cs typeface="Lato"/>
              </a:rPr>
              <a:t>: Oscar · Trai Restaurant </a:t>
            </a:r>
            <a:r>
              <a:rPr sz="975" b="0" i="0" dirty="0" err="1">
                <a:solidFill>
                  <a:srgbClr val="85441C"/>
                </a:solidFill>
                <a:latin typeface="Lato"/>
                <a:ea typeface="Lato"/>
                <a:cs typeface="Lato"/>
              </a:rPr>
              <a:t>Iași</a:t>
            </a:r>
            <a:r>
              <a:rPr sz="975" b="0" i="0" dirty="0">
                <a:solidFill>
                  <a:srgbClr val="85441C"/>
                </a:solidFill>
                <a:latin typeface="Lato"/>
                <a:ea typeface="Lato"/>
                <a:cs typeface="Lato"/>
              </a:rPr>
              <a:t> · La Conac · Blue Acqua. Sunt </a:t>
            </a:r>
            <a:r>
              <a:rPr sz="975" b="0" i="0" dirty="0" err="1">
                <a:solidFill>
                  <a:srgbClr val="85441C"/>
                </a:solidFill>
                <a:latin typeface="Lato"/>
                <a:ea typeface="Lato"/>
                <a:cs typeface="Lato"/>
              </a:rPr>
              <a:t>exemple</a:t>
            </a:r>
            <a:r>
              <a:rPr sz="975" b="0" i="0" dirty="0">
                <a:solidFill>
                  <a:srgbClr val="85441C"/>
                </a:solidFill>
                <a:latin typeface="Lato"/>
                <a:ea typeface="Lato"/>
                <a:cs typeface="Lato"/>
              </a:rPr>
              <a:t>, nu </a:t>
            </a:r>
            <a:r>
              <a:rPr sz="975" b="0" i="0" dirty="0" err="1">
                <a:solidFill>
                  <a:srgbClr val="85441C"/>
                </a:solidFill>
                <a:latin typeface="Lato"/>
                <a:ea typeface="Lato"/>
                <a:cs typeface="Lato"/>
              </a:rPr>
              <a:t>clienți</a:t>
            </a:r>
            <a:r>
              <a:rPr sz="975" b="0" i="0" dirty="0">
                <a:solidFill>
                  <a:srgbClr val="85441C"/>
                </a:solidFill>
                <a:latin typeface="Lato"/>
                <a:ea typeface="Lato"/>
                <a:cs typeface="Lato"/>
              </a:rPr>
              <a:t> </a:t>
            </a:r>
            <a:r>
              <a:rPr sz="975" b="0" i="0" dirty="0" err="1">
                <a:solidFill>
                  <a:srgbClr val="85441C"/>
                </a:solidFill>
                <a:latin typeface="Lato"/>
                <a:ea typeface="Lato"/>
                <a:cs typeface="Lato"/>
              </a:rPr>
              <a:t>validați</a:t>
            </a:r>
            <a:r>
              <a:rPr sz="975" b="0" i="0" dirty="0">
                <a:solidFill>
                  <a:srgbClr val="85441C"/>
                </a:solidFill>
                <a:latin typeface="Lato"/>
                <a:ea typeface="Lato"/>
                <a:cs typeface="Lato"/>
              </a:rPr>
              <a:t>.</a:t>
            </a:r>
          </a:p>
        </p:txBody>
      </p:sp>
      <p:sp>
        <p:nvSpPr>
          <p:cNvPr id="20" name="source-footer">
            <a:extLst>
              <a:ext uri="{FF2B5EF4-FFF2-40B4-BE49-F238E27FC236}">
                <a16:creationId xmlns:a16="http://schemas.microsoft.com/office/drawing/2014/main" id="{2CC9E6B6-2B44-4CBB-A72C-C11526FF38BF}"/>
              </a:ext>
            </a:extLst>
          </p:cNvPr>
          <p:cNvSpPr>
            <a:spLocks noGrp="1"/>
          </p:cNvSpPr>
          <p:nvPr/>
        </p:nvSpPr>
        <p:spPr>
          <a:xfrm>
            <a:off x="552450" y="4829175"/>
            <a:ext cx="8048625" cy="171450"/>
          </a:xfrm>
          <a:prstGeom prst="rect">
            <a:avLst/>
          </a:prstGeom>
          <a:noFill/>
          <a:ln w="0">
            <a:noFill/>
            <a:prstDash val="solid"/>
          </a:ln>
        </p:spPr>
        <p:txBody>
          <a:bodyPr wrap="square" lIns="0" tIns="0" rIns="0" bIns="0" anchor="t">
            <a:normAutofit/>
          </a:bodyPr>
          <a:lstStyle>
            <a:defPPr algn="l">
              <a:defRPr sz="788" b="0" i="0">
                <a:solidFill>
                  <a:srgbClr val="5A5855"/>
                </a:solidFill>
                <a:latin typeface="Lato"/>
                <a:ea typeface="Lato"/>
                <a:cs typeface="Lato"/>
              </a:defRPr>
            </a:defPPr>
            <a:lvl1pPr algn="l">
              <a:defRPr sz="788" b="0" i="0">
                <a:solidFill>
                  <a:srgbClr val="5A5855"/>
                </a:solidFill>
                <a:latin typeface="Lato"/>
                <a:ea typeface="Lato"/>
                <a:cs typeface="Lato"/>
              </a:defRPr>
            </a:lvl1pPr>
            <a:lvl2pPr algn="l">
              <a:defRPr sz="788" b="0" i="0">
                <a:solidFill>
                  <a:srgbClr val="5A5855"/>
                </a:solidFill>
                <a:latin typeface="Lato"/>
                <a:ea typeface="Lato"/>
                <a:cs typeface="Lato"/>
              </a:defRPr>
            </a:lvl2pPr>
            <a:lvl3pPr algn="l">
              <a:defRPr sz="788" b="0" i="0">
                <a:solidFill>
                  <a:srgbClr val="5A5855"/>
                </a:solidFill>
                <a:latin typeface="Lato"/>
                <a:ea typeface="Lato"/>
                <a:cs typeface="Lato"/>
              </a:defRPr>
            </a:lvl3pPr>
            <a:lvl4pPr algn="l">
              <a:defRPr sz="788" b="0" i="0">
                <a:solidFill>
                  <a:srgbClr val="5A5855"/>
                </a:solidFill>
                <a:latin typeface="Lato"/>
                <a:ea typeface="Lato"/>
                <a:cs typeface="Lato"/>
              </a:defRPr>
            </a:lvl4pPr>
            <a:lvl5pPr algn="l">
              <a:defRPr sz="788" b="0" i="0">
                <a:solidFill>
                  <a:srgbClr val="5A5855"/>
                </a:solidFill>
                <a:latin typeface="Lato"/>
                <a:ea typeface="Lato"/>
                <a:cs typeface="Lato"/>
              </a:defRPr>
            </a:lvl5pPr>
            <a:lvl6pPr algn="l">
              <a:defRPr sz="788" b="0" i="0">
                <a:solidFill>
                  <a:srgbClr val="5A5855"/>
                </a:solidFill>
                <a:latin typeface="Lato"/>
                <a:ea typeface="Lato"/>
                <a:cs typeface="Lato"/>
              </a:defRPr>
            </a:lvl6pPr>
            <a:lvl7pPr algn="l">
              <a:defRPr sz="788" b="0" i="0">
                <a:solidFill>
                  <a:srgbClr val="5A5855"/>
                </a:solidFill>
                <a:latin typeface="Lato"/>
                <a:ea typeface="Lato"/>
                <a:cs typeface="Lato"/>
              </a:defRPr>
            </a:lvl7pPr>
            <a:lvl8pPr algn="l">
              <a:defRPr sz="788" b="0" i="0">
                <a:solidFill>
                  <a:srgbClr val="5A5855"/>
                </a:solidFill>
                <a:latin typeface="Lato"/>
                <a:ea typeface="Lato"/>
                <a:cs typeface="Lato"/>
              </a:defRPr>
            </a:lvl8pPr>
            <a:lvl9pPr algn="l">
              <a:defRPr sz="788" b="0" i="0">
                <a:solidFill>
                  <a:srgbClr val="5A5855"/>
                </a:solidFill>
                <a:latin typeface="Lato"/>
                <a:ea typeface="Lato"/>
                <a:cs typeface="Lato"/>
              </a:defRPr>
            </a:lvl9pPr>
          </a:lstStyle>
          <a:p>
            <a:pPr algn="l">
              <a:defRPr sz="788" b="0" i="0">
                <a:solidFill>
                  <a:srgbClr val="5A5855"/>
                </a:solidFill>
                <a:latin typeface="Lato"/>
                <a:ea typeface="Lato"/>
                <a:cs typeface="Lato"/>
              </a:defRPr>
            </a:pPr>
            <a:r>
              <a:rPr sz="788" b="0" i="0">
                <a:solidFill>
                  <a:srgbClr val="5A5855"/>
                </a:solidFill>
                <a:latin typeface="Lato"/>
                <a:ea typeface="Lato"/>
                <a:cs typeface="Lato"/>
              </a:rPr>
              <a:t>Sursă: Bookingham / Ziarul de Iași, 2024, date 2023, CAEN 56XX. Calcul: 400 × 150 € × 12.</a:t>
            </a:r>
          </a:p>
        </p:txBody>
      </p:sp>
    </p:spTree>
    <p:extLst>
      <p:ext uri="{BB962C8B-B14F-4D97-AF65-F5344CB8AC3E}">
        <p14:creationId xmlns:p14="http://schemas.microsoft.com/office/powerpoint/2010/main" val="60830602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A00BBAA2-77BB-49F4-B9BE-B6538CBBA177}"/>
              </a:ext>
            </a:extLst>
          </p:cNvPr>
          <p:cNvPicPr>
            <a:picLocks noChangeAspect="1"/>
          </p:cNvPicPr>
          <p:nvPr/>
        </p:nvPicPr>
        <p:blipFill>
          <a:blip r:embed="rId3" cstate="screen">
            <a:extLst>
              <a:ext uri="{28A0092B-C50C-407E-A947-70E740481C1C}">
                <a14:useLocalDpi xmlns:a14="http://schemas.microsoft.com/office/drawing/2010/main"/>
              </a:ext>
            </a:extLst>
          </a:blip>
          <a:srcRect/>
          <a:stretch>
            <a:fillRect/>
          </a:stretch>
        </p:blipFill>
        <p:spPr>
          <a:xfrm>
            <a:off x="0" y="0"/>
            <a:ext cx="9144000" cy="5143500"/>
          </a:xfrm>
          <a:prstGeom prst="rect">
            <a:avLst/>
          </a:prstGeom>
        </p:spPr>
      </p:pic>
      <p:sp>
        <p:nvSpPr>
          <p:cNvPr id="2" name="slide-9-title">
            <a:extLst>
              <a:ext uri="{FF2B5EF4-FFF2-40B4-BE49-F238E27FC236}">
                <a16:creationId xmlns:a16="http://schemas.microsoft.com/office/drawing/2014/main" id="{49BED7D0-2E3A-4A1E-8D77-46B93FA7CC2B}"/>
              </a:ext>
            </a:extLst>
          </p:cNvPr>
          <p:cNvSpPr>
            <a:spLocks noGrp="1"/>
          </p:cNvSpPr>
          <p:nvPr/>
        </p:nvSpPr>
        <p:spPr>
          <a:xfrm>
            <a:off x="552450" y="323850"/>
            <a:ext cx="7239000" cy="514350"/>
          </a:xfrm>
          <a:prstGeom prst="rect">
            <a:avLst/>
          </a:prstGeom>
          <a:noFill/>
          <a:ln w="0">
            <a:noFill/>
            <a:prstDash val="solid"/>
          </a:ln>
        </p:spPr>
        <p:txBody>
          <a:bodyPr wrap="square" lIns="0" tIns="0" rIns="0" bIns="0" anchor="t">
            <a:normAutofit/>
          </a:bodyPr>
          <a:lstStyle>
            <a:defPPr algn="l">
              <a:defRPr sz="2550" b="0" i="0">
                <a:solidFill>
                  <a:srgbClr val="2C2A29"/>
                </a:solidFill>
                <a:latin typeface="Prata"/>
                <a:ea typeface="Prata"/>
                <a:cs typeface="Prata"/>
              </a:defRPr>
            </a:defPPr>
            <a:lvl1pPr algn="l">
              <a:defRPr sz="2550" b="0" i="0">
                <a:solidFill>
                  <a:srgbClr val="2C2A29"/>
                </a:solidFill>
                <a:latin typeface="Prata"/>
                <a:ea typeface="Prata"/>
                <a:cs typeface="Prata"/>
              </a:defRPr>
            </a:lvl1pPr>
            <a:lvl2pPr algn="l">
              <a:defRPr sz="2550" b="0" i="0">
                <a:solidFill>
                  <a:srgbClr val="2C2A29"/>
                </a:solidFill>
                <a:latin typeface="Prata"/>
                <a:ea typeface="Prata"/>
                <a:cs typeface="Prata"/>
              </a:defRPr>
            </a:lvl2pPr>
            <a:lvl3pPr algn="l">
              <a:defRPr sz="2550" b="0" i="0">
                <a:solidFill>
                  <a:srgbClr val="2C2A29"/>
                </a:solidFill>
                <a:latin typeface="Prata"/>
                <a:ea typeface="Prata"/>
                <a:cs typeface="Prata"/>
              </a:defRPr>
            </a:lvl3pPr>
            <a:lvl4pPr algn="l">
              <a:defRPr sz="2550" b="0" i="0">
                <a:solidFill>
                  <a:srgbClr val="2C2A29"/>
                </a:solidFill>
                <a:latin typeface="Prata"/>
                <a:ea typeface="Prata"/>
                <a:cs typeface="Prata"/>
              </a:defRPr>
            </a:lvl4pPr>
            <a:lvl5pPr algn="l">
              <a:defRPr sz="2550" b="0" i="0">
                <a:solidFill>
                  <a:srgbClr val="2C2A29"/>
                </a:solidFill>
                <a:latin typeface="Prata"/>
                <a:ea typeface="Prata"/>
                <a:cs typeface="Prata"/>
              </a:defRPr>
            </a:lvl5pPr>
            <a:lvl6pPr algn="l">
              <a:defRPr sz="2550" b="0" i="0">
                <a:solidFill>
                  <a:srgbClr val="2C2A29"/>
                </a:solidFill>
                <a:latin typeface="Prata"/>
                <a:ea typeface="Prata"/>
                <a:cs typeface="Prata"/>
              </a:defRPr>
            </a:lvl6pPr>
            <a:lvl7pPr algn="l">
              <a:defRPr sz="2550" b="0" i="0">
                <a:solidFill>
                  <a:srgbClr val="2C2A29"/>
                </a:solidFill>
                <a:latin typeface="Prata"/>
                <a:ea typeface="Prata"/>
                <a:cs typeface="Prata"/>
              </a:defRPr>
            </a:lvl7pPr>
            <a:lvl8pPr algn="l">
              <a:defRPr sz="2550" b="0" i="0">
                <a:solidFill>
                  <a:srgbClr val="2C2A29"/>
                </a:solidFill>
                <a:latin typeface="Prata"/>
                <a:ea typeface="Prata"/>
                <a:cs typeface="Prata"/>
              </a:defRPr>
            </a:lvl8pPr>
            <a:lvl9pPr algn="l">
              <a:defRPr sz="2550" b="0" i="0">
                <a:solidFill>
                  <a:srgbClr val="2C2A29"/>
                </a:solidFill>
                <a:latin typeface="Prata"/>
                <a:ea typeface="Prata"/>
                <a:cs typeface="Prata"/>
              </a:defRPr>
            </a:lvl9pPr>
          </a:lstStyle>
          <a:p>
            <a:pPr algn="l">
              <a:defRPr sz="2550" b="0" i="0">
                <a:solidFill>
                  <a:srgbClr val="2C2A29"/>
                </a:solidFill>
                <a:latin typeface="Prata"/>
                <a:ea typeface="Prata"/>
                <a:cs typeface="Prata"/>
              </a:defRPr>
            </a:pPr>
            <a:r>
              <a:rPr sz="2550" b="1" i="0" dirty="0" err="1">
                <a:solidFill>
                  <a:srgbClr val="2C2A29"/>
                </a:solidFill>
                <a:latin typeface="Baghdad" pitchFamily="2" charset="-78"/>
                <a:cs typeface="Baghdad" pitchFamily="2" charset="-78"/>
              </a:rPr>
              <a:t>Echipa</a:t>
            </a:r>
            <a:r>
              <a:rPr sz="2550" b="1" i="0" dirty="0">
                <a:solidFill>
                  <a:srgbClr val="2C2A29"/>
                </a:solidFill>
                <a:latin typeface="Baghdad" pitchFamily="2" charset="-78"/>
                <a:cs typeface="Baghdad" pitchFamily="2" charset="-78"/>
              </a:rPr>
              <a:t> </a:t>
            </a:r>
            <a:r>
              <a:rPr sz="2550" b="1" i="0" dirty="0" err="1">
                <a:solidFill>
                  <a:srgbClr val="2C2A29"/>
                </a:solidFill>
                <a:latin typeface="Baghdad" pitchFamily="2" charset="-78"/>
                <a:cs typeface="Baghdad" pitchFamily="2" charset="-78"/>
              </a:rPr>
              <a:t>FIIgrii</a:t>
            </a:r>
            <a:endParaRPr sz="2550" b="1" i="0" dirty="0">
              <a:solidFill>
                <a:srgbClr val="2C2A29"/>
              </a:solidFill>
              <a:latin typeface="Baghdad" pitchFamily="2" charset="-78"/>
              <a:cs typeface="Baghdad" pitchFamily="2" charset="-78"/>
            </a:endParaRPr>
          </a:p>
        </p:txBody>
      </p:sp>
      <p:sp>
        <p:nvSpPr>
          <p:cNvPr id="3" name="slide-9-number">
            <a:extLst>
              <a:ext uri="{FF2B5EF4-FFF2-40B4-BE49-F238E27FC236}">
                <a16:creationId xmlns:a16="http://schemas.microsoft.com/office/drawing/2014/main" id="{C61F9978-5E90-4DDE-9A15-C6363FAAA9DC}"/>
              </a:ext>
            </a:extLst>
          </p:cNvPr>
          <p:cNvSpPr>
            <a:spLocks noGrp="1"/>
          </p:cNvSpPr>
          <p:nvPr/>
        </p:nvSpPr>
        <p:spPr>
          <a:xfrm>
            <a:off x="8305800" y="323850"/>
            <a:ext cx="361950" cy="228600"/>
          </a:xfrm>
          <a:prstGeom prst="rect">
            <a:avLst/>
          </a:prstGeom>
          <a:noFill/>
          <a:ln w="0">
            <a:noFill/>
            <a:prstDash val="solid"/>
          </a:ln>
        </p:spPr>
        <p:txBody>
          <a:bodyPr wrap="square" lIns="0" tIns="0" rIns="0" bIns="0" anchor="t">
            <a:normAutofit/>
          </a:bodyPr>
          <a:lstStyle>
            <a:defPPr algn="r">
              <a:defRPr sz="975" b="0" i="0">
                <a:solidFill>
                  <a:srgbClr val="627356"/>
                </a:solidFill>
                <a:latin typeface="Prata"/>
                <a:ea typeface="Prata"/>
                <a:cs typeface="Prata"/>
              </a:defRPr>
            </a:defPPr>
            <a:lvl1pPr algn="r">
              <a:defRPr sz="975" b="0" i="0">
                <a:solidFill>
                  <a:srgbClr val="627356"/>
                </a:solidFill>
                <a:latin typeface="Prata"/>
                <a:ea typeface="Prata"/>
                <a:cs typeface="Prata"/>
              </a:defRPr>
            </a:lvl1pPr>
            <a:lvl2pPr algn="r">
              <a:defRPr sz="975" b="0" i="0">
                <a:solidFill>
                  <a:srgbClr val="627356"/>
                </a:solidFill>
                <a:latin typeface="Prata"/>
                <a:ea typeface="Prata"/>
                <a:cs typeface="Prata"/>
              </a:defRPr>
            </a:lvl2pPr>
            <a:lvl3pPr algn="r">
              <a:defRPr sz="975" b="0" i="0">
                <a:solidFill>
                  <a:srgbClr val="627356"/>
                </a:solidFill>
                <a:latin typeface="Prata"/>
                <a:ea typeface="Prata"/>
                <a:cs typeface="Prata"/>
              </a:defRPr>
            </a:lvl3pPr>
            <a:lvl4pPr algn="r">
              <a:defRPr sz="975" b="0" i="0">
                <a:solidFill>
                  <a:srgbClr val="627356"/>
                </a:solidFill>
                <a:latin typeface="Prata"/>
                <a:ea typeface="Prata"/>
                <a:cs typeface="Prata"/>
              </a:defRPr>
            </a:lvl4pPr>
            <a:lvl5pPr algn="r">
              <a:defRPr sz="975" b="0" i="0">
                <a:solidFill>
                  <a:srgbClr val="627356"/>
                </a:solidFill>
                <a:latin typeface="Prata"/>
                <a:ea typeface="Prata"/>
                <a:cs typeface="Prata"/>
              </a:defRPr>
            </a:lvl5pPr>
            <a:lvl6pPr algn="r">
              <a:defRPr sz="975" b="0" i="0">
                <a:solidFill>
                  <a:srgbClr val="627356"/>
                </a:solidFill>
                <a:latin typeface="Prata"/>
                <a:ea typeface="Prata"/>
                <a:cs typeface="Prata"/>
              </a:defRPr>
            </a:lvl6pPr>
            <a:lvl7pPr algn="r">
              <a:defRPr sz="975" b="0" i="0">
                <a:solidFill>
                  <a:srgbClr val="627356"/>
                </a:solidFill>
                <a:latin typeface="Prata"/>
                <a:ea typeface="Prata"/>
                <a:cs typeface="Prata"/>
              </a:defRPr>
            </a:lvl7pPr>
            <a:lvl8pPr algn="r">
              <a:defRPr sz="975" b="0" i="0">
                <a:solidFill>
                  <a:srgbClr val="627356"/>
                </a:solidFill>
                <a:latin typeface="Prata"/>
                <a:ea typeface="Prata"/>
                <a:cs typeface="Prata"/>
              </a:defRPr>
            </a:lvl8pPr>
            <a:lvl9pPr algn="r">
              <a:defRPr sz="975" b="0" i="0">
                <a:solidFill>
                  <a:srgbClr val="627356"/>
                </a:solidFill>
                <a:latin typeface="Prata"/>
                <a:ea typeface="Prata"/>
                <a:cs typeface="Prata"/>
              </a:defRPr>
            </a:lvl9pPr>
          </a:lstStyle>
          <a:p>
            <a:pPr algn="r">
              <a:defRPr sz="975" b="0" i="0">
                <a:solidFill>
                  <a:srgbClr val="627356"/>
                </a:solidFill>
                <a:latin typeface="Prata"/>
                <a:ea typeface="Prata"/>
                <a:cs typeface="Prata"/>
              </a:defRPr>
            </a:pPr>
            <a:r>
              <a:rPr sz="975" b="0" i="0">
                <a:solidFill>
                  <a:srgbClr val="627356"/>
                </a:solidFill>
                <a:latin typeface="Prata"/>
                <a:ea typeface="Prata"/>
                <a:cs typeface="Prata"/>
              </a:rPr>
              <a:t>09</a:t>
            </a:r>
          </a:p>
        </p:txBody>
      </p:sp>
      <p:sp>
        <p:nvSpPr>
          <p:cNvPr id="4" name="team-num-0">
            <a:extLst>
              <a:ext uri="{FF2B5EF4-FFF2-40B4-BE49-F238E27FC236}">
                <a16:creationId xmlns:a16="http://schemas.microsoft.com/office/drawing/2014/main" id="{8D87A0B9-5A43-4E9B-850F-89469106B662}"/>
              </a:ext>
            </a:extLst>
          </p:cNvPr>
          <p:cNvSpPr>
            <a:spLocks noGrp="1"/>
          </p:cNvSpPr>
          <p:nvPr/>
        </p:nvSpPr>
        <p:spPr>
          <a:xfrm>
            <a:off x="495300" y="1162050"/>
            <a:ext cx="457200" cy="400050"/>
          </a:xfrm>
          <a:prstGeom prst="rect">
            <a:avLst/>
          </a:prstGeom>
          <a:noFill/>
          <a:ln w="0">
            <a:noFill/>
            <a:prstDash val="solid"/>
          </a:ln>
        </p:spPr>
        <p:txBody>
          <a:bodyPr wrap="square" lIns="0" tIns="0" rIns="0" bIns="0" anchor="t">
            <a:normAutofit/>
          </a:bodyPr>
          <a:lstStyle>
            <a:defPPr algn="l">
              <a:defRPr sz="2100" b="0" i="0">
                <a:solidFill>
                  <a:srgbClr val="627356"/>
                </a:solidFill>
                <a:latin typeface="Prata"/>
                <a:ea typeface="Prata"/>
                <a:cs typeface="Prata"/>
              </a:defRPr>
            </a:defPPr>
            <a:lvl1pPr algn="l">
              <a:defRPr sz="2100" b="0" i="0">
                <a:solidFill>
                  <a:srgbClr val="627356"/>
                </a:solidFill>
                <a:latin typeface="Prata"/>
                <a:ea typeface="Prata"/>
                <a:cs typeface="Prata"/>
              </a:defRPr>
            </a:lvl1pPr>
            <a:lvl2pPr algn="l">
              <a:defRPr sz="2100" b="0" i="0">
                <a:solidFill>
                  <a:srgbClr val="627356"/>
                </a:solidFill>
                <a:latin typeface="Prata"/>
                <a:ea typeface="Prata"/>
                <a:cs typeface="Prata"/>
              </a:defRPr>
            </a:lvl2pPr>
            <a:lvl3pPr algn="l">
              <a:defRPr sz="2100" b="0" i="0">
                <a:solidFill>
                  <a:srgbClr val="627356"/>
                </a:solidFill>
                <a:latin typeface="Prata"/>
                <a:ea typeface="Prata"/>
                <a:cs typeface="Prata"/>
              </a:defRPr>
            </a:lvl3pPr>
            <a:lvl4pPr algn="l">
              <a:defRPr sz="2100" b="0" i="0">
                <a:solidFill>
                  <a:srgbClr val="627356"/>
                </a:solidFill>
                <a:latin typeface="Prata"/>
                <a:ea typeface="Prata"/>
                <a:cs typeface="Prata"/>
              </a:defRPr>
            </a:lvl4pPr>
            <a:lvl5pPr algn="l">
              <a:defRPr sz="2100" b="0" i="0">
                <a:solidFill>
                  <a:srgbClr val="627356"/>
                </a:solidFill>
                <a:latin typeface="Prata"/>
                <a:ea typeface="Prata"/>
                <a:cs typeface="Prata"/>
              </a:defRPr>
            </a:lvl5pPr>
            <a:lvl6pPr algn="l">
              <a:defRPr sz="2100" b="0" i="0">
                <a:solidFill>
                  <a:srgbClr val="627356"/>
                </a:solidFill>
                <a:latin typeface="Prata"/>
                <a:ea typeface="Prata"/>
                <a:cs typeface="Prata"/>
              </a:defRPr>
            </a:lvl6pPr>
            <a:lvl7pPr algn="l">
              <a:defRPr sz="2100" b="0" i="0">
                <a:solidFill>
                  <a:srgbClr val="627356"/>
                </a:solidFill>
                <a:latin typeface="Prata"/>
                <a:ea typeface="Prata"/>
                <a:cs typeface="Prata"/>
              </a:defRPr>
            </a:lvl7pPr>
            <a:lvl8pPr algn="l">
              <a:defRPr sz="2100" b="0" i="0">
                <a:solidFill>
                  <a:srgbClr val="627356"/>
                </a:solidFill>
                <a:latin typeface="Prata"/>
                <a:ea typeface="Prata"/>
                <a:cs typeface="Prata"/>
              </a:defRPr>
            </a:lvl8pPr>
            <a:lvl9pPr algn="l">
              <a:defRPr sz="2100" b="0" i="0">
                <a:solidFill>
                  <a:srgbClr val="627356"/>
                </a:solidFill>
                <a:latin typeface="Prata"/>
                <a:ea typeface="Prata"/>
                <a:cs typeface="Prata"/>
              </a:defRPr>
            </a:lvl9pPr>
          </a:lstStyle>
          <a:p>
            <a:pPr algn="l">
              <a:defRPr sz="2100" b="0" i="0">
                <a:solidFill>
                  <a:srgbClr val="627356"/>
                </a:solidFill>
                <a:latin typeface="Prata"/>
                <a:ea typeface="Prata"/>
                <a:cs typeface="Prata"/>
              </a:defRPr>
            </a:pPr>
            <a:r>
              <a:rPr sz="2100" b="0" i="0">
                <a:solidFill>
                  <a:srgbClr val="627356"/>
                </a:solidFill>
                <a:latin typeface="Prata"/>
                <a:ea typeface="Prata"/>
                <a:cs typeface="Prata"/>
              </a:rPr>
              <a:t>01</a:t>
            </a:r>
          </a:p>
        </p:txBody>
      </p:sp>
      <p:sp>
        <p:nvSpPr>
          <p:cNvPr id="5" name="team-name-0">
            <a:extLst>
              <a:ext uri="{FF2B5EF4-FFF2-40B4-BE49-F238E27FC236}">
                <a16:creationId xmlns:a16="http://schemas.microsoft.com/office/drawing/2014/main" id="{4D349B02-0C3E-4A0D-9AB7-25E506B6994E}"/>
              </a:ext>
            </a:extLst>
          </p:cNvPr>
          <p:cNvSpPr>
            <a:spLocks noGrp="1"/>
          </p:cNvSpPr>
          <p:nvPr/>
        </p:nvSpPr>
        <p:spPr>
          <a:xfrm>
            <a:off x="495300" y="1733550"/>
            <a:ext cx="1866900" cy="400050"/>
          </a:xfrm>
          <a:prstGeom prst="rect">
            <a:avLst/>
          </a:prstGeom>
          <a:noFill/>
          <a:ln w="0">
            <a:noFill/>
            <a:prstDash val="solid"/>
          </a:ln>
        </p:spPr>
        <p:txBody>
          <a:bodyPr wrap="square" lIns="0" tIns="0" rIns="0" bIns="0" anchor="t">
            <a:normAutofit/>
          </a:bodyPr>
          <a:lstStyle>
            <a:defPPr algn="l">
              <a:defRPr sz="1950" b="0" i="0">
                <a:solidFill>
                  <a:srgbClr val="2C2A29"/>
                </a:solidFill>
                <a:latin typeface="Prata"/>
                <a:ea typeface="Prata"/>
                <a:cs typeface="Prata"/>
              </a:defRPr>
            </a:defPPr>
            <a:lvl1pPr algn="l">
              <a:defRPr sz="1950" b="0" i="0">
                <a:solidFill>
                  <a:srgbClr val="2C2A29"/>
                </a:solidFill>
                <a:latin typeface="Prata"/>
                <a:ea typeface="Prata"/>
                <a:cs typeface="Prata"/>
              </a:defRPr>
            </a:lvl1pPr>
            <a:lvl2pPr algn="l">
              <a:defRPr sz="1950" b="0" i="0">
                <a:solidFill>
                  <a:srgbClr val="2C2A29"/>
                </a:solidFill>
                <a:latin typeface="Prata"/>
                <a:ea typeface="Prata"/>
                <a:cs typeface="Prata"/>
              </a:defRPr>
            </a:lvl2pPr>
            <a:lvl3pPr algn="l">
              <a:defRPr sz="1950" b="0" i="0">
                <a:solidFill>
                  <a:srgbClr val="2C2A29"/>
                </a:solidFill>
                <a:latin typeface="Prata"/>
                <a:ea typeface="Prata"/>
                <a:cs typeface="Prata"/>
              </a:defRPr>
            </a:lvl3pPr>
            <a:lvl4pPr algn="l">
              <a:defRPr sz="1950" b="0" i="0">
                <a:solidFill>
                  <a:srgbClr val="2C2A29"/>
                </a:solidFill>
                <a:latin typeface="Prata"/>
                <a:ea typeface="Prata"/>
                <a:cs typeface="Prata"/>
              </a:defRPr>
            </a:lvl4pPr>
            <a:lvl5pPr algn="l">
              <a:defRPr sz="1950" b="0" i="0">
                <a:solidFill>
                  <a:srgbClr val="2C2A29"/>
                </a:solidFill>
                <a:latin typeface="Prata"/>
                <a:ea typeface="Prata"/>
                <a:cs typeface="Prata"/>
              </a:defRPr>
            </a:lvl5pPr>
            <a:lvl6pPr algn="l">
              <a:defRPr sz="1950" b="0" i="0">
                <a:solidFill>
                  <a:srgbClr val="2C2A29"/>
                </a:solidFill>
                <a:latin typeface="Prata"/>
                <a:ea typeface="Prata"/>
                <a:cs typeface="Prata"/>
              </a:defRPr>
            </a:lvl6pPr>
            <a:lvl7pPr algn="l">
              <a:defRPr sz="1950" b="0" i="0">
                <a:solidFill>
                  <a:srgbClr val="2C2A29"/>
                </a:solidFill>
                <a:latin typeface="Prata"/>
                <a:ea typeface="Prata"/>
                <a:cs typeface="Prata"/>
              </a:defRPr>
            </a:lvl7pPr>
            <a:lvl8pPr algn="l">
              <a:defRPr sz="1950" b="0" i="0">
                <a:solidFill>
                  <a:srgbClr val="2C2A29"/>
                </a:solidFill>
                <a:latin typeface="Prata"/>
                <a:ea typeface="Prata"/>
                <a:cs typeface="Prata"/>
              </a:defRPr>
            </a:lvl8pPr>
            <a:lvl9pPr algn="l">
              <a:defRPr sz="1950" b="0" i="0">
                <a:solidFill>
                  <a:srgbClr val="2C2A29"/>
                </a:solidFill>
                <a:latin typeface="Prata"/>
                <a:ea typeface="Prata"/>
                <a:cs typeface="Prata"/>
              </a:defRPr>
            </a:lvl9pPr>
          </a:lstStyle>
          <a:p>
            <a:pPr algn="l">
              <a:defRPr sz="1950" b="0" i="0">
                <a:solidFill>
                  <a:srgbClr val="2C2A29"/>
                </a:solidFill>
                <a:latin typeface="Prata"/>
                <a:ea typeface="Prata"/>
                <a:cs typeface="Prata"/>
              </a:defRPr>
            </a:pPr>
            <a:r>
              <a:rPr sz="1950" b="0" i="0">
                <a:solidFill>
                  <a:srgbClr val="2C2A29"/>
                </a:solidFill>
                <a:latin typeface="Prata"/>
                <a:ea typeface="Prata"/>
                <a:cs typeface="Prata"/>
              </a:rPr>
              <a:t>Flavian</a:t>
            </a:r>
          </a:p>
        </p:txBody>
      </p:sp>
      <p:sp>
        <p:nvSpPr>
          <p:cNvPr id="6" name="team-role-0">
            <a:extLst>
              <a:ext uri="{FF2B5EF4-FFF2-40B4-BE49-F238E27FC236}">
                <a16:creationId xmlns:a16="http://schemas.microsoft.com/office/drawing/2014/main" id="{3E3C837F-AD41-4729-9E83-939000B56391}"/>
              </a:ext>
            </a:extLst>
          </p:cNvPr>
          <p:cNvSpPr>
            <a:spLocks noGrp="1"/>
          </p:cNvSpPr>
          <p:nvPr/>
        </p:nvSpPr>
        <p:spPr>
          <a:xfrm>
            <a:off x="495300" y="2238375"/>
            <a:ext cx="1866900" cy="361950"/>
          </a:xfrm>
          <a:prstGeom prst="rect">
            <a:avLst/>
          </a:prstGeom>
          <a:noFill/>
          <a:ln w="0">
            <a:noFill/>
            <a:prstDash val="solid"/>
          </a:ln>
        </p:spPr>
        <p:txBody>
          <a:bodyPr wrap="square" lIns="0" tIns="0" rIns="0" bIns="0" anchor="t">
            <a:normAutofit/>
          </a:bodyPr>
          <a:lstStyle>
            <a:defPPr algn="l">
              <a:defRPr sz="863" b="1" i="0">
                <a:solidFill>
                  <a:srgbClr val="627356"/>
                </a:solidFill>
                <a:latin typeface="Lato"/>
                <a:ea typeface="Lato"/>
                <a:cs typeface="Lato"/>
              </a:defRPr>
            </a:defPPr>
            <a:lvl1pPr algn="l">
              <a:defRPr sz="863" b="1" i="0">
                <a:solidFill>
                  <a:srgbClr val="627356"/>
                </a:solidFill>
                <a:latin typeface="Lato"/>
                <a:ea typeface="Lato"/>
                <a:cs typeface="Lato"/>
              </a:defRPr>
            </a:lvl1pPr>
            <a:lvl2pPr algn="l">
              <a:defRPr sz="863" b="1" i="0">
                <a:solidFill>
                  <a:srgbClr val="627356"/>
                </a:solidFill>
                <a:latin typeface="Lato"/>
                <a:ea typeface="Lato"/>
                <a:cs typeface="Lato"/>
              </a:defRPr>
            </a:lvl2pPr>
            <a:lvl3pPr algn="l">
              <a:defRPr sz="863" b="1" i="0">
                <a:solidFill>
                  <a:srgbClr val="627356"/>
                </a:solidFill>
                <a:latin typeface="Lato"/>
                <a:ea typeface="Lato"/>
                <a:cs typeface="Lato"/>
              </a:defRPr>
            </a:lvl3pPr>
            <a:lvl4pPr algn="l">
              <a:defRPr sz="863" b="1" i="0">
                <a:solidFill>
                  <a:srgbClr val="627356"/>
                </a:solidFill>
                <a:latin typeface="Lato"/>
                <a:ea typeface="Lato"/>
                <a:cs typeface="Lato"/>
              </a:defRPr>
            </a:lvl4pPr>
            <a:lvl5pPr algn="l">
              <a:defRPr sz="863" b="1" i="0">
                <a:solidFill>
                  <a:srgbClr val="627356"/>
                </a:solidFill>
                <a:latin typeface="Lato"/>
                <a:ea typeface="Lato"/>
                <a:cs typeface="Lato"/>
              </a:defRPr>
            </a:lvl5pPr>
            <a:lvl6pPr algn="l">
              <a:defRPr sz="863" b="1" i="0">
                <a:solidFill>
                  <a:srgbClr val="627356"/>
                </a:solidFill>
                <a:latin typeface="Lato"/>
                <a:ea typeface="Lato"/>
                <a:cs typeface="Lato"/>
              </a:defRPr>
            </a:lvl6pPr>
            <a:lvl7pPr algn="l">
              <a:defRPr sz="863" b="1" i="0">
                <a:solidFill>
                  <a:srgbClr val="627356"/>
                </a:solidFill>
                <a:latin typeface="Lato"/>
                <a:ea typeface="Lato"/>
                <a:cs typeface="Lato"/>
              </a:defRPr>
            </a:lvl7pPr>
            <a:lvl8pPr algn="l">
              <a:defRPr sz="863" b="1" i="0">
                <a:solidFill>
                  <a:srgbClr val="627356"/>
                </a:solidFill>
                <a:latin typeface="Lato"/>
                <a:ea typeface="Lato"/>
                <a:cs typeface="Lato"/>
              </a:defRPr>
            </a:lvl8pPr>
            <a:lvl9pPr algn="l">
              <a:defRPr sz="863" b="1" i="0">
                <a:solidFill>
                  <a:srgbClr val="627356"/>
                </a:solidFill>
                <a:latin typeface="Lato"/>
                <a:ea typeface="Lato"/>
                <a:cs typeface="Lato"/>
              </a:defRPr>
            </a:lvl9pPr>
          </a:lstStyle>
          <a:p>
            <a:pPr algn="l">
              <a:defRPr sz="863" b="1" i="0">
                <a:solidFill>
                  <a:srgbClr val="627356"/>
                </a:solidFill>
                <a:latin typeface="Lato"/>
                <a:ea typeface="Lato"/>
                <a:cs typeface="Lato"/>
              </a:defRPr>
            </a:pPr>
            <a:r>
              <a:rPr sz="863" b="1" i="0">
                <a:solidFill>
                  <a:srgbClr val="627356"/>
                </a:solidFill>
                <a:latin typeface="Lato"/>
                <a:ea typeface="Lato"/>
                <a:cs typeface="Lato"/>
              </a:rPr>
              <a:t>PLATFORMĂ ȘI INTEGRARE</a:t>
            </a:r>
          </a:p>
        </p:txBody>
      </p:sp>
      <p:sp>
        <p:nvSpPr>
          <p:cNvPr id="7" name="team-owned-0">
            <a:extLst>
              <a:ext uri="{FF2B5EF4-FFF2-40B4-BE49-F238E27FC236}">
                <a16:creationId xmlns:a16="http://schemas.microsoft.com/office/drawing/2014/main" id="{D7F65715-0CB4-4934-86F3-CA5FFA09A7AD}"/>
              </a:ext>
            </a:extLst>
          </p:cNvPr>
          <p:cNvSpPr>
            <a:spLocks noGrp="1"/>
          </p:cNvSpPr>
          <p:nvPr/>
        </p:nvSpPr>
        <p:spPr>
          <a:xfrm>
            <a:off x="495300" y="2705100"/>
            <a:ext cx="1866900" cy="742950"/>
          </a:xfrm>
          <a:prstGeom prst="rect">
            <a:avLst/>
          </a:prstGeom>
          <a:noFill/>
          <a:ln w="0">
            <a:noFill/>
            <a:prstDash val="solid"/>
          </a:ln>
        </p:spPr>
        <p:txBody>
          <a:bodyPr wrap="square" lIns="0" tIns="0" rIns="0" bIns="0" anchor="t">
            <a:normAutofit/>
          </a:bodyPr>
          <a:lstStyle>
            <a:defPPr algn="l">
              <a:defRPr sz="1200" b="0" i="0">
                <a:solidFill>
                  <a:srgbClr val="2C2A29"/>
                </a:solidFill>
                <a:latin typeface="Lato"/>
                <a:ea typeface="Lato"/>
                <a:cs typeface="Lato"/>
              </a:defRPr>
            </a:defPPr>
            <a:lvl1pPr algn="l">
              <a:defRPr sz="1200" b="0" i="0">
                <a:solidFill>
                  <a:srgbClr val="2C2A29"/>
                </a:solidFill>
                <a:latin typeface="Lato"/>
                <a:ea typeface="Lato"/>
                <a:cs typeface="Lato"/>
              </a:defRPr>
            </a:lvl1pPr>
            <a:lvl2pPr algn="l">
              <a:defRPr sz="1200" b="0" i="0">
                <a:solidFill>
                  <a:srgbClr val="2C2A29"/>
                </a:solidFill>
                <a:latin typeface="Lato"/>
                <a:ea typeface="Lato"/>
                <a:cs typeface="Lato"/>
              </a:defRPr>
            </a:lvl2pPr>
            <a:lvl3pPr algn="l">
              <a:defRPr sz="1200" b="0" i="0">
                <a:solidFill>
                  <a:srgbClr val="2C2A29"/>
                </a:solidFill>
                <a:latin typeface="Lato"/>
                <a:ea typeface="Lato"/>
                <a:cs typeface="Lato"/>
              </a:defRPr>
            </a:lvl3pPr>
            <a:lvl4pPr algn="l">
              <a:defRPr sz="1200" b="0" i="0">
                <a:solidFill>
                  <a:srgbClr val="2C2A29"/>
                </a:solidFill>
                <a:latin typeface="Lato"/>
                <a:ea typeface="Lato"/>
                <a:cs typeface="Lato"/>
              </a:defRPr>
            </a:lvl4pPr>
            <a:lvl5pPr algn="l">
              <a:defRPr sz="1200" b="0" i="0">
                <a:solidFill>
                  <a:srgbClr val="2C2A29"/>
                </a:solidFill>
                <a:latin typeface="Lato"/>
                <a:ea typeface="Lato"/>
                <a:cs typeface="Lato"/>
              </a:defRPr>
            </a:lvl5pPr>
            <a:lvl6pPr algn="l">
              <a:defRPr sz="1200" b="0" i="0">
                <a:solidFill>
                  <a:srgbClr val="2C2A29"/>
                </a:solidFill>
                <a:latin typeface="Lato"/>
                <a:ea typeface="Lato"/>
                <a:cs typeface="Lato"/>
              </a:defRPr>
            </a:lvl6pPr>
            <a:lvl7pPr algn="l">
              <a:defRPr sz="1200" b="0" i="0">
                <a:solidFill>
                  <a:srgbClr val="2C2A29"/>
                </a:solidFill>
                <a:latin typeface="Lato"/>
                <a:ea typeface="Lato"/>
                <a:cs typeface="Lato"/>
              </a:defRPr>
            </a:lvl7pPr>
            <a:lvl8pPr algn="l">
              <a:defRPr sz="1200" b="0" i="0">
                <a:solidFill>
                  <a:srgbClr val="2C2A29"/>
                </a:solidFill>
                <a:latin typeface="Lato"/>
                <a:ea typeface="Lato"/>
                <a:cs typeface="Lato"/>
              </a:defRPr>
            </a:lvl8pPr>
            <a:lvl9pPr algn="l">
              <a:defRPr sz="1200" b="0" i="0">
                <a:solidFill>
                  <a:srgbClr val="2C2A29"/>
                </a:solidFill>
                <a:latin typeface="Lato"/>
                <a:ea typeface="Lato"/>
                <a:cs typeface="Lato"/>
              </a:defRPr>
            </a:lvl9pPr>
          </a:lstStyle>
          <a:p>
            <a:pPr algn="l">
              <a:defRPr sz="1200" b="0" i="0">
                <a:solidFill>
                  <a:srgbClr val="2C2A29"/>
                </a:solidFill>
                <a:latin typeface="Lato"/>
                <a:ea typeface="Lato"/>
                <a:cs typeface="Lato"/>
              </a:defRPr>
            </a:pPr>
            <a:r>
              <a:rPr sz="1200" b="0" i="0" dirty="0">
                <a:solidFill>
                  <a:srgbClr val="2C2A29"/>
                </a:solidFill>
                <a:latin typeface="Lato"/>
                <a:ea typeface="Lato"/>
                <a:cs typeface="Lato"/>
              </a:rPr>
              <a:t>API, upload, </a:t>
            </a:r>
            <a:r>
              <a:rPr sz="1200" b="0" i="0" dirty="0" err="1">
                <a:solidFill>
                  <a:srgbClr val="2C2A29"/>
                </a:solidFill>
                <a:latin typeface="Lato"/>
                <a:ea typeface="Lato"/>
                <a:cs typeface="Lato"/>
              </a:rPr>
              <a:t>sumar</a:t>
            </a:r>
            <a:r>
              <a:rPr sz="1200" b="0" i="0" dirty="0">
                <a:solidFill>
                  <a:srgbClr val="2C2A29"/>
                </a:solidFill>
                <a:latin typeface="Lato"/>
                <a:ea typeface="Lato"/>
                <a:cs typeface="Lato"/>
              </a:rPr>
              <a:t>, deployment</a:t>
            </a:r>
          </a:p>
        </p:txBody>
      </p:sp>
      <p:sp>
        <p:nvSpPr>
          <p:cNvPr id="8" name="team-num-1">
            <a:extLst>
              <a:ext uri="{FF2B5EF4-FFF2-40B4-BE49-F238E27FC236}">
                <a16:creationId xmlns:a16="http://schemas.microsoft.com/office/drawing/2014/main" id="{4F3AF0C9-6BD5-46C6-85A4-79D44A56262E}"/>
              </a:ext>
            </a:extLst>
          </p:cNvPr>
          <p:cNvSpPr>
            <a:spLocks noGrp="1"/>
          </p:cNvSpPr>
          <p:nvPr/>
        </p:nvSpPr>
        <p:spPr>
          <a:xfrm>
            <a:off x="2647950" y="1162050"/>
            <a:ext cx="457200" cy="400050"/>
          </a:xfrm>
          <a:prstGeom prst="rect">
            <a:avLst/>
          </a:prstGeom>
          <a:noFill/>
          <a:ln w="0">
            <a:noFill/>
            <a:prstDash val="solid"/>
          </a:ln>
        </p:spPr>
        <p:txBody>
          <a:bodyPr wrap="square" lIns="0" tIns="0" rIns="0" bIns="0" anchor="t">
            <a:normAutofit/>
          </a:bodyPr>
          <a:lstStyle>
            <a:defPPr algn="l">
              <a:defRPr sz="2100" b="0" i="0">
                <a:solidFill>
                  <a:srgbClr val="85441C"/>
                </a:solidFill>
                <a:latin typeface="Prata"/>
                <a:ea typeface="Prata"/>
                <a:cs typeface="Prata"/>
              </a:defRPr>
            </a:defPPr>
            <a:lvl1pPr algn="l">
              <a:defRPr sz="2100" b="0" i="0">
                <a:solidFill>
                  <a:srgbClr val="85441C"/>
                </a:solidFill>
                <a:latin typeface="Prata"/>
                <a:ea typeface="Prata"/>
                <a:cs typeface="Prata"/>
              </a:defRPr>
            </a:lvl1pPr>
            <a:lvl2pPr algn="l">
              <a:defRPr sz="2100" b="0" i="0">
                <a:solidFill>
                  <a:srgbClr val="85441C"/>
                </a:solidFill>
                <a:latin typeface="Prata"/>
                <a:ea typeface="Prata"/>
                <a:cs typeface="Prata"/>
              </a:defRPr>
            </a:lvl2pPr>
            <a:lvl3pPr algn="l">
              <a:defRPr sz="2100" b="0" i="0">
                <a:solidFill>
                  <a:srgbClr val="85441C"/>
                </a:solidFill>
                <a:latin typeface="Prata"/>
                <a:ea typeface="Prata"/>
                <a:cs typeface="Prata"/>
              </a:defRPr>
            </a:lvl3pPr>
            <a:lvl4pPr algn="l">
              <a:defRPr sz="2100" b="0" i="0">
                <a:solidFill>
                  <a:srgbClr val="85441C"/>
                </a:solidFill>
                <a:latin typeface="Prata"/>
                <a:ea typeface="Prata"/>
                <a:cs typeface="Prata"/>
              </a:defRPr>
            </a:lvl4pPr>
            <a:lvl5pPr algn="l">
              <a:defRPr sz="2100" b="0" i="0">
                <a:solidFill>
                  <a:srgbClr val="85441C"/>
                </a:solidFill>
                <a:latin typeface="Prata"/>
                <a:ea typeface="Prata"/>
                <a:cs typeface="Prata"/>
              </a:defRPr>
            </a:lvl5pPr>
            <a:lvl6pPr algn="l">
              <a:defRPr sz="2100" b="0" i="0">
                <a:solidFill>
                  <a:srgbClr val="85441C"/>
                </a:solidFill>
                <a:latin typeface="Prata"/>
                <a:ea typeface="Prata"/>
                <a:cs typeface="Prata"/>
              </a:defRPr>
            </a:lvl6pPr>
            <a:lvl7pPr algn="l">
              <a:defRPr sz="2100" b="0" i="0">
                <a:solidFill>
                  <a:srgbClr val="85441C"/>
                </a:solidFill>
                <a:latin typeface="Prata"/>
                <a:ea typeface="Prata"/>
                <a:cs typeface="Prata"/>
              </a:defRPr>
            </a:lvl7pPr>
            <a:lvl8pPr algn="l">
              <a:defRPr sz="2100" b="0" i="0">
                <a:solidFill>
                  <a:srgbClr val="85441C"/>
                </a:solidFill>
                <a:latin typeface="Prata"/>
                <a:ea typeface="Prata"/>
                <a:cs typeface="Prata"/>
              </a:defRPr>
            </a:lvl8pPr>
            <a:lvl9pPr algn="l">
              <a:defRPr sz="2100" b="0" i="0">
                <a:solidFill>
                  <a:srgbClr val="85441C"/>
                </a:solidFill>
                <a:latin typeface="Prata"/>
                <a:ea typeface="Prata"/>
                <a:cs typeface="Prata"/>
              </a:defRPr>
            </a:lvl9pPr>
          </a:lstStyle>
          <a:p>
            <a:pPr algn="l">
              <a:defRPr sz="2100" b="0" i="0">
                <a:solidFill>
                  <a:srgbClr val="85441C"/>
                </a:solidFill>
                <a:latin typeface="Prata"/>
                <a:ea typeface="Prata"/>
                <a:cs typeface="Prata"/>
              </a:defRPr>
            </a:pPr>
            <a:r>
              <a:rPr sz="2100" b="0" i="0">
                <a:solidFill>
                  <a:srgbClr val="85441C"/>
                </a:solidFill>
                <a:latin typeface="Prata"/>
                <a:ea typeface="Prata"/>
                <a:cs typeface="Prata"/>
              </a:rPr>
              <a:t>02</a:t>
            </a:r>
          </a:p>
        </p:txBody>
      </p:sp>
      <p:sp>
        <p:nvSpPr>
          <p:cNvPr id="9" name="team-name-1">
            <a:extLst>
              <a:ext uri="{FF2B5EF4-FFF2-40B4-BE49-F238E27FC236}">
                <a16:creationId xmlns:a16="http://schemas.microsoft.com/office/drawing/2014/main" id="{B7E87A4F-3530-423A-8A8B-A6909FA55A05}"/>
              </a:ext>
            </a:extLst>
          </p:cNvPr>
          <p:cNvSpPr>
            <a:spLocks noGrp="1"/>
          </p:cNvSpPr>
          <p:nvPr/>
        </p:nvSpPr>
        <p:spPr>
          <a:xfrm>
            <a:off x="2647950" y="1733550"/>
            <a:ext cx="1866900" cy="400050"/>
          </a:xfrm>
          <a:prstGeom prst="rect">
            <a:avLst/>
          </a:prstGeom>
          <a:noFill/>
          <a:ln w="0">
            <a:noFill/>
            <a:prstDash val="solid"/>
          </a:ln>
        </p:spPr>
        <p:txBody>
          <a:bodyPr wrap="square" lIns="0" tIns="0" rIns="0" bIns="0" anchor="t">
            <a:normAutofit/>
          </a:bodyPr>
          <a:lstStyle>
            <a:defPPr algn="l">
              <a:defRPr sz="1950" b="0" i="0">
                <a:solidFill>
                  <a:srgbClr val="2C2A29"/>
                </a:solidFill>
                <a:latin typeface="Prata"/>
                <a:ea typeface="Prata"/>
                <a:cs typeface="Prata"/>
              </a:defRPr>
            </a:defPPr>
            <a:lvl1pPr algn="l">
              <a:defRPr sz="1950" b="0" i="0">
                <a:solidFill>
                  <a:srgbClr val="2C2A29"/>
                </a:solidFill>
                <a:latin typeface="Prata"/>
                <a:ea typeface="Prata"/>
                <a:cs typeface="Prata"/>
              </a:defRPr>
            </a:lvl1pPr>
            <a:lvl2pPr algn="l">
              <a:defRPr sz="1950" b="0" i="0">
                <a:solidFill>
                  <a:srgbClr val="2C2A29"/>
                </a:solidFill>
                <a:latin typeface="Prata"/>
                <a:ea typeface="Prata"/>
                <a:cs typeface="Prata"/>
              </a:defRPr>
            </a:lvl2pPr>
            <a:lvl3pPr algn="l">
              <a:defRPr sz="1950" b="0" i="0">
                <a:solidFill>
                  <a:srgbClr val="2C2A29"/>
                </a:solidFill>
                <a:latin typeface="Prata"/>
                <a:ea typeface="Prata"/>
                <a:cs typeface="Prata"/>
              </a:defRPr>
            </a:lvl3pPr>
            <a:lvl4pPr algn="l">
              <a:defRPr sz="1950" b="0" i="0">
                <a:solidFill>
                  <a:srgbClr val="2C2A29"/>
                </a:solidFill>
                <a:latin typeface="Prata"/>
                <a:ea typeface="Prata"/>
                <a:cs typeface="Prata"/>
              </a:defRPr>
            </a:lvl4pPr>
            <a:lvl5pPr algn="l">
              <a:defRPr sz="1950" b="0" i="0">
                <a:solidFill>
                  <a:srgbClr val="2C2A29"/>
                </a:solidFill>
                <a:latin typeface="Prata"/>
                <a:ea typeface="Prata"/>
                <a:cs typeface="Prata"/>
              </a:defRPr>
            </a:lvl5pPr>
            <a:lvl6pPr algn="l">
              <a:defRPr sz="1950" b="0" i="0">
                <a:solidFill>
                  <a:srgbClr val="2C2A29"/>
                </a:solidFill>
                <a:latin typeface="Prata"/>
                <a:ea typeface="Prata"/>
                <a:cs typeface="Prata"/>
              </a:defRPr>
            </a:lvl6pPr>
            <a:lvl7pPr algn="l">
              <a:defRPr sz="1950" b="0" i="0">
                <a:solidFill>
                  <a:srgbClr val="2C2A29"/>
                </a:solidFill>
                <a:latin typeface="Prata"/>
                <a:ea typeface="Prata"/>
                <a:cs typeface="Prata"/>
              </a:defRPr>
            </a:lvl7pPr>
            <a:lvl8pPr algn="l">
              <a:defRPr sz="1950" b="0" i="0">
                <a:solidFill>
                  <a:srgbClr val="2C2A29"/>
                </a:solidFill>
                <a:latin typeface="Prata"/>
                <a:ea typeface="Prata"/>
                <a:cs typeface="Prata"/>
              </a:defRPr>
            </a:lvl8pPr>
            <a:lvl9pPr algn="l">
              <a:defRPr sz="1950" b="0" i="0">
                <a:solidFill>
                  <a:srgbClr val="2C2A29"/>
                </a:solidFill>
                <a:latin typeface="Prata"/>
                <a:ea typeface="Prata"/>
                <a:cs typeface="Prata"/>
              </a:defRPr>
            </a:lvl9pPr>
          </a:lstStyle>
          <a:p>
            <a:pPr algn="l">
              <a:defRPr sz="1950" b="0" i="0">
                <a:solidFill>
                  <a:srgbClr val="2C2A29"/>
                </a:solidFill>
                <a:latin typeface="Prata"/>
                <a:ea typeface="Prata"/>
                <a:cs typeface="Prata"/>
              </a:defRPr>
            </a:pPr>
            <a:r>
              <a:rPr sz="1950" b="0" i="0">
                <a:solidFill>
                  <a:srgbClr val="2C2A29"/>
                </a:solidFill>
                <a:latin typeface="Prata"/>
                <a:ea typeface="Prata"/>
                <a:cs typeface="Prata"/>
              </a:rPr>
              <a:t>Vlad</a:t>
            </a:r>
          </a:p>
        </p:txBody>
      </p:sp>
      <p:sp>
        <p:nvSpPr>
          <p:cNvPr id="10" name="team-role-1">
            <a:extLst>
              <a:ext uri="{FF2B5EF4-FFF2-40B4-BE49-F238E27FC236}">
                <a16:creationId xmlns:a16="http://schemas.microsoft.com/office/drawing/2014/main" id="{410D000C-8257-4C29-A7EC-47FCC12F8FC1}"/>
              </a:ext>
            </a:extLst>
          </p:cNvPr>
          <p:cNvSpPr>
            <a:spLocks noGrp="1"/>
          </p:cNvSpPr>
          <p:nvPr/>
        </p:nvSpPr>
        <p:spPr>
          <a:xfrm>
            <a:off x="2647950" y="2238375"/>
            <a:ext cx="1866900" cy="361950"/>
          </a:xfrm>
          <a:prstGeom prst="rect">
            <a:avLst/>
          </a:prstGeom>
          <a:noFill/>
          <a:ln w="0">
            <a:noFill/>
            <a:prstDash val="solid"/>
          </a:ln>
        </p:spPr>
        <p:txBody>
          <a:bodyPr wrap="square" lIns="0" tIns="0" rIns="0" bIns="0" anchor="t">
            <a:normAutofit/>
          </a:bodyPr>
          <a:lstStyle>
            <a:defPPr algn="l">
              <a:defRPr sz="863" b="1" i="0">
                <a:solidFill>
                  <a:srgbClr val="85441C"/>
                </a:solidFill>
                <a:latin typeface="Lato"/>
                <a:ea typeface="Lato"/>
                <a:cs typeface="Lato"/>
              </a:defRPr>
            </a:defPPr>
            <a:lvl1pPr algn="l">
              <a:defRPr sz="863" b="1" i="0">
                <a:solidFill>
                  <a:srgbClr val="85441C"/>
                </a:solidFill>
                <a:latin typeface="Lato"/>
                <a:ea typeface="Lato"/>
                <a:cs typeface="Lato"/>
              </a:defRPr>
            </a:lvl1pPr>
            <a:lvl2pPr algn="l">
              <a:defRPr sz="863" b="1" i="0">
                <a:solidFill>
                  <a:srgbClr val="85441C"/>
                </a:solidFill>
                <a:latin typeface="Lato"/>
                <a:ea typeface="Lato"/>
                <a:cs typeface="Lato"/>
              </a:defRPr>
            </a:lvl2pPr>
            <a:lvl3pPr algn="l">
              <a:defRPr sz="863" b="1" i="0">
                <a:solidFill>
                  <a:srgbClr val="85441C"/>
                </a:solidFill>
                <a:latin typeface="Lato"/>
                <a:ea typeface="Lato"/>
                <a:cs typeface="Lato"/>
              </a:defRPr>
            </a:lvl3pPr>
            <a:lvl4pPr algn="l">
              <a:defRPr sz="863" b="1" i="0">
                <a:solidFill>
                  <a:srgbClr val="85441C"/>
                </a:solidFill>
                <a:latin typeface="Lato"/>
                <a:ea typeface="Lato"/>
                <a:cs typeface="Lato"/>
              </a:defRPr>
            </a:lvl4pPr>
            <a:lvl5pPr algn="l">
              <a:defRPr sz="863" b="1" i="0">
                <a:solidFill>
                  <a:srgbClr val="85441C"/>
                </a:solidFill>
                <a:latin typeface="Lato"/>
                <a:ea typeface="Lato"/>
                <a:cs typeface="Lato"/>
              </a:defRPr>
            </a:lvl5pPr>
            <a:lvl6pPr algn="l">
              <a:defRPr sz="863" b="1" i="0">
                <a:solidFill>
                  <a:srgbClr val="85441C"/>
                </a:solidFill>
                <a:latin typeface="Lato"/>
                <a:ea typeface="Lato"/>
                <a:cs typeface="Lato"/>
              </a:defRPr>
            </a:lvl6pPr>
            <a:lvl7pPr algn="l">
              <a:defRPr sz="863" b="1" i="0">
                <a:solidFill>
                  <a:srgbClr val="85441C"/>
                </a:solidFill>
                <a:latin typeface="Lato"/>
                <a:ea typeface="Lato"/>
                <a:cs typeface="Lato"/>
              </a:defRPr>
            </a:lvl7pPr>
            <a:lvl8pPr algn="l">
              <a:defRPr sz="863" b="1" i="0">
                <a:solidFill>
                  <a:srgbClr val="85441C"/>
                </a:solidFill>
                <a:latin typeface="Lato"/>
                <a:ea typeface="Lato"/>
                <a:cs typeface="Lato"/>
              </a:defRPr>
            </a:lvl8pPr>
            <a:lvl9pPr algn="l">
              <a:defRPr sz="863" b="1" i="0">
                <a:solidFill>
                  <a:srgbClr val="85441C"/>
                </a:solidFill>
                <a:latin typeface="Lato"/>
                <a:ea typeface="Lato"/>
                <a:cs typeface="Lato"/>
              </a:defRPr>
            </a:lvl9pPr>
          </a:lstStyle>
          <a:p>
            <a:pPr algn="l">
              <a:defRPr sz="863" b="1" i="0">
                <a:solidFill>
                  <a:srgbClr val="85441C"/>
                </a:solidFill>
                <a:latin typeface="Lato"/>
                <a:ea typeface="Lato"/>
                <a:cs typeface="Lato"/>
              </a:defRPr>
            </a:pPr>
            <a:r>
              <a:rPr sz="863" b="1" i="0">
                <a:solidFill>
                  <a:srgbClr val="85441C"/>
                </a:solidFill>
                <a:latin typeface="Lato"/>
                <a:ea typeface="Lato"/>
                <a:cs typeface="Lato"/>
              </a:rPr>
              <a:t>DIAGNOSTIC AI</a:t>
            </a:r>
          </a:p>
        </p:txBody>
      </p:sp>
      <p:sp>
        <p:nvSpPr>
          <p:cNvPr id="11" name="team-owned-1">
            <a:extLst>
              <a:ext uri="{FF2B5EF4-FFF2-40B4-BE49-F238E27FC236}">
                <a16:creationId xmlns:a16="http://schemas.microsoft.com/office/drawing/2014/main" id="{F327C3DF-3018-4105-B491-FF472012E5C8}"/>
              </a:ext>
            </a:extLst>
          </p:cNvPr>
          <p:cNvSpPr>
            <a:spLocks noGrp="1"/>
          </p:cNvSpPr>
          <p:nvPr/>
        </p:nvSpPr>
        <p:spPr>
          <a:xfrm>
            <a:off x="2647950" y="2705100"/>
            <a:ext cx="1866900" cy="742950"/>
          </a:xfrm>
          <a:prstGeom prst="rect">
            <a:avLst/>
          </a:prstGeom>
          <a:noFill/>
          <a:ln w="0">
            <a:noFill/>
            <a:prstDash val="solid"/>
          </a:ln>
        </p:spPr>
        <p:txBody>
          <a:bodyPr wrap="square" lIns="0" tIns="0" rIns="0" bIns="0" anchor="t">
            <a:normAutofit/>
          </a:bodyPr>
          <a:lstStyle>
            <a:defPPr algn="l">
              <a:defRPr sz="1200" b="0" i="0">
                <a:solidFill>
                  <a:srgbClr val="2C2A29"/>
                </a:solidFill>
                <a:latin typeface="Lato"/>
                <a:ea typeface="Lato"/>
                <a:cs typeface="Lato"/>
              </a:defRPr>
            </a:defPPr>
            <a:lvl1pPr algn="l">
              <a:defRPr sz="1200" b="0" i="0">
                <a:solidFill>
                  <a:srgbClr val="2C2A29"/>
                </a:solidFill>
                <a:latin typeface="Lato"/>
                <a:ea typeface="Lato"/>
                <a:cs typeface="Lato"/>
              </a:defRPr>
            </a:lvl1pPr>
            <a:lvl2pPr algn="l">
              <a:defRPr sz="1200" b="0" i="0">
                <a:solidFill>
                  <a:srgbClr val="2C2A29"/>
                </a:solidFill>
                <a:latin typeface="Lato"/>
                <a:ea typeface="Lato"/>
                <a:cs typeface="Lato"/>
              </a:defRPr>
            </a:lvl2pPr>
            <a:lvl3pPr algn="l">
              <a:defRPr sz="1200" b="0" i="0">
                <a:solidFill>
                  <a:srgbClr val="2C2A29"/>
                </a:solidFill>
                <a:latin typeface="Lato"/>
                <a:ea typeface="Lato"/>
                <a:cs typeface="Lato"/>
              </a:defRPr>
            </a:lvl3pPr>
            <a:lvl4pPr algn="l">
              <a:defRPr sz="1200" b="0" i="0">
                <a:solidFill>
                  <a:srgbClr val="2C2A29"/>
                </a:solidFill>
                <a:latin typeface="Lato"/>
                <a:ea typeface="Lato"/>
                <a:cs typeface="Lato"/>
              </a:defRPr>
            </a:lvl4pPr>
            <a:lvl5pPr algn="l">
              <a:defRPr sz="1200" b="0" i="0">
                <a:solidFill>
                  <a:srgbClr val="2C2A29"/>
                </a:solidFill>
                <a:latin typeface="Lato"/>
                <a:ea typeface="Lato"/>
                <a:cs typeface="Lato"/>
              </a:defRPr>
            </a:lvl5pPr>
            <a:lvl6pPr algn="l">
              <a:defRPr sz="1200" b="0" i="0">
                <a:solidFill>
                  <a:srgbClr val="2C2A29"/>
                </a:solidFill>
                <a:latin typeface="Lato"/>
                <a:ea typeface="Lato"/>
                <a:cs typeface="Lato"/>
              </a:defRPr>
            </a:lvl6pPr>
            <a:lvl7pPr algn="l">
              <a:defRPr sz="1200" b="0" i="0">
                <a:solidFill>
                  <a:srgbClr val="2C2A29"/>
                </a:solidFill>
                <a:latin typeface="Lato"/>
                <a:ea typeface="Lato"/>
                <a:cs typeface="Lato"/>
              </a:defRPr>
            </a:lvl7pPr>
            <a:lvl8pPr algn="l">
              <a:defRPr sz="1200" b="0" i="0">
                <a:solidFill>
                  <a:srgbClr val="2C2A29"/>
                </a:solidFill>
                <a:latin typeface="Lato"/>
                <a:ea typeface="Lato"/>
                <a:cs typeface="Lato"/>
              </a:defRPr>
            </a:lvl8pPr>
            <a:lvl9pPr algn="l">
              <a:defRPr sz="1200" b="0" i="0">
                <a:solidFill>
                  <a:srgbClr val="2C2A29"/>
                </a:solidFill>
                <a:latin typeface="Lato"/>
                <a:ea typeface="Lato"/>
                <a:cs typeface="Lato"/>
              </a:defRPr>
            </a:lvl9pPr>
          </a:lstStyle>
          <a:p>
            <a:pPr algn="l">
              <a:defRPr sz="1200" b="0" i="0">
                <a:solidFill>
                  <a:srgbClr val="2C2A29"/>
                </a:solidFill>
                <a:latin typeface="Lato"/>
                <a:ea typeface="Lato"/>
                <a:cs typeface="Lato"/>
              </a:defRPr>
            </a:pPr>
            <a:r>
              <a:rPr sz="1200" b="0" i="0" dirty="0" err="1">
                <a:solidFill>
                  <a:srgbClr val="2C2A29"/>
                </a:solidFill>
                <a:latin typeface="Lato"/>
                <a:ea typeface="Lato"/>
                <a:cs typeface="Lato"/>
              </a:rPr>
              <a:t>Tipare</a:t>
            </a:r>
            <a:r>
              <a:rPr sz="1200" b="0" i="0" dirty="0">
                <a:solidFill>
                  <a:srgbClr val="2C2A29"/>
                </a:solidFill>
                <a:latin typeface="Lato"/>
                <a:ea typeface="Lato"/>
                <a:cs typeface="Lato"/>
              </a:rPr>
              <a:t>, model </a:t>
            </a:r>
            <a:r>
              <a:rPr sz="1200" b="0" i="0" dirty="0" err="1">
                <a:solidFill>
                  <a:srgbClr val="2C2A29"/>
                </a:solidFill>
                <a:latin typeface="Lato"/>
                <a:ea typeface="Lato"/>
                <a:cs typeface="Lato"/>
              </a:rPr>
              <a:t>și</a:t>
            </a:r>
            <a:r>
              <a:rPr sz="1200" b="0" i="0" dirty="0">
                <a:solidFill>
                  <a:srgbClr val="2C2A29"/>
                </a:solidFill>
                <a:latin typeface="Lato"/>
                <a:ea typeface="Lato"/>
                <a:cs typeface="Lato"/>
              </a:rPr>
              <a:t> </a:t>
            </a:r>
            <a:r>
              <a:rPr sz="1200" b="0" i="0" dirty="0" err="1">
                <a:solidFill>
                  <a:srgbClr val="2C2A29"/>
                </a:solidFill>
                <a:latin typeface="Lato"/>
                <a:ea typeface="Lato"/>
                <a:cs typeface="Lato"/>
              </a:rPr>
              <a:t>grupuri</a:t>
            </a:r>
            <a:r>
              <a:rPr sz="1200" b="0" i="0" dirty="0">
                <a:solidFill>
                  <a:srgbClr val="2C2A29"/>
                </a:solidFill>
                <a:latin typeface="Lato"/>
                <a:ea typeface="Lato"/>
                <a:cs typeface="Lato"/>
              </a:rPr>
              <a:t> de preparate</a:t>
            </a:r>
          </a:p>
        </p:txBody>
      </p:sp>
      <p:sp>
        <p:nvSpPr>
          <p:cNvPr id="12" name="team-num-2">
            <a:extLst>
              <a:ext uri="{FF2B5EF4-FFF2-40B4-BE49-F238E27FC236}">
                <a16:creationId xmlns:a16="http://schemas.microsoft.com/office/drawing/2014/main" id="{2E0BA53C-4D50-4151-8E01-9E896FAB1FD4}"/>
              </a:ext>
            </a:extLst>
          </p:cNvPr>
          <p:cNvSpPr>
            <a:spLocks noGrp="1"/>
          </p:cNvSpPr>
          <p:nvPr/>
        </p:nvSpPr>
        <p:spPr>
          <a:xfrm>
            <a:off x="4800600" y="1162050"/>
            <a:ext cx="457200" cy="400050"/>
          </a:xfrm>
          <a:prstGeom prst="rect">
            <a:avLst/>
          </a:prstGeom>
          <a:noFill/>
          <a:ln w="0">
            <a:noFill/>
            <a:prstDash val="solid"/>
          </a:ln>
        </p:spPr>
        <p:txBody>
          <a:bodyPr wrap="square" lIns="0" tIns="0" rIns="0" bIns="0" anchor="t">
            <a:normAutofit/>
          </a:bodyPr>
          <a:lstStyle>
            <a:defPPr algn="l">
              <a:defRPr sz="2100" b="0" i="0">
                <a:solidFill>
                  <a:srgbClr val="627356"/>
                </a:solidFill>
                <a:latin typeface="Prata"/>
                <a:ea typeface="Prata"/>
                <a:cs typeface="Prata"/>
              </a:defRPr>
            </a:defPPr>
            <a:lvl1pPr algn="l">
              <a:defRPr sz="2100" b="0" i="0">
                <a:solidFill>
                  <a:srgbClr val="627356"/>
                </a:solidFill>
                <a:latin typeface="Prata"/>
                <a:ea typeface="Prata"/>
                <a:cs typeface="Prata"/>
              </a:defRPr>
            </a:lvl1pPr>
            <a:lvl2pPr algn="l">
              <a:defRPr sz="2100" b="0" i="0">
                <a:solidFill>
                  <a:srgbClr val="627356"/>
                </a:solidFill>
                <a:latin typeface="Prata"/>
                <a:ea typeface="Prata"/>
                <a:cs typeface="Prata"/>
              </a:defRPr>
            </a:lvl2pPr>
            <a:lvl3pPr algn="l">
              <a:defRPr sz="2100" b="0" i="0">
                <a:solidFill>
                  <a:srgbClr val="627356"/>
                </a:solidFill>
                <a:latin typeface="Prata"/>
                <a:ea typeface="Prata"/>
                <a:cs typeface="Prata"/>
              </a:defRPr>
            </a:lvl3pPr>
            <a:lvl4pPr algn="l">
              <a:defRPr sz="2100" b="0" i="0">
                <a:solidFill>
                  <a:srgbClr val="627356"/>
                </a:solidFill>
                <a:latin typeface="Prata"/>
                <a:ea typeface="Prata"/>
                <a:cs typeface="Prata"/>
              </a:defRPr>
            </a:lvl4pPr>
            <a:lvl5pPr algn="l">
              <a:defRPr sz="2100" b="0" i="0">
                <a:solidFill>
                  <a:srgbClr val="627356"/>
                </a:solidFill>
                <a:latin typeface="Prata"/>
                <a:ea typeface="Prata"/>
                <a:cs typeface="Prata"/>
              </a:defRPr>
            </a:lvl5pPr>
            <a:lvl6pPr algn="l">
              <a:defRPr sz="2100" b="0" i="0">
                <a:solidFill>
                  <a:srgbClr val="627356"/>
                </a:solidFill>
                <a:latin typeface="Prata"/>
                <a:ea typeface="Prata"/>
                <a:cs typeface="Prata"/>
              </a:defRPr>
            </a:lvl6pPr>
            <a:lvl7pPr algn="l">
              <a:defRPr sz="2100" b="0" i="0">
                <a:solidFill>
                  <a:srgbClr val="627356"/>
                </a:solidFill>
                <a:latin typeface="Prata"/>
                <a:ea typeface="Prata"/>
                <a:cs typeface="Prata"/>
              </a:defRPr>
            </a:lvl7pPr>
            <a:lvl8pPr algn="l">
              <a:defRPr sz="2100" b="0" i="0">
                <a:solidFill>
                  <a:srgbClr val="627356"/>
                </a:solidFill>
                <a:latin typeface="Prata"/>
                <a:ea typeface="Prata"/>
                <a:cs typeface="Prata"/>
              </a:defRPr>
            </a:lvl8pPr>
            <a:lvl9pPr algn="l">
              <a:defRPr sz="2100" b="0" i="0">
                <a:solidFill>
                  <a:srgbClr val="627356"/>
                </a:solidFill>
                <a:latin typeface="Prata"/>
                <a:ea typeface="Prata"/>
                <a:cs typeface="Prata"/>
              </a:defRPr>
            </a:lvl9pPr>
          </a:lstStyle>
          <a:p>
            <a:pPr algn="l">
              <a:defRPr sz="2100" b="0" i="0">
                <a:solidFill>
                  <a:srgbClr val="627356"/>
                </a:solidFill>
                <a:latin typeface="Prata"/>
                <a:ea typeface="Prata"/>
                <a:cs typeface="Prata"/>
              </a:defRPr>
            </a:pPr>
            <a:r>
              <a:rPr sz="2100" b="0" i="0">
                <a:solidFill>
                  <a:srgbClr val="627356"/>
                </a:solidFill>
                <a:latin typeface="Prata"/>
                <a:ea typeface="Prata"/>
                <a:cs typeface="Prata"/>
              </a:rPr>
              <a:t>03</a:t>
            </a:r>
          </a:p>
        </p:txBody>
      </p:sp>
      <p:sp>
        <p:nvSpPr>
          <p:cNvPr id="13" name="team-name-2">
            <a:extLst>
              <a:ext uri="{FF2B5EF4-FFF2-40B4-BE49-F238E27FC236}">
                <a16:creationId xmlns:a16="http://schemas.microsoft.com/office/drawing/2014/main" id="{FA40A895-C1EB-47F6-A788-9AFCBD53ADC6}"/>
              </a:ext>
            </a:extLst>
          </p:cNvPr>
          <p:cNvSpPr>
            <a:spLocks noGrp="1"/>
          </p:cNvSpPr>
          <p:nvPr/>
        </p:nvSpPr>
        <p:spPr>
          <a:xfrm>
            <a:off x="4800600" y="1733550"/>
            <a:ext cx="1866900" cy="400050"/>
          </a:xfrm>
          <a:prstGeom prst="rect">
            <a:avLst/>
          </a:prstGeom>
          <a:noFill/>
          <a:ln w="0">
            <a:noFill/>
            <a:prstDash val="solid"/>
          </a:ln>
        </p:spPr>
        <p:txBody>
          <a:bodyPr wrap="square" lIns="0" tIns="0" rIns="0" bIns="0" anchor="t">
            <a:normAutofit/>
          </a:bodyPr>
          <a:lstStyle>
            <a:defPPr algn="l">
              <a:defRPr sz="1950" b="0" i="0">
                <a:solidFill>
                  <a:srgbClr val="2C2A29"/>
                </a:solidFill>
                <a:latin typeface="Prata"/>
                <a:ea typeface="Prata"/>
                <a:cs typeface="Prata"/>
              </a:defRPr>
            </a:defPPr>
            <a:lvl1pPr algn="l">
              <a:defRPr sz="1950" b="0" i="0">
                <a:solidFill>
                  <a:srgbClr val="2C2A29"/>
                </a:solidFill>
                <a:latin typeface="Prata"/>
                <a:ea typeface="Prata"/>
                <a:cs typeface="Prata"/>
              </a:defRPr>
            </a:lvl1pPr>
            <a:lvl2pPr algn="l">
              <a:defRPr sz="1950" b="0" i="0">
                <a:solidFill>
                  <a:srgbClr val="2C2A29"/>
                </a:solidFill>
                <a:latin typeface="Prata"/>
                <a:ea typeface="Prata"/>
                <a:cs typeface="Prata"/>
              </a:defRPr>
            </a:lvl2pPr>
            <a:lvl3pPr algn="l">
              <a:defRPr sz="1950" b="0" i="0">
                <a:solidFill>
                  <a:srgbClr val="2C2A29"/>
                </a:solidFill>
                <a:latin typeface="Prata"/>
                <a:ea typeface="Prata"/>
                <a:cs typeface="Prata"/>
              </a:defRPr>
            </a:lvl3pPr>
            <a:lvl4pPr algn="l">
              <a:defRPr sz="1950" b="0" i="0">
                <a:solidFill>
                  <a:srgbClr val="2C2A29"/>
                </a:solidFill>
                <a:latin typeface="Prata"/>
                <a:ea typeface="Prata"/>
                <a:cs typeface="Prata"/>
              </a:defRPr>
            </a:lvl4pPr>
            <a:lvl5pPr algn="l">
              <a:defRPr sz="1950" b="0" i="0">
                <a:solidFill>
                  <a:srgbClr val="2C2A29"/>
                </a:solidFill>
                <a:latin typeface="Prata"/>
                <a:ea typeface="Prata"/>
                <a:cs typeface="Prata"/>
              </a:defRPr>
            </a:lvl5pPr>
            <a:lvl6pPr algn="l">
              <a:defRPr sz="1950" b="0" i="0">
                <a:solidFill>
                  <a:srgbClr val="2C2A29"/>
                </a:solidFill>
                <a:latin typeface="Prata"/>
                <a:ea typeface="Prata"/>
                <a:cs typeface="Prata"/>
              </a:defRPr>
            </a:lvl6pPr>
            <a:lvl7pPr algn="l">
              <a:defRPr sz="1950" b="0" i="0">
                <a:solidFill>
                  <a:srgbClr val="2C2A29"/>
                </a:solidFill>
                <a:latin typeface="Prata"/>
                <a:ea typeface="Prata"/>
                <a:cs typeface="Prata"/>
              </a:defRPr>
            </a:lvl7pPr>
            <a:lvl8pPr algn="l">
              <a:defRPr sz="1950" b="0" i="0">
                <a:solidFill>
                  <a:srgbClr val="2C2A29"/>
                </a:solidFill>
                <a:latin typeface="Prata"/>
                <a:ea typeface="Prata"/>
                <a:cs typeface="Prata"/>
              </a:defRPr>
            </a:lvl8pPr>
            <a:lvl9pPr algn="l">
              <a:defRPr sz="1950" b="0" i="0">
                <a:solidFill>
                  <a:srgbClr val="2C2A29"/>
                </a:solidFill>
                <a:latin typeface="Prata"/>
                <a:ea typeface="Prata"/>
                <a:cs typeface="Prata"/>
              </a:defRPr>
            </a:lvl9pPr>
          </a:lstStyle>
          <a:p>
            <a:pPr algn="l">
              <a:defRPr sz="1950" b="0" i="0">
                <a:solidFill>
                  <a:srgbClr val="2C2A29"/>
                </a:solidFill>
                <a:latin typeface="Prata"/>
                <a:ea typeface="Prata"/>
                <a:cs typeface="Prata"/>
              </a:defRPr>
            </a:pPr>
            <a:r>
              <a:rPr sz="1950" b="0" i="0">
                <a:solidFill>
                  <a:srgbClr val="2C2A29"/>
                </a:solidFill>
                <a:latin typeface="Prata"/>
                <a:ea typeface="Prata"/>
                <a:cs typeface="Prata"/>
              </a:rPr>
              <a:t>Alex</a:t>
            </a:r>
          </a:p>
        </p:txBody>
      </p:sp>
      <p:sp>
        <p:nvSpPr>
          <p:cNvPr id="14" name="team-role-2">
            <a:extLst>
              <a:ext uri="{FF2B5EF4-FFF2-40B4-BE49-F238E27FC236}">
                <a16:creationId xmlns:a16="http://schemas.microsoft.com/office/drawing/2014/main" id="{36F3926E-4A1A-40D9-8CB1-400B17C9B11F}"/>
              </a:ext>
            </a:extLst>
          </p:cNvPr>
          <p:cNvSpPr>
            <a:spLocks noGrp="1"/>
          </p:cNvSpPr>
          <p:nvPr/>
        </p:nvSpPr>
        <p:spPr>
          <a:xfrm>
            <a:off x="4800600" y="2238375"/>
            <a:ext cx="1866900" cy="361950"/>
          </a:xfrm>
          <a:prstGeom prst="rect">
            <a:avLst/>
          </a:prstGeom>
          <a:noFill/>
          <a:ln w="0">
            <a:noFill/>
            <a:prstDash val="solid"/>
          </a:ln>
        </p:spPr>
        <p:txBody>
          <a:bodyPr wrap="square" lIns="0" tIns="0" rIns="0" bIns="0" anchor="t">
            <a:normAutofit/>
          </a:bodyPr>
          <a:lstStyle>
            <a:defPPr algn="l">
              <a:defRPr sz="863" b="1" i="0">
                <a:solidFill>
                  <a:srgbClr val="627356"/>
                </a:solidFill>
                <a:latin typeface="Lato"/>
                <a:ea typeface="Lato"/>
                <a:cs typeface="Lato"/>
              </a:defRPr>
            </a:defPPr>
            <a:lvl1pPr algn="l">
              <a:defRPr sz="863" b="1" i="0">
                <a:solidFill>
                  <a:srgbClr val="627356"/>
                </a:solidFill>
                <a:latin typeface="Lato"/>
                <a:ea typeface="Lato"/>
                <a:cs typeface="Lato"/>
              </a:defRPr>
            </a:lvl1pPr>
            <a:lvl2pPr algn="l">
              <a:defRPr sz="863" b="1" i="0">
                <a:solidFill>
                  <a:srgbClr val="627356"/>
                </a:solidFill>
                <a:latin typeface="Lato"/>
                <a:ea typeface="Lato"/>
                <a:cs typeface="Lato"/>
              </a:defRPr>
            </a:lvl2pPr>
            <a:lvl3pPr algn="l">
              <a:defRPr sz="863" b="1" i="0">
                <a:solidFill>
                  <a:srgbClr val="627356"/>
                </a:solidFill>
                <a:latin typeface="Lato"/>
                <a:ea typeface="Lato"/>
                <a:cs typeface="Lato"/>
              </a:defRPr>
            </a:lvl3pPr>
            <a:lvl4pPr algn="l">
              <a:defRPr sz="863" b="1" i="0">
                <a:solidFill>
                  <a:srgbClr val="627356"/>
                </a:solidFill>
                <a:latin typeface="Lato"/>
                <a:ea typeface="Lato"/>
                <a:cs typeface="Lato"/>
              </a:defRPr>
            </a:lvl4pPr>
            <a:lvl5pPr algn="l">
              <a:defRPr sz="863" b="1" i="0">
                <a:solidFill>
                  <a:srgbClr val="627356"/>
                </a:solidFill>
                <a:latin typeface="Lato"/>
                <a:ea typeface="Lato"/>
                <a:cs typeface="Lato"/>
              </a:defRPr>
            </a:lvl5pPr>
            <a:lvl6pPr algn="l">
              <a:defRPr sz="863" b="1" i="0">
                <a:solidFill>
                  <a:srgbClr val="627356"/>
                </a:solidFill>
                <a:latin typeface="Lato"/>
                <a:ea typeface="Lato"/>
                <a:cs typeface="Lato"/>
              </a:defRPr>
            </a:lvl6pPr>
            <a:lvl7pPr algn="l">
              <a:defRPr sz="863" b="1" i="0">
                <a:solidFill>
                  <a:srgbClr val="627356"/>
                </a:solidFill>
                <a:latin typeface="Lato"/>
                <a:ea typeface="Lato"/>
                <a:cs typeface="Lato"/>
              </a:defRPr>
            </a:lvl7pPr>
            <a:lvl8pPr algn="l">
              <a:defRPr sz="863" b="1" i="0">
                <a:solidFill>
                  <a:srgbClr val="627356"/>
                </a:solidFill>
                <a:latin typeface="Lato"/>
                <a:ea typeface="Lato"/>
                <a:cs typeface="Lato"/>
              </a:defRPr>
            </a:lvl8pPr>
            <a:lvl9pPr algn="l">
              <a:defRPr sz="863" b="1" i="0">
                <a:solidFill>
                  <a:srgbClr val="627356"/>
                </a:solidFill>
                <a:latin typeface="Lato"/>
                <a:ea typeface="Lato"/>
                <a:cs typeface="Lato"/>
              </a:defRPr>
            </a:lvl9pPr>
          </a:lstStyle>
          <a:p>
            <a:pPr algn="l">
              <a:defRPr sz="863" b="1" i="0">
                <a:solidFill>
                  <a:srgbClr val="627356"/>
                </a:solidFill>
                <a:latin typeface="Lato"/>
                <a:ea typeface="Lato"/>
                <a:cs typeface="Lato"/>
              </a:defRPr>
            </a:pPr>
            <a:r>
              <a:rPr sz="863" b="1" i="0">
                <a:solidFill>
                  <a:srgbClr val="627356"/>
                </a:solidFill>
                <a:latin typeface="Lato"/>
                <a:ea typeface="Lato"/>
                <a:cs typeface="Lato"/>
              </a:rPr>
              <a:t>REDISTRIBUIRE</a:t>
            </a:r>
          </a:p>
        </p:txBody>
      </p:sp>
      <p:sp>
        <p:nvSpPr>
          <p:cNvPr id="15" name="team-owned-2">
            <a:extLst>
              <a:ext uri="{FF2B5EF4-FFF2-40B4-BE49-F238E27FC236}">
                <a16:creationId xmlns:a16="http://schemas.microsoft.com/office/drawing/2014/main" id="{67AEF529-AC66-469A-9110-631B0A9D98B4}"/>
              </a:ext>
            </a:extLst>
          </p:cNvPr>
          <p:cNvSpPr>
            <a:spLocks noGrp="1"/>
          </p:cNvSpPr>
          <p:nvPr/>
        </p:nvSpPr>
        <p:spPr>
          <a:xfrm>
            <a:off x="4800600" y="2705100"/>
            <a:ext cx="1866900" cy="742950"/>
          </a:xfrm>
          <a:prstGeom prst="rect">
            <a:avLst/>
          </a:prstGeom>
          <a:noFill/>
          <a:ln w="0">
            <a:noFill/>
            <a:prstDash val="solid"/>
          </a:ln>
        </p:spPr>
        <p:txBody>
          <a:bodyPr wrap="square" lIns="0" tIns="0" rIns="0" bIns="0" anchor="t">
            <a:normAutofit/>
          </a:bodyPr>
          <a:lstStyle>
            <a:defPPr algn="l">
              <a:defRPr sz="1200" b="0" i="0">
                <a:solidFill>
                  <a:srgbClr val="2C2A29"/>
                </a:solidFill>
                <a:latin typeface="Lato"/>
                <a:ea typeface="Lato"/>
                <a:cs typeface="Lato"/>
              </a:defRPr>
            </a:defPPr>
            <a:lvl1pPr algn="l">
              <a:defRPr sz="1200" b="0" i="0">
                <a:solidFill>
                  <a:srgbClr val="2C2A29"/>
                </a:solidFill>
                <a:latin typeface="Lato"/>
                <a:ea typeface="Lato"/>
                <a:cs typeface="Lato"/>
              </a:defRPr>
            </a:lvl1pPr>
            <a:lvl2pPr algn="l">
              <a:defRPr sz="1200" b="0" i="0">
                <a:solidFill>
                  <a:srgbClr val="2C2A29"/>
                </a:solidFill>
                <a:latin typeface="Lato"/>
                <a:ea typeface="Lato"/>
                <a:cs typeface="Lato"/>
              </a:defRPr>
            </a:lvl2pPr>
            <a:lvl3pPr algn="l">
              <a:defRPr sz="1200" b="0" i="0">
                <a:solidFill>
                  <a:srgbClr val="2C2A29"/>
                </a:solidFill>
                <a:latin typeface="Lato"/>
                <a:ea typeface="Lato"/>
                <a:cs typeface="Lato"/>
              </a:defRPr>
            </a:lvl3pPr>
            <a:lvl4pPr algn="l">
              <a:defRPr sz="1200" b="0" i="0">
                <a:solidFill>
                  <a:srgbClr val="2C2A29"/>
                </a:solidFill>
                <a:latin typeface="Lato"/>
                <a:ea typeface="Lato"/>
                <a:cs typeface="Lato"/>
              </a:defRPr>
            </a:lvl4pPr>
            <a:lvl5pPr algn="l">
              <a:defRPr sz="1200" b="0" i="0">
                <a:solidFill>
                  <a:srgbClr val="2C2A29"/>
                </a:solidFill>
                <a:latin typeface="Lato"/>
                <a:ea typeface="Lato"/>
                <a:cs typeface="Lato"/>
              </a:defRPr>
            </a:lvl5pPr>
            <a:lvl6pPr algn="l">
              <a:defRPr sz="1200" b="0" i="0">
                <a:solidFill>
                  <a:srgbClr val="2C2A29"/>
                </a:solidFill>
                <a:latin typeface="Lato"/>
                <a:ea typeface="Lato"/>
                <a:cs typeface="Lato"/>
              </a:defRPr>
            </a:lvl6pPr>
            <a:lvl7pPr algn="l">
              <a:defRPr sz="1200" b="0" i="0">
                <a:solidFill>
                  <a:srgbClr val="2C2A29"/>
                </a:solidFill>
                <a:latin typeface="Lato"/>
                <a:ea typeface="Lato"/>
                <a:cs typeface="Lato"/>
              </a:defRPr>
            </a:lvl7pPr>
            <a:lvl8pPr algn="l">
              <a:defRPr sz="1200" b="0" i="0">
                <a:solidFill>
                  <a:srgbClr val="2C2A29"/>
                </a:solidFill>
                <a:latin typeface="Lato"/>
                <a:ea typeface="Lato"/>
                <a:cs typeface="Lato"/>
              </a:defRPr>
            </a:lvl8pPr>
            <a:lvl9pPr algn="l">
              <a:defRPr sz="1200" b="0" i="0">
                <a:solidFill>
                  <a:srgbClr val="2C2A29"/>
                </a:solidFill>
                <a:latin typeface="Lato"/>
                <a:ea typeface="Lato"/>
                <a:cs typeface="Lato"/>
              </a:defRPr>
            </a:lvl9pPr>
          </a:lstStyle>
          <a:p>
            <a:pPr algn="l">
              <a:defRPr sz="1200" b="0" i="0">
                <a:solidFill>
                  <a:srgbClr val="2C2A29"/>
                </a:solidFill>
                <a:latin typeface="Lato"/>
                <a:ea typeface="Lato"/>
                <a:cs typeface="Lato"/>
              </a:defRPr>
            </a:pPr>
            <a:r>
              <a:rPr sz="1200" b="0" i="0" dirty="0" err="1">
                <a:solidFill>
                  <a:srgbClr val="2C2A29"/>
                </a:solidFill>
                <a:latin typeface="Lato"/>
                <a:ea typeface="Lato"/>
                <a:cs typeface="Lato"/>
              </a:rPr>
              <a:t>Oferte</a:t>
            </a:r>
            <a:r>
              <a:rPr sz="1200" b="0" i="0" dirty="0">
                <a:solidFill>
                  <a:srgbClr val="2C2A29"/>
                </a:solidFill>
                <a:latin typeface="Lato"/>
                <a:ea typeface="Lato"/>
                <a:cs typeface="Lato"/>
              </a:rPr>
              <a:t>, matching</a:t>
            </a:r>
            <a:r>
              <a:rPr lang="ro-RO" sz="1200" b="0" i="0" dirty="0">
                <a:solidFill>
                  <a:srgbClr val="2C2A29"/>
                </a:solidFill>
                <a:latin typeface="Lato"/>
                <a:ea typeface="Lato"/>
                <a:cs typeface="Lato"/>
              </a:rPr>
              <a:t> si</a:t>
            </a:r>
            <a:r>
              <a:rPr sz="1200" b="0" i="0" dirty="0">
                <a:solidFill>
                  <a:srgbClr val="2C2A29"/>
                </a:solidFill>
                <a:latin typeface="Lato"/>
                <a:ea typeface="Lato"/>
                <a:cs typeface="Lato"/>
              </a:rPr>
              <a:t> </a:t>
            </a:r>
            <a:r>
              <a:rPr sz="1200" b="0" i="0" dirty="0" err="1">
                <a:solidFill>
                  <a:srgbClr val="2C2A29"/>
                </a:solidFill>
                <a:latin typeface="Lato"/>
                <a:ea typeface="Lato"/>
                <a:cs typeface="Lato"/>
              </a:rPr>
              <a:t>rezervări</a:t>
            </a:r>
            <a:r>
              <a:rPr lang="ro-RO" dirty="0"/>
              <a:t>.</a:t>
            </a:r>
            <a:endParaRPr sz="1200" b="0" i="0" dirty="0">
              <a:solidFill>
                <a:srgbClr val="2C2A29"/>
              </a:solidFill>
              <a:latin typeface="Lato"/>
              <a:ea typeface="Lato"/>
              <a:cs typeface="Lato"/>
            </a:endParaRPr>
          </a:p>
        </p:txBody>
      </p:sp>
      <p:sp>
        <p:nvSpPr>
          <p:cNvPr id="16" name="team-num-3">
            <a:extLst>
              <a:ext uri="{FF2B5EF4-FFF2-40B4-BE49-F238E27FC236}">
                <a16:creationId xmlns:a16="http://schemas.microsoft.com/office/drawing/2014/main" id="{0E90814E-A245-4947-9AF8-50B4E05E14B1}"/>
              </a:ext>
            </a:extLst>
          </p:cNvPr>
          <p:cNvSpPr>
            <a:spLocks noGrp="1"/>
          </p:cNvSpPr>
          <p:nvPr/>
        </p:nvSpPr>
        <p:spPr>
          <a:xfrm>
            <a:off x="6953250" y="1162050"/>
            <a:ext cx="457200" cy="400050"/>
          </a:xfrm>
          <a:prstGeom prst="rect">
            <a:avLst/>
          </a:prstGeom>
          <a:noFill/>
          <a:ln w="0">
            <a:noFill/>
            <a:prstDash val="solid"/>
          </a:ln>
        </p:spPr>
        <p:txBody>
          <a:bodyPr wrap="square" lIns="0" tIns="0" rIns="0" bIns="0" anchor="t">
            <a:normAutofit/>
          </a:bodyPr>
          <a:lstStyle>
            <a:defPPr algn="l">
              <a:defRPr sz="2100" b="0" i="0">
                <a:solidFill>
                  <a:srgbClr val="85441C"/>
                </a:solidFill>
                <a:latin typeface="Prata"/>
                <a:ea typeface="Prata"/>
                <a:cs typeface="Prata"/>
              </a:defRPr>
            </a:defPPr>
            <a:lvl1pPr algn="l">
              <a:defRPr sz="2100" b="0" i="0">
                <a:solidFill>
                  <a:srgbClr val="85441C"/>
                </a:solidFill>
                <a:latin typeface="Prata"/>
                <a:ea typeface="Prata"/>
                <a:cs typeface="Prata"/>
              </a:defRPr>
            </a:lvl1pPr>
            <a:lvl2pPr algn="l">
              <a:defRPr sz="2100" b="0" i="0">
                <a:solidFill>
                  <a:srgbClr val="85441C"/>
                </a:solidFill>
                <a:latin typeface="Prata"/>
                <a:ea typeface="Prata"/>
                <a:cs typeface="Prata"/>
              </a:defRPr>
            </a:lvl2pPr>
            <a:lvl3pPr algn="l">
              <a:defRPr sz="2100" b="0" i="0">
                <a:solidFill>
                  <a:srgbClr val="85441C"/>
                </a:solidFill>
                <a:latin typeface="Prata"/>
                <a:ea typeface="Prata"/>
                <a:cs typeface="Prata"/>
              </a:defRPr>
            </a:lvl3pPr>
            <a:lvl4pPr algn="l">
              <a:defRPr sz="2100" b="0" i="0">
                <a:solidFill>
                  <a:srgbClr val="85441C"/>
                </a:solidFill>
                <a:latin typeface="Prata"/>
                <a:ea typeface="Prata"/>
                <a:cs typeface="Prata"/>
              </a:defRPr>
            </a:lvl4pPr>
            <a:lvl5pPr algn="l">
              <a:defRPr sz="2100" b="0" i="0">
                <a:solidFill>
                  <a:srgbClr val="85441C"/>
                </a:solidFill>
                <a:latin typeface="Prata"/>
                <a:ea typeface="Prata"/>
                <a:cs typeface="Prata"/>
              </a:defRPr>
            </a:lvl5pPr>
            <a:lvl6pPr algn="l">
              <a:defRPr sz="2100" b="0" i="0">
                <a:solidFill>
                  <a:srgbClr val="85441C"/>
                </a:solidFill>
                <a:latin typeface="Prata"/>
                <a:ea typeface="Prata"/>
                <a:cs typeface="Prata"/>
              </a:defRPr>
            </a:lvl6pPr>
            <a:lvl7pPr algn="l">
              <a:defRPr sz="2100" b="0" i="0">
                <a:solidFill>
                  <a:srgbClr val="85441C"/>
                </a:solidFill>
                <a:latin typeface="Prata"/>
                <a:ea typeface="Prata"/>
                <a:cs typeface="Prata"/>
              </a:defRPr>
            </a:lvl7pPr>
            <a:lvl8pPr algn="l">
              <a:defRPr sz="2100" b="0" i="0">
                <a:solidFill>
                  <a:srgbClr val="85441C"/>
                </a:solidFill>
                <a:latin typeface="Prata"/>
                <a:ea typeface="Prata"/>
                <a:cs typeface="Prata"/>
              </a:defRPr>
            </a:lvl8pPr>
            <a:lvl9pPr algn="l">
              <a:defRPr sz="2100" b="0" i="0">
                <a:solidFill>
                  <a:srgbClr val="85441C"/>
                </a:solidFill>
                <a:latin typeface="Prata"/>
                <a:ea typeface="Prata"/>
                <a:cs typeface="Prata"/>
              </a:defRPr>
            </a:lvl9pPr>
          </a:lstStyle>
          <a:p>
            <a:pPr algn="l">
              <a:defRPr sz="2100" b="0" i="0">
                <a:solidFill>
                  <a:srgbClr val="85441C"/>
                </a:solidFill>
                <a:latin typeface="Prata"/>
                <a:ea typeface="Prata"/>
                <a:cs typeface="Prata"/>
              </a:defRPr>
            </a:pPr>
            <a:r>
              <a:rPr sz="2100" b="0" i="0">
                <a:solidFill>
                  <a:srgbClr val="85441C"/>
                </a:solidFill>
                <a:latin typeface="Prata"/>
                <a:ea typeface="Prata"/>
                <a:cs typeface="Prata"/>
              </a:rPr>
              <a:t>04</a:t>
            </a:r>
          </a:p>
        </p:txBody>
      </p:sp>
      <p:sp>
        <p:nvSpPr>
          <p:cNvPr id="17" name="team-name-3">
            <a:extLst>
              <a:ext uri="{FF2B5EF4-FFF2-40B4-BE49-F238E27FC236}">
                <a16:creationId xmlns:a16="http://schemas.microsoft.com/office/drawing/2014/main" id="{FA8EEA5B-7936-4011-A3F2-8EDEE169DBCC}"/>
              </a:ext>
            </a:extLst>
          </p:cNvPr>
          <p:cNvSpPr>
            <a:spLocks noGrp="1"/>
          </p:cNvSpPr>
          <p:nvPr/>
        </p:nvSpPr>
        <p:spPr>
          <a:xfrm>
            <a:off x="6953250" y="1733550"/>
            <a:ext cx="1866900" cy="400050"/>
          </a:xfrm>
          <a:prstGeom prst="rect">
            <a:avLst/>
          </a:prstGeom>
          <a:noFill/>
          <a:ln w="0">
            <a:noFill/>
            <a:prstDash val="solid"/>
          </a:ln>
        </p:spPr>
        <p:txBody>
          <a:bodyPr wrap="square" lIns="0" tIns="0" rIns="0" bIns="0" anchor="t">
            <a:normAutofit/>
          </a:bodyPr>
          <a:lstStyle>
            <a:defPPr algn="l">
              <a:defRPr sz="1950" b="0" i="0">
                <a:solidFill>
                  <a:srgbClr val="2C2A29"/>
                </a:solidFill>
                <a:latin typeface="Prata"/>
                <a:ea typeface="Prata"/>
                <a:cs typeface="Prata"/>
              </a:defRPr>
            </a:defPPr>
            <a:lvl1pPr algn="l">
              <a:defRPr sz="1950" b="0" i="0">
                <a:solidFill>
                  <a:srgbClr val="2C2A29"/>
                </a:solidFill>
                <a:latin typeface="Prata"/>
                <a:ea typeface="Prata"/>
                <a:cs typeface="Prata"/>
              </a:defRPr>
            </a:lvl1pPr>
            <a:lvl2pPr algn="l">
              <a:defRPr sz="1950" b="0" i="0">
                <a:solidFill>
                  <a:srgbClr val="2C2A29"/>
                </a:solidFill>
                <a:latin typeface="Prata"/>
                <a:ea typeface="Prata"/>
                <a:cs typeface="Prata"/>
              </a:defRPr>
            </a:lvl2pPr>
            <a:lvl3pPr algn="l">
              <a:defRPr sz="1950" b="0" i="0">
                <a:solidFill>
                  <a:srgbClr val="2C2A29"/>
                </a:solidFill>
                <a:latin typeface="Prata"/>
                <a:ea typeface="Prata"/>
                <a:cs typeface="Prata"/>
              </a:defRPr>
            </a:lvl3pPr>
            <a:lvl4pPr algn="l">
              <a:defRPr sz="1950" b="0" i="0">
                <a:solidFill>
                  <a:srgbClr val="2C2A29"/>
                </a:solidFill>
                <a:latin typeface="Prata"/>
                <a:ea typeface="Prata"/>
                <a:cs typeface="Prata"/>
              </a:defRPr>
            </a:lvl4pPr>
            <a:lvl5pPr algn="l">
              <a:defRPr sz="1950" b="0" i="0">
                <a:solidFill>
                  <a:srgbClr val="2C2A29"/>
                </a:solidFill>
                <a:latin typeface="Prata"/>
                <a:ea typeface="Prata"/>
                <a:cs typeface="Prata"/>
              </a:defRPr>
            </a:lvl5pPr>
            <a:lvl6pPr algn="l">
              <a:defRPr sz="1950" b="0" i="0">
                <a:solidFill>
                  <a:srgbClr val="2C2A29"/>
                </a:solidFill>
                <a:latin typeface="Prata"/>
                <a:ea typeface="Prata"/>
                <a:cs typeface="Prata"/>
              </a:defRPr>
            </a:lvl6pPr>
            <a:lvl7pPr algn="l">
              <a:defRPr sz="1950" b="0" i="0">
                <a:solidFill>
                  <a:srgbClr val="2C2A29"/>
                </a:solidFill>
                <a:latin typeface="Prata"/>
                <a:ea typeface="Prata"/>
                <a:cs typeface="Prata"/>
              </a:defRPr>
            </a:lvl7pPr>
            <a:lvl8pPr algn="l">
              <a:defRPr sz="1950" b="0" i="0">
                <a:solidFill>
                  <a:srgbClr val="2C2A29"/>
                </a:solidFill>
                <a:latin typeface="Prata"/>
                <a:ea typeface="Prata"/>
                <a:cs typeface="Prata"/>
              </a:defRPr>
            </a:lvl8pPr>
            <a:lvl9pPr algn="l">
              <a:defRPr sz="1950" b="0" i="0">
                <a:solidFill>
                  <a:srgbClr val="2C2A29"/>
                </a:solidFill>
                <a:latin typeface="Prata"/>
                <a:ea typeface="Prata"/>
                <a:cs typeface="Prata"/>
              </a:defRPr>
            </a:lvl9pPr>
          </a:lstStyle>
          <a:p>
            <a:pPr algn="l">
              <a:defRPr sz="1950" b="0" i="0">
                <a:solidFill>
                  <a:srgbClr val="2C2A29"/>
                </a:solidFill>
                <a:latin typeface="Prata"/>
                <a:ea typeface="Prata"/>
                <a:cs typeface="Prata"/>
              </a:defRPr>
            </a:pPr>
            <a:r>
              <a:rPr sz="1950" b="0" i="0">
                <a:solidFill>
                  <a:srgbClr val="2C2A29"/>
                </a:solidFill>
                <a:latin typeface="Prata"/>
                <a:ea typeface="Prata"/>
                <a:cs typeface="Prata"/>
              </a:rPr>
              <a:t>Cristian</a:t>
            </a:r>
          </a:p>
        </p:txBody>
      </p:sp>
      <p:sp>
        <p:nvSpPr>
          <p:cNvPr id="18" name="team-role-3">
            <a:extLst>
              <a:ext uri="{FF2B5EF4-FFF2-40B4-BE49-F238E27FC236}">
                <a16:creationId xmlns:a16="http://schemas.microsoft.com/office/drawing/2014/main" id="{2CD8AE78-7410-4AED-B2CF-EA0DFDE9AC57}"/>
              </a:ext>
            </a:extLst>
          </p:cNvPr>
          <p:cNvSpPr>
            <a:spLocks noGrp="1"/>
          </p:cNvSpPr>
          <p:nvPr/>
        </p:nvSpPr>
        <p:spPr>
          <a:xfrm>
            <a:off x="6953250" y="2238375"/>
            <a:ext cx="1866900" cy="361950"/>
          </a:xfrm>
          <a:prstGeom prst="rect">
            <a:avLst/>
          </a:prstGeom>
          <a:noFill/>
          <a:ln w="0">
            <a:noFill/>
            <a:prstDash val="solid"/>
          </a:ln>
        </p:spPr>
        <p:txBody>
          <a:bodyPr wrap="square" lIns="0" tIns="0" rIns="0" bIns="0" anchor="t">
            <a:normAutofit/>
          </a:bodyPr>
          <a:lstStyle>
            <a:defPPr algn="l">
              <a:defRPr sz="863" b="1" i="0">
                <a:solidFill>
                  <a:srgbClr val="85441C"/>
                </a:solidFill>
                <a:latin typeface="Lato"/>
                <a:ea typeface="Lato"/>
                <a:cs typeface="Lato"/>
              </a:defRPr>
            </a:defPPr>
            <a:lvl1pPr algn="l">
              <a:defRPr sz="863" b="1" i="0">
                <a:solidFill>
                  <a:srgbClr val="85441C"/>
                </a:solidFill>
                <a:latin typeface="Lato"/>
                <a:ea typeface="Lato"/>
                <a:cs typeface="Lato"/>
              </a:defRPr>
            </a:lvl1pPr>
            <a:lvl2pPr algn="l">
              <a:defRPr sz="863" b="1" i="0">
                <a:solidFill>
                  <a:srgbClr val="85441C"/>
                </a:solidFill>
                <a:latin typeface="Lato"/>
                <a:ea typeface="Lato"/>
                <a:cs typeface="Lato"/>
              </a:defRPr>
            </a:lvl2pPr>
            <a:lvl3pPr algn="l">
              <a:defRPr sz="863" b="1" i="0">
                <a:solidFill>
                  <a:srgbClr val="85441C"/>
                </a:solidFill>
                <a:latin typeface="Lato"/>
                <a:ea typeface="Lato"/>
                <a:cs typeface="Lato"/>
              </a:defRPr>
            </a:lvl3pPr>
            <a:lvl4pPr algn="l">
              <a:defRPr sz="863" b="1" i="0">
                <a:solidFill>
                  <a:srgbClr val="85441C"/>
                </a:solidFill>
                <a:latin typeface="Lato"/>
                <a:ea typeface="Lato"/>
                <a:cs typeface="Lato"/>
              </a:defRPr>
            </a:lvl4pPr>
            <a:lvl5pPr algn="l">
              <a:defRPr sz="863" b="1" i="0">
                <a:solidFill>
                  <a:srgbClr val="85441C"/>
                </a:solidFill>
                <a:latin typeface="Lato"/>
                <a:ea typeface="Lato"/>
                <a:cs typeface="Lato"/>
              </a:defRPr>
            </a:lvl5pPr>
            <a:lvl6pPr algn="l">
              <a:defRPr sz="863" b="1" i="0">
                <a:solidFill>
                  <a:srgbClr val="85441C"/>
                </a:solidFill>
                <a:latin typeface="Lato"/>
                <a:ea typeface="Lato"/>
                <a:cs typeface="Lato"/>
              </a:defRPr>
            </a:lvl6pPr>
            <a:lvl7pPr algn="l">
              <a:defRPr sz="863" b="1" i="0">
                <a:solidFill>
                  <a:srgbClr val="85441C"/>
                </a:solidFill>
                <a:latin typeface="Lato"/>
                <a:ea typeface="Lato"/>
                <a:cs typeface="Lato"/>
              </a:defRPr>
            </a:lvl7pPr>
            <a:lvl8pPr algn="l">
              <a:defRPr sz="863" b="1" i="0">
                <a:solidFill>
                  <a:srgbClr val="85441C"/>
                </a:solidFill>
                <a:latin typeface="Lato"/>
                <a:ea typeface="Lato"/>
                <a:cs typeface="Lato"/>
              </a:defRPr>
            </a:lvl8pPr>
            <a:lvl9pPr algn="l">
              <a:defRPr sz="863" b="1" i="0">
                <a:solidFill>
                  <a:srgbClr val="85441C"/>
                </a:solidFill>
                <a:latin typeface="Lato"/>
                <a:ea typeface="Lato"/>
                <a:cs typeface="Lato"/>
              </a:defRPr>
            </a:lvl9pPr>
          </a:lstStyle>
          <a:p>
            <a:pPr algn="l">
              <a:defRPr sz="863" b="1" i="0">
                <a:solidFill>
                  <a:srgbClr val="85441C"/>
                </a:solidFill>
                <a:latin typeface="Lato"/>
                <a:ea typeface="Lato"/>
                <a:cs typeface="Lato"/>
              </a:defRPr>
            </a:pPr>
            <a:r>
              <a:rPr sz="863" b="1" i="0">
                <a:solidFill>
                  <a:srgbClr val="85441C"/>
                </a:solidFill>
                <a:latin typeface="Lato"/>
                <a:ea typeface="Lato"/>
                <a:cs typeface="Lato"/>
              </a:rPr>
              <a:t>DATE ȘI DECIZII</a:t>
            </a:r>
          </a:p>
        </p:txBody>
      </p:sp>
      <p:sp>
        <p:nvSpPr>
          <p:cNvPr id="19" name="team-owned-3">
            <a:extLst>
              <a:ext uri="{FF2B5EF4-FFF2-40B4-BE49-F238E27FC236}">
                <a16:creationId xmlns:a16="http://schemas.microsoft.com/office/drawing/2014/main" id="{C48CC010-AEB0-4C80-9A01-A3FED3EF3628}"/>
              </a:ext>
            </a:extLst>
          </p:cNvPr>
          <p:cNvSpPr>
            <a:spLocks noGrp="1"/>
          </p:cNvSpPr>
          <p:nvPr/>
        </p:nvSpPr>
        <p:spPr>
          <a:xfrm>
            <a:off x="6953250" y="2705100"/>
            <a:ext cx="1866900" cy="742950"/>
          </a:xfrm>
          <a:prstGeom prst="rect">
            <a:avLst/>
          </a:prstGeom>
          <a:noFill/>
          <a:ln w="0">
            <a:noFill/>
            <a:prstDash val="solid"/>
          </a:ln>
        </p:spPr>
        <p:txBody>
          <a:bodyPr wrap="square" lIns="0" tIns="0" rIns="0" bIns="0" anchor="t">
            <a:normAutofit/>
          </a:bodyPr>
          <a:lstStyle>
            <a:defPPr algn="l">
              <a:defRPr sz="1200" b="0" i="0">
                <a:solidFill>
                  <a:srgbClr val="2C2A29"/>
                </a:solidFill>
                <a:latin typeface="Lato"/>
                <a:ea typeface="Lato"/>
                <a:cs typeface="Lato"/>
              </a:defRPr>
            </a:defPPr>
            <a:lvl1pPr algn="l">
              <a:defRPr sz="1200" b="0" i="0">
                <a:solidFill>
                  <a:srgbClr val="2C2A29"/>
                </a:solidFill>
                <a:latin typeface="Lato"/>
                <a:ea typeface="Lato"/>
                <a:cs typeface="Lato"/>
              </a:defRPr>
            </a:lvl1pPr>
            <a:lvl2pPr algn="l">
              <a:defRPr sz="1200" b="0" i="0">
                <a:solidFill>
                  <a:srgbClr val="2C2A29"/>
                </a:solidFill>
                <a:latin typeface="Lato"/>
                <a:ea typeface="Lato"/>
                <a:cs typeface="Lato"/>
              </a:defRPr>
            </a:lvl2pPr>
            <a:lvl3pPr algn="l">
              <a:defRPr sz="1200" b="0" i="0">
                <a:solidFill>
                  <a:srgbClr val="2C2A29"/>
                </a:solidFill>
                <a:latin typeface="Lato"/>
                <a:ea typeface="Lato"/>
                <a:cs typeface="Lato"/>
              </a:defRPr>
            </a:lvl3pPr>
            <a:lvl4pPr algn="l">
              <a:defRPr sz="1200" b="0" i="0">
                <a:solidFill>
                  <a:srgbClr val="2C2A29"/>
                </a:solidFill>
                <a:latin typeface="Lato"/>
                <a:ea typeface="Lato"/>
                <a:cs typeface="Lato"/>
              </a:defRPr>
            </a:lvl4pPr>
            <a:lvl5pPr algn="l">
              <a:defRPr sz="1200" b="0" i="0">
                <a:solidFill>
                  <a:srgbClr val="2C2A29"/>
                </a:solidFill>
                <a:latin typeface="Lato"/>
                <a:ea typeface="Lato"/>
                <a:cs typeface="Lato"/>
              </a:defRPr>
            </a:lvl5pPr>
            <a:lvl6pPr algn="l">
              <a:defRPr sz="1200" b="0" i="0">
                <a:solidFill>
                  <a:srgbClr val="2C2A29"/>
                </a:solidFill>
                <a:latin typeface="Lato"/>
                <a:ea typeface="Lato"/>
                <a:cs typeface="Lato"/>
              </a:defRPr>
            </a:lvl6pPr>
            <a:lvl7pPr algn="l">
              <a:defRPr sz="1200" b="0" i="0">
                <a:solidFill>
                  <a:srgbClr val="2C2A29"/>
                </a:solidFill>
                <a:latin typeface="Lato"/>
                <a:ea typeface="Lato"/>
                <a:cs typeface="Lato"/>
              </a:defRPr>
            </a:lvl7pPr>
            <a:lvl8pPr algn="l">
              <a:defRPr sz="1200" b="0" i="0">
                <a:solidFill>
                  <a:srgbClr val="2C2A29"/>
                </a:solidFill>
                <a:latin typeface="Lato"/>
                <a:ea typeface="Lato"/>
                <a:cs typeface="Lato"/>
              </a:defRPr>
            </a:lvl8pPr>
            <a:lvl9pPr algn="l">
              <a:defRPr sz="1200" b="0" i="0">
                <a:solidFill>
                  <a:srgbClr val="2C2A29"/>
                </a:solidFill>
                <a:latin typeface="Lato"/>
                <a:ea typeface="Lato"/>
                <a:cs typeface="Lato"/>
              </a:defRPr>
            </a:lvl9pPr>
          </a:lstStyle>
          <a:p>
            <a:pPr algn="l">
              <a:defRPr sz="1200" b="0" i="0">
                <a:solidFill>
                  <a:srgbClr val="2C2A29"/>
                </a:solidFill>
                <a:latin typeface="Lato"/>
                <a:ea typeface="Lato"/>
                <a:cs typeface="Lato"/>
              </a:defRPr>
            </a:pPr>
            <a:r>
              <a:rPr sz="1200" b="0" i="0" dirty="0">
                <a:solidFill>
                  <a:srgbClr val="2C2A29"/>
                </a:solidFill>
                <a:latin typeface="Lato"/>
                <a:ea typeface="Lato"/>
                <a:cs typeface="Lato"/>
              </a:rPr>
              <a:t>Date </a:t>
            </a:r>
            <a:r>
              <a:rPr sz="1200" b="0" i="0" dirty="0" err="1">
                <a:solidFill>
                  <a:srgbClr val="2C2A29"/>
                </a:solidFill>
                <a:latin typeface="Lato"/>
                <a:ea typeface="Lato"/>
                <a:cs typeface="Lato"/>
              </a:rPr>
              <a:t>sintetice</a:t>
            </a:r>
            <a:r>
              <a:rPr sz="1200" b="0" i="0" dirty="0">
                <a:solidFill>
                  <a:srgbClr val="2C2A29"/>
                </a:solidFill>
                <a:latin typeface="Lato"/>
                <a:ea typeface="Lato"/>
                <a:cs typeface="Lato"/>
              </a:rPr>
              <a:t>, </a:t>
            </a:r>
            <a:r>
              <a:rPr sz="1200" b="0" i="0" dirty="0" err="1">
                <a:solidFill>
                  <a:srgbClr val="2C2A29"/>
                </a:solidFill>
                <a:latin typeface="Lato"/>
                <a:ea typeface="Lato"/>
                <a:cs typeface="Lato"/>
              </a:rPr>
              <a:t>recomandări</a:t>
            </a:r>
            <a:r>
              <a:rPr sz="1200" b="0" i="0" dirty="0">
                <a:solidFill>
                  <a:srgbClr val="2C2A29"/>
                </a:solidFill>
                <a:latin typeface="Lato"/>
                <a:ea typeface="Lato"/>
                <a:cs typeface="Lato"/>
              </a:rPr>
              <a:t>, simulator </a:t>
            </a:r>
            <a:r>
              <a:rPr sz="1200" b="0" i="0" dirty="0" err="1">
                <a:solidFill>
                  <a:srgbClr val="2C2A29"/>
                </a:solidFill>
                <a:latin typeface="Lato"/>
                <a:ea typeface="Lato"/>
                <a:cs typeface="Lato"/>
              </a:rPr>
              <a:t>și</a:t>
            </a:r>
            <a:r>
              <a:rPr sz="1200" b="0" i="0" dirty="0">
                <a:solidFill>
                  <a:srgbClr val="2C2A29"/>
                </a:solidFill>
                <a:latin typeface="Lato"/>
                <a:ea typeface="Lato"/>
                <a:cs typeface="Lato"/>
              </a:rPr>
              <a:t> </a:t>
            </a:r>
            <a:r>
              <a:rPr sz="1200" b="0" i="0" dirty="0" err="1">
                <a:solidFill>
                  <a:srgbClr val="2C2A29"/>
                </a:solidFill>
                <a:latin typeface="Lato"/>
                <a:ea typeface="Lato"/>
                <a:cs typeface="Lato"/>
              </a:rPr>
              <a:t>prognoze</a:t>
            </a:r>
            <a:endParaRPr sz="1200" b="0" i="0" dirty="0">
              <a:solidFill>
                <a:srgbClr val="2C2A29"/>
              </a:solidFill>
              <a:latin typeface="Lato"/>
              <a:ea typeface="Lato"/>
              <a:cs typeface="Lato"/>
            </a:endParaRPr>
          </a:p>
        </p:txBody>
      </p:sp>
      <p:sp>
        <p:nvSpPr>
          <p:cNvPr id="22" name="after-label">
            <a:extLst>
              <a:ext uri="{FF2B5EF4-FFF2-40B4-BE49-F238E27FC236}">
                <a16:creationId xmlns:a16="http://schemas.microsoft.com/office/drawing/2014/main" id="{B884F1C6-AF9B-419B-A417-030A1E688B6E}"/>
              </a:ext>
            </a:extLst>
          </p:cNvPr>
          <p:cNvSpPr>
            <a:spLocks noGrp="1"/>
          </p:cNvSpPr>
          <p:nvPr/>
        </p:nvSpPr>
        <p:spPr>
          <a:xfrm>
            <a:off x="495300" y="3929062"/>
            <a:ext cx="1524000" cy="209550"/>
          </a:xfrm>
          <a:prstGeom prst="rect">
            <a:avLst/>
          </a:prstGeom>
          <a:noFill/>
          <a:ln w="0">
            <a:noFill/>
            <a:prstDash val="solid"/>
          </a:ln>
        </p:spPr>
        <p:txBody>
          <a:bodyPr wrap="square" lIns="0" tIns="0" rIns="0" bIns="0" anchor="t">
            <a:normAutofit/>
          </a:bodyPr>
          <a:lstStyle>
            <a:defPPr algn="l">
              <a:defRPr sz="900" b="1" i="0">
                <a:solidFill>
                  <a:srgbClr val="85441C"/>
                </a:solidFill>
                <a:latin typeface="Lato"/>
                <a:ea typeface="Lato"/>
                <a:cs typeface="Lato"/>
              </a:defRPr>
            </a:defPPr>
            <a:lvl1pPr algn="l">
              <a:defRPr sz="900" b="1" i="0">
                <a:solidFill>
                  <a:srgbClr val="85441C"/>
                </a:solidFill>
                <a:latin typeface="Lato"/>
                <a:ea typeface="Lato"/>
                <a:cs typeface="Lato"/>
              </a:defRPr>
            </a:lvl1pPr>
            <a:lvl2pPr algn="l">
              <a:defRPr sz="900" b="1" i="0">
                <a:solidFill>
                  <a:srgbClr val="85441C"/>
                </a:solidFill>
                <a:latin typeface="Lato"/>
                <a:ea typeface="Lato"/>
                <a:cs typeface="Lato"/>
              </a:defRPr>
            </a:lvl2pPr>
            <a:lvl3pPr algn="l">
              <a:defRPr sz="900" b="1" i="0">
                <a:solidFill>
                  <a:srgbClr val="85441C"/>
                </a:solidFill>
                <a:latin typeface="Lato"/>
                <a:ea typeface="Lato"/>
                <a:cs typeface="Lato"/>
              </a:defRPr>
            </a:lvl3pPr>
            <a:lvl4pPr algn="l">
              <a:defRPr sz="900" b="1" i="0">
                <a:solidFill>
                  <a:srgbClr val="85441C"/>
                </a:solidFill>
                <a:latin typeface="Lato"/>
                <a:ea typeface="Lato"/>
                <a:cs typeface="Lato"/>
              </a:defRPr>
            </a:lvl4pPr>
            <a:lvl5pPr algn="l">
              <a:defRPr sz="900" b="1" i="0">
                <a:solidFill>
                  <a:srgbClr val="85441C"/>
                </a:solidFill>
                <a:latin typeface="Lato"/>
                <a:ea typeface="Lato"/>
                <a:cs typeface="Lato"/>
              </a:defRPr>
            </a:lvl5pPr>
            <a:lvl6pPr algn="l">
              <a:defRPr sz="900" b="1" i="0">
                <a:solidFill>
                  <a:srgbClr val="85441C"/>
                </a:solidFill>
                <a:latin typeface="Lato"/>
                <a:ea typeface="Lato"/>
                <a:cs typeface="Lato"/>
              </a:defRPr>
            </a:lvl6pPr>
            <a:lvl7pPr algn="l">
              <a:defRPr sz="900" b="1" i="0">
                <a:solidFill>
                  <a:srgbClr val="85441C"/>
                </a:solidFill>
                <a:latin typeface="Lato"/>
                <a:ea typeface="Lato"/>
                <a:cs typeface="Lato"/>
              </a:defRPr>
            </a:lvl7pPr>
            <a:lvl8pPr algn="l">
              <a:defRPr sz="900" b="1" i="0">
                <a:solidFill>
                  <a:srgbClr val="85441C"/>
                </a:solidFill>
                <a:latin typeface="Lato"/>
                <a:ea typeface="Lato"/>
                <a:cs typeface="Lato"/>
              </a:defRPr>
            </a:lvl8pPr>
            <a:lvl9pPr algn="l">
              <a:defRPr sz="900" b="1" i="0">
                <a:solidFill>
                  <a:srgbClr val="85441C"/>
                </a:solidFill>
                <a:latin typeface="Lato"/>
                <a:ea typeface="Lato"/>
                <a:cs typeface="Lato"/>
              </a:defRPr>
            </a:lvl9pPr>
          </a:lstStyle>
          <a:p>
            <a:pPr algn="l">
              <a:defRPr sz="900" b="1" i="0">
                <a:solidFill>
                  <a:srgbClr val="85441C"/>
                </a:solidFill>
                <a:latin typeface="Lato"/>
                <a:ea typeface="Lato"/>
                <a:cs typeface="Lato"/>
              </a:defRPr>
            </a:pPr>
            <a:r>
              <a:rPr sz="900" b="1" i="0" dirty="0">
                <a:solidFill>
                  <a:srgbClr val="85441C"/>
                </a:solidFill>
                <a:latin typeface="Lato"/>
                <a:ea typeface="Lato"/>
                <a:cs typeface="Lato"/>
              </a:rPr>
              <a:t>DUPĂ HACKATHON</a:t>
            </a:r>
          </a:p>
        </p:txBody>
      </p:sp>
      <p:sp>
        <p:nvSpPr>
          <p:cNvPr id="23" name="after-copy">
            <a:extLst>
              <a:ext uri="{FF2B5EF4-FFF2-40B4-BE49-F238E27FC236}">
                <a16:creationId xmlns:a16="http://schemas.microsoft.com/office/drawing/2014/main" id="{0DE1D657-2E86-4FE3-BAF0-BF6C8A2540CF}"/>
              </a:ext>
            </a:extLst>
          </p:cNvPr>
          <p:cNvSpPr>
            <a:spLocks noGrp="1"/>
          </p:cNvSpPr>
          <p:nvPr/>
        </p:nvSpPr>
        <p:spPr>
          <a:xfrm>
            <a:off x="495298" y="4221956"/>
            <a:ext cx="4621153" cy="419100"/>
          </a:xfrm>
          <a:prstGeom prst="rect">
            <a:avLst/>
          </a:prstGeom>
          <a:noFill/>
          <a:ln w="0">
            <a:noFill/>
            <a:prstDash val="solid"/>
          </a:ln>
        </p:spPr>
        <p:txBody>
          <a:bodyPr wrap="square" lIns="0" tIns="0" rIns="0" bIns="0" anchor="t">
            <a:normAutofit/>
          </a:bodyPr>
          <a:lstStyle>
            <a:defPPr algn="l">
              <a:defRPr sz="1275" b="1" i="0">
                <a:solidFill>
                  <a:srgbClr val="2C2A29"/>
                </a:solidFill>
                <a:latin typeface="Lato"/>
                <a:ea typeface="Lato"/>
                <a:cs typeface="Lato"/>
              </a:defRPr>
            </a:defPPr>
            <a:lvl1pPr algn="l">
              <a:defRPr sz="1275" b="1" i="0">
                <a:solidFill>
                  <a:srgbClr val="2C2A29"/>
                </a:solidFill>
                <a:latin typeface="Lato"/>
                <a:ea typeface="Lato"/>
                <a:cs typeface="Lato"/>
              </a:defRPr>
            </a:lvl1pPr>
            <a:lvl2pPr algn="l">
              <a:defRPr sz="1275" b="1" i="0">
                <a:solidFill>
                  <a:srgbClr val="2C2A29"/>
                </a:solidFill>
                <a:latin typeface="Lato"/>
                <a:ea typeface="Lato"/>
                <a:cs typeface="Lato"/>
              </a:defRPr>
            </a:lvl2pPr>
            <a:lvl3pPr algn="l">
              <a:defRPr sz="1275" b="1" i="0">
                <a:solidFill>
                  <a:srgbClr val="2C2A29"/>
                </a:solidFill>
                <a:latin typeface="Lato"/>
                <a:ea typeface="Lato"/>
                <a:cs typeface="Lato"/>
              </a:defRPr>
            </a:lvl3pPr>
            <a:lvl4pPr algn="l">
              <a:defRPr sz="1275" b="1" i="0">
                <a:solidFill>
                  <a:srgbClr val="2C2A29"/>
                </a:solidFill>
                <a:latin typeface="Lato"/>
                <a:ea typeface="Lato"/>
                <a:cs typeface="Lato"/>
              </a:defRPr>
            </a:lvl4pPr>
            <a:lvl5pPr algn="l">
              <a:defRPr sz="1275" b="1" i="0">
                <a:solidFill>
                  <a:srgbClr val="2C2A29"/>
                </a:solidFill>
                <a:latin typeface="Lato"/>
                <a:ea typeface="Lato"/>
                <a:cs typeface="Lato"/>
              </a:defRPr>
            </a:lvl5pPr>
            <a:lvl6pPr algn="l">
              <a:defRPr sz="1275" b="1" i="0">
                <a:solidFill>
                  <a:srgbClr val="2C2A29"/>
                </a:solidFill>
                <a:latin typeface="Lato"/>
                <a:ea typeface="Lato"/>
                <a:cs typeface="Lato"/>
              </a:defRPr>
            </a:lvl6pPr>
            <a:lvl7pPr algn="l">
              <a:defRPr sz="1275" b="1" i="0">
                <a:solidFill>
                  <a:srgbClr val="2C2A29"/>
                </a:solidFill>
                <a:latin typeface="Lato"/>
                <a:ea typeface="Lato"/>
                <a:cs typeface="Lato"/>
              </a:defRPr>
            </a:lvl7pPr>
            <a:lvl8pPr algn="l">
              <a:defRPr sz="1275" b="1" i="0">
                <a:solidFill>
                  <a:srgbClr val="2C2A29"/>
                </a:solidFill>
                <a:latin typeface="Lato"/>
                <a:ea typeface="Lato"/>
                <a:cs typeface="Lato"/>
              </a:defRPr>
            </a:lvl8pPr>
            <a:lvl9pPr algn="l">
              <a:defRPr sz="1275" b="1" i="0">
                <a:solidFill>
                  <a:srgbClr val="2C2A29"/>
                </a:solidFill>
                <a:latin typeface="Lato"/>
                <a:ea typeface="Lato"/>
                <a:cs typeface="Lato"/>
              </a:defRPr>
            </a:lvl9pPr>
          </a:lstStyle>
          <a:p>
            <a:pPr algn="l">
              <a:defRPr sz="1275" b="1" i="0">
                <a:solidFill>
                  <a:srgbClr val="2C2A29"/>
                </a:solidFill>
                <a:latin typeface="Lato"/>
                <a:ea typeface="Lato"/>
                <a:cs typeface="Lato"/>
              </a:defRPr>
            </a:pPr>
            <a:r>
              <a:rPr sz="1275" b="1" i="0" dirty="0" err="1">
                <a:solidFill>
                  <a:srgbClr val="2C2A29"/>
                </a:solidFill>
                <a:latin typeface="Lato"/>
                <a:ea typeface="Lato"/>
                <a:cs typeface="Lato"/>
              </a:rPr>
              <a:t>Echipa</a:t>
            </a:r>
            <a:r>
              <a:rPr sz="1275" b="1" i="0" dirty="0">
                <a:solidFill>
                  <a:srgbClr val="2C2A29"/>
                </a:solidFill>
                <a:latin typeface="Lato"/>
                <a:ea typeface="Lato"/>
                <a:cs typeface="Lato"/>
              </a:rPr>
              <a:t> </a:t>
            </a:r>
            <a:r>
              <a:rPr lang="ro-RO" sz="1275" b="1" i="0" dirty="0">
                <a:solidFill>
                  <a:srgbClr val="2C2A29"/>
                </a:solidFill>
                <a:latin typeface="Lato"/>
                <a:ea typeface="Lato"/>
                <a:cs typeface="Lato"/>
              </a:rPr>
              <a:t>ar dori sa </a:t>
            </a:r>
            <a:r>
              <a:rPr sz="1275" b="1" i="0" dirty="0" err="1">
                <a:solidFill>
                  <a:srgbClr val="2C2A29"/>
                </a:solidFill>
                <a:latin typeface="Lato"/>
                <a:ea typeface="Lato"/>
                <a:cs typeface="Lato"/>
              </a:rPr>
              <a:t>contin</a:t>
            </a:r>
            <a:r>
              <a:rPr lang="ro-RO" sz="1275" b="1" i="0" dirty="0" err="1">
                <a:solidFill>
                  <a:srgbClr val="2C2A29"/>
                </a:solidFill>
                <a:latin typeface="Lato"/>
                <a:ea typeface="Lato"/>
                <a:cs typeface="Lato"/>
              </a:rPr>
              <a:t>ue</a:t>
            </a:r>
            <a:r>
              <a:rPr lang="ro-RO" sz="1275" b="1" i="0" dirty="0">
                <a:solidFill>
                  <a:srgbClr val="2C2A29"/>
                </a:solidFill>
                <a:latin typeface="Lato"/>
                <a:ea typeface="Lato"/>
                <a:cs typeface="Lato"/>
              </a:rPr>
              <a:t> proiectul cu o echipa de mentori.</a:t>
            </a:r>
            <a:endParaRPr sz="1275" b="1" i="0" dirty="0">
              <a:solidFill>
                <a:srgbClr val="2C2A29"/>
              </a:solidFill>
              <a:latin typeface="Lato"/>
              <a:ea typeface="Lato"/>
              <a:cs typeface="Lato"/>
            </a:endParaRPr>
          </a:p>
        </p:txBody>
      </p:sp>
    </p:spTree>
    <p:extLst>
      <p:ext uri="{BB962C8B-B14F-4D97-AF65-F5344CB8AC3E}">
        <p14:creationId xmlns:p14="http://schemas.microsoft.com/office/powerpoint/2010/main" val="97261206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 name="Picture 19">
            <a:extLst>
              <a:ext uri="{FF2B5EF4-FFF2-40B4-BE49-F238E27FC236}">
                <a16:creationId xmlns:a16="http://schemas.microsoft.com/office/drawing/2014/main" id="{EF70D024-3EDB-4815-901E-49BE2FF9D3CA}"/>
              </a:ext>
            </a:extLst>
          </p:cNvPr>
          <p:cNvPicPr>
            <a:picLocks noChangeAspect="1"/>
          </p:cNvPicPr>
          <p:nvPr/>
        </p:nvPicPr>
        <p:blipFill>
          <a:blip r:embed="rId3" cstate="screen">
            <a:extLst>
              <a:ext uri="{28A0092B-C50C-407E-A947-70E740481C1C}">
                <a14:useLocalDpi xmlns:a14="http://schemas.microsoft.com/office/drawing/2010/main"/>
              </a:ext>
            </a:extLst>
          </a:blip>
          <a:srcRect/>
          <a:stretch>
            <a:fillRect/>
          </a:stretch>
        </p:blipFill>
        <p:spPr>
          <a:xfrm>
            <a:off x="0" y="0"/>
            <a:ext cx="9144000" cy="5143500"/>
          </a:xfrm>
          <a:prstGeom prst="rect">
            <a:avLst/>
          </a:prstGeom>
        </p:spPr>
      </p:pic>
      <p:sp>
        <p:nvSpPr>
          <p:cNvPr id="2" name="slide-10-title">
            <a:extLst>
              <a:ext uri="{FF2B5EF4-FFF2-40B4-BE49-F238E27FC236}">
                <a16:creationId xmlns:a16="http://schemas.microsoft.com/office/drawing/2014/main" id="{371CE0B5-E2A6-467D-94D7-E0B2FFFE254B}"/>
              </a:ext>
            </a:extLst>
          </p:cNvPr>
          <p:cNvSpPr>
            <a:spLocks noGrp="1"/>
          </p:cNvSpPr>
          <p:nvPr/>
        </p:nvSpPr>
        <p:spPr>
          <a:xfrm>
            <a:off x="552450" y="323850"/>
            <a:ext cx="7239000" cy="514350"/>
          </a:xfrm>
          <a:prstGeom prst="rect">
            <a:avLst/>
          </a:prstGeom>
          <a:noFill/>
          <a:ln w="0">
            <a:noFill/>
            <a:prstDash val="solid"/>
          </a:ln>
        </p:spPr>
        <p:txBody>
          <a:bodyPr wrap="square" lIns="0" tIns="0" rIns="0" bIns="0" anchor="t">
            <a:normAutofit/>
          </a:bodyPr>
          <a:lstStyle>
            <a:defPPr algn="l">
              <a:defRPr sz="2550" b="0" i="0">
                <a:solidFill>
                  <a:srgbClr val="2C2A29"/>
                </a:solidFill>
                <a:latin typeface="Prata"/>
                <a:ea typeface="Prata"/>
                <a:cs typeface="Prata"/>
              </a:defRPr>
            </a:defPPr>
            <a:lvl1pPr algn="l">
              <a:defRPr sz="2550" b="0" i="0">
                <a:solidFill>
                  <a:srgbClr val="2C2A29"/>
                </a:solidFill>
                <a:latin typeface="Prata"/>
                <a:ea typeface="Prata"/>
                <a:cs typeface="Prata"/>
              </a:defRPr>
            </a:lvl1pPr>
            <a:lvl2pPr algn="l">
              <a:defRPr sz="2550" b="0" i="0">
                <a:solidFill>
                  <a:srgbClr val="2C2A29"/>
                </a:solidFill>
                <a:latin typeface="Prata"/>
                <a:ea typeface="Prata"/>
                <a:cs typeface="Prata"/>
              </a:defRPr>
            </a:lvl2pPr>
            <a:lvl3pPr algn="l">
              <a:defRPr sz="2550" b="0" i="0">
                <a:solidFill>
                  <a:srgbClr val="2C2A29"/>
                </a:solidFill>
                <a:latin typeface="Prata"/>
                <a:ea typeface="Prata"/>
                <a:cs typeface="Prata"/>
              </a:defRPr>
            </a:lvl3pPr>
            <a:lvl4pPr algn="l">
              <a:defRPr sz="2550" b="0" i="0">
                <a:solidFill>
                  <a:srgbClr val="2C2A29"/>
                </a:solidFill>
                <a:latin typeface="Prata"/>
                <a:ea typeface="Prata"/>
                <a:cs typeface="Prata"/>
              </a:defRPr>
            </a:lvl4pPr>
            <a:lvl5pPr algn="l">
              <a:defRPr sz="2550" b="0" i="0">
                <a:solidFill>
                  <a:srgbClr val="2C2A29"/>
                </a:solidFill>
                <a:latin typeface="Prata"/>
                <a:ea typeface="Prata"/>
                <a:cs typeface="Prata"/>
              </a:defRPr>
            </a:lvl5pPr>
            <a:lvl6pPr algn="l">
              <a:defRPr sz="2550" b="0" i="0">
                <a:solidFill>
                  <a:srgbClr val="2C2A29"/>
                </a:solidFill>
                <a:latin typeface="Prata"/>
                <a:ea typeface="Prata"/>
                <a:cs typeface="Prata"/>
              </a:defRPr>
            </a:lvl6pPr>
            <a:lvl7pPr algn="l">
              <a:defRPr sz="2550" b="0" i="0">
                <a:solidFill>
                  <a:srgbClr val="2C2A29"/>
                </a:solidFill>
                <a:latin typeface="Prata"/>
                <a:ea typeface="Prata"/>
                <a:cs typeface="Prata"/>
              </a:defRPr>
            </a:lvl7pPr>
            <a:lvl8pPr algn="l">
              <a:defRPr sz="2550" b="0" i="0">
                <a:solidFill>
                  <a:srgbClr val="2C2A29"/>
                </a:solidFill>
                <a:latin typeface="Prata"/>
                <a:ea typeface="Prata"/>
                <a:cs typeface="Prata"/>
              </a:defRPr>
            </a:lvl8pPr>
            <a:lvl9pPr algn="l">
              <a:defRPr sz="2550" b="0" i="0">
                <a:solidFill>
                  <a:srgbClr val="2C2A29"/>
                </a:solidFill>
                <a:latin typeface="Prata"/>
                <a:ea typeface="Prata"/>
                <a:cs typeface="Prata"/>
              </a:defRPr>
            </a:lvl9pPr>
          </a:lstStyle>
          <a:p>
            <a:pPr algn="l">
              <a:defRPr sz="2550" b="0" i="0">
                <a:solidFill>
                  <a:srgbClr val="2C2A29"/>
                </a:solidFill>
                <a:latin typeface="Prata"/>
                <a:ea typeface="Prata"/>
                <a:cs typeface="Prata"/>
              </a:defRPr>
            </a:pPr>
            <a:r>
              <a:rPr sz="2550" b="1" i="0" dirty="0" err="1">
                <a:solidFill>
                  <a:srgbClr val="2C2A29"/>
                </a:solidFill>
                <a:latin typeface="Baghdad" pitchFamily="2" charset="-78"/>
                <a:cs typeface="Baghdad" pitchFamily="2" charset="-78"/>
              </a:rPr>
              <a:t>Mâine</a:t>
            </a:r>
            <a:r>
              <a:rPr sz="2550" b="1" i="0" dirty="0">
                <a:solidFill>
                  <a:srgbClr val="2C2A29"/>
                </a:solidFill>
                <a:latin typeface="Baghdad" pitchFamily="2" charset="-78"/>
                <a:cs typeface="Baghdad" pitchFamily="2" charset="-78"/>
              </a:rPr>
              <a:t>: </a:t>
            </a:r>
            <a:r>
              <a:rPr lang="en-US" sz="2550" b="1" i="0" dirty="0" err="1">
                <a:solidFill>
                  <a:srgbClr val="2C2A29"/>
                </a:solidFill>
                <a:latin typeface="Baghdad" pitchFamily="2" charset="-78"/>
                <a:cs typeface="Baghdad" pitchFamily="2" charset="-78"/>
              </a:rPr>
              <a:t>testarea</a:t>
            </a:r>
            <a:r>
              <a:rPr lang="en-US" sz="2550" b="1" i="0" dirty="0">
                <a:solidFill>
                  <a:srgbClr val="2C2A29"/>
                </a:solidFill>
                <a:latin typeface="Baghdad" pitchFamily="2" charset="-78"/>
                <a:cs typeface="Baghdad" pitchFamily="2" charset="-78"/>
              </a:rPr>
              <a:t> </a:t>
            </a:r>
            <a:r>
              <a:rPr lang="en-US" sz="2550" b="1" i="0" dirty="0" err="1">
                <a:solidFill>
                  <a:srgbClr val="2C2A29"/>
                </a:solidFill>
                <a:latin typeface="Baghdad" pitchFamily="2" charset="-78"/>
                <a:cs typeface="Baghdad" pitchFamily="2" charset="-78"/>
              </a:rPr>
              <a:t>în</a:t>
            </a:r>
            <a:r>
              <a:rPr lang="en-US" sz="2550" b="1" i="0" dirty="0">
                <a:solidFill>
                  <a:srgbClr val="2C2A29"/>
                </a:solidFill>
                <a:latin typeface="Baghdad" pitchFamily="2" charset="-78"/>
                <a:cs typeface="Baghdad" pitchFamily="2" charset="-78"/>
              </a:rPr>
              <a:t> </a:t>
            </a:r>
            <a:r>
              <a:rPr lang="en-US" sz="2550" b="1" i="0" dirty="0" err="1">
                <a:solidFill>
                  <a:srgbClr val="2C2A29"/>
                </a:solidFill>
                <a:latin typeface="Baghdad" pitchFamily="2" charset="-78"/>
                <a:cs typeface="Baghdad" pitchFamily="2" charset="-78"/>
              </a:rPr>
              <a:t>restaurante</a:t>
            </a:r>
            <a:endParaRPr sz="2550" b="1" i="0" dirty="0">
              <a:solidFill>
                <a:srgbClr val="2C2A29"/>
              </a:solidFill>
              <a:latin typeface="Baghdad" pitchFamily="2" charset="-78"/>
              <a:cs typeface="Baghdad" pitchFamily="2" charset="-78"/>
            </a:endParaRPr>
          </a:p>
        </p:txBody>
      </p:sp>
      <p:sp>
        <p:nvSpPr>
          <p:cNvPr id="3" name="slide-10-number">
            <a:extLst>
              <a:ext uri="{FF2B5EF4-FFF2-40B4-BE49-F238E27FC236}">
                <a16:creationId xmlns:a16="http://schemas.microsoft.com/office/drawing/2014/main" id="{A60065FA-AB83-4315-B409-73854064E26A}"/>
              </a:ext>
            </a:extLst>
          </p:cNvPr>
          <p:cNvSpPr>
            <a:spLocks noGrp="1"/>
          </p:cNvSpPr>
          <p:nvPr/>
        </p:nvSpPr>
        <p:spPr>
          <a:xfrm>
            <a:off x="8305800" y="323850"/>
            <a:ext cx="361950" cy="228600"/>
          </a:xfrm>
          <a:prstGeom prst="rect">
            <a:avLst/>
          </a:prstGeom>
          <a:noFill/>
          <a:ln w="0">
            <a:noFill/>
            <a:prstDash val="solid"/>
          </a:ln>
        </p:spPr>
        <p:txBody>
          <a:bodyPr wrap="square" lIns="0" tIns="0" rIns="0" bIns="0" anchor="t">
            <a:normAutofit/>
          </a:bodyPr>
          <a:lstStyle>
            <a:defPPr algn="r">
              <a:defRPr sz="975" b="0" i="0">
                <a:solidFill>
                  <a:srgbClr val="627356"/>
                </a:solidFill>
                <a:latin typeface="Prata"/>
                <a:ea typeface="Prata"/>
                <a:cs typeface="Prata"/>
              </a:defRPr>
            </a:defPPr>
            <a:lvl1pPr algn="r">
              <a:defRPr sz="975" b="0" i="0">
                <a:solidFill>
                  <a:srgbClr val="627356"/>
                </a:solidFill>
                <a:latin typeface="Prata"/>
                <a:ea typeface="Prata"/>
                <a:cs typeface="Prata"/>
              </a:defRPr>
            </a:lvl1pPr>
            <a:lvl2pPr algn="r">
              <a:defRPr sz="975" b="0" i="0">
                <a:solidFill>
                  <a:srgbClr val="627356"/>
                </a:solidFill>
                <a:latin typeface="Prata"/>
                <a:ea typeface="Prata"/>
                <a:cs typeface="Prata"/>
              </a:defRPr>
            </a:lvl2pPr>
            <a:lvl3pPr algn="r">
              <a:defRPr sz="975" b="0" i="0">
                <a:solidFill>
                  <a:srgbClr val="627356"/>
                </a:solidFill>
                <a:latin typeface="Prata"/>
                <a:ea typeface="Prata"/>
                <a:cs typeface="Prata"/>
              </a:defRPr>
            </a:lvl3pPr>
            <a:lvl4pPr algn="r">
              <a:defRPr sz="975" b="0" i="0">
                <a:solidFill>
                  <a:srgbClr val="627356"/>
                </a:solidFill>
                <a:latin typeface="Prata"/>
                <a:ea typeface="Prata"/>
                <a:cs typeface="Prata"/>
              </a:defRPr>
            </a:lvl4pPr>
            <a:lvl5pPr algn="r">
              <a:defRPr sz="975" b="0" i="0">
                <a:solidFill>
                  <a:srgbClr val="627356"/>
                </a:solidFill>
                <a:latin typeface="Prata"/>
                <a:ea typeface="Prata"/>
                <a:cs typeface="Prata"/>
              </a:defRPr>
            </a:lvl5pPr>
            <a:lvl6pPr algn="r">
              <a:defRPr sz="975" b="0" i="0">
                <a:solidFill>
                  <a:srgbClr val="627356"/>
                </a:solidFill>
                <a:latin typeface="Prata"/>
                <a:ea typeface="Prata"/>
                <a:cs typeface="Prata"/>
              </a:defRPr>
            </a:lvl6pPr>
            <a:lvl7pPr algn="r">
              <a:defRPr sz="975" b="0" i="0">
                <a:solidFill>
                  <a:srgbClr val="627356"/>
                </a:solidFill>
                <a:latin typeface="Prata"/>
                <a:ea typeface="Prata"/>
                <a:cs typeface="Prata"/>
              </a:defRPr>
            </a:lvl7pPr>
            <a:lvl8pPr algn="r">
              <a:defRPr sz="975" b="0" i="0">
                <a:solidFill>
                  <a:srgbClr val="627356"/>
                </a:solidFill>
                <a:latin typeface="Prata"/>
                <a:ea typeface="Prata"/>
                <a:cs typeface="Prata"/>
              </a:defRPr>
            </a:lvl8pPr>
            <a:lvl9pPr algn="r">
              <a:defRPr sz="975" b="0" i="0">
                <a:solidFill>
                  <a:srgbClr val="627356"/>
                </a:solidFill>
                <a:latin typeface="Prata"/>
                <a:ea typeface="Prata"/>
                <a:cs typeface="Prata"/>
              </a:defRPr>
            </a:lvl9pPr>
          </a:lstStyle>
          <a:p>
            <a:pPr algn="r">
              <a:defRPr sz="975" b="0" i="0">
                <a:solidFill>
                  <a:srgbClr val="627356"/>
                </a:solidFill>
                <a:latin typeface="Prata"/>
                <a:ea typeface="Prata"/>
                <a:cs typeface="Prata"/>
              </a:defRPr>
            </a:pPr>
            <a:r>
              <a:rPr sz="975" b="0" i="0">
                <a:solidFill>
                  <a:srgbClr val="627356"/>
                </a:solidFill>
                <a:latin typeface="Prata"/>
                <a:ea typeface="Prata"/>
                <a:cs typeface="Prata"/>
              </a:rPr>
              <a:t>10</a:t>
            </a:r>
          </a:p>
        </p:txBody>
      </p:sp>
      <p:pic>
        <p:nvPicPr>
          <p:cNvPr id="4" name="Picture 3">
            <a:extLst>
              <a:ext uri="{FF2B5EF4-FFF2-40B4-BE49-F238E27FC236}">
                <a16:creationId xmlns:a16="http://schemas.microsoft.com/office/drawing/2014/main" id="{839023C2-FDC4-4E2E-BBB2-6C1B077A08CF}"/>
              </a:ext>
            </a:extLst>
          </p:cNvPr>
          <p:cNvPicPr>
            <a:picLocks noChangeAspect="1"/>
          </p:cNvPicPr>
          <p:nvPr/>
        </p:nvPicPr>
        <p:blipFill>
          <a:blip r:embed="rId4" cstate="screen">
            <a:extLst>
              <a:ext uri="{28A0092B-C50C-407E-A947-70E740481C1C}">
                <a14:useLocalDpi xmlns:a14="http://schemas.microsoft.com/office/drawing/2010/main"/>
              </a:ext>
            </a:extLst>
          </a:blip>
          <a:stretch/>
        </p:blipFill>
        <p:spPr>
          <a:xfrm>
            <a:off x="8079696" y="3638550"/>
            <a:ext cx="757009" cy="1238250"/>
          </a:xfrm>
          <a:prstGeom prst="rect">
            <a:avLst/>
          </a:prstGeom>
        </p:spPr>
      </p:pic>
      <p:sp>
        <p:nvSpPr>
          <p:cNvPr id="5" name="cut-label">
            <a:extLst>
              <a:ext uri="{FF2B5EF4-FFF2-40B4-BE49-F238E27FC236}">
                <a16:creationId xmlns:a16="http://schemas.microsoft.com/office/drawing/2014/main" id="{07F221C3-A3E4-41D8-BF0E-7D44B2D550FF}"/>
              </a:ext>
            </a:extLst>
          </p:cNvPr>
          <p:cNvSpPr>
            <a:spLocks noGrp="1"/>
          </p:cNvSpPr>
          <p:nvPr/>
        </p:nvSpPr>
        <p:spPr>
          <a:xfrm>
            <a:off x="552450" y="1066800"/>
            <a:ext cx="2724150" cy="209550"/>
          </a:xfrm>
          <a:prstGeom prst="rect">
            <a:avLst/>
          </a:prstGeom>
          <a:noFill/>
          <a:ln w="0">
            <a:noFill/>
            <a:prstDash val="solid"/>
          </a:ln>
        </p:spPr>
        <p:txBody>
          <a:bodyPr wrap="square" lIns="0" tIns="0" rIns="0" bIns="0" anchor="t">
            <a:normAutofit/>
          </a:bodyPr>
          <a:lstStyle>
            <a:defPPr algn="l">
              <a:defRPr sz="900" b="1" i="0">
                <a:solidFill>
                  <a:srgbClr val="85441C"/>
                </a:solidFill>
                <a:latin typeface="Lato"/>
                <a:ea typeface="Lato"/>
                <a:cs typeface="Lato"/>
              </a:defRPr>
            </a:defPPr>
            <a:lvl1pPr algn="l">
              <a:defRPr sz="900" b="1" i="0">
                <a:solidFill>
                  <a:srgbClr val="85441C"/>
                </a:solidFill>
                <a:latin typeface="Lato"/>
                <a:ea typeface="Lato"/>
                <a:cs typeface="Lato"/>
              </a:defRPr>
            </a:lvl1pPr>
            <a:lvl2pPr algn="l">
              <a:defRPr sz="900" b="1" i="0">
                <a:solidFill>
                  <a:srgbClr val="85441C"/>
                </a:solidFill>
                <a:latin typeface="Lato"/>
                <a:ea typeface="Lato"/>
                <a:cs typeface="Lato"/>
              </a:defRPr>
            </a:lvl2pPr>
            <a:lvl3pPr algn="l">
              <a:defRPr sz="900" b="1" i="0">
                <a:solidFill>
                  <a:srgbClr val="85441C"/>
                </a:solidFill>
                <a:latin typeface="Lato"/>
                <a:ea typeface="Lato"/>
                <a:cs typeface="Lato"/>
              </a:defRPr>
            </a:lvl3pPr>
            <a:lvl4pPr algn="l">
              <a:defRPr sz="900" b="1" i="0">
                <a:solidFill>
                  <a:srgbClr val="85441C"/>
                </a:solidFill>
                <a:latin typeface="Lato"/>
                <a:ea typeface="Lato"/>
                <a:cs typeface="Lato"/>
              </a:defRPr>
            </a:lvl4pPr>
            <a:lvl5pPr algn="l">
              <a:defRPr sz="900" b="1" i="0">
                <a:solidFill>
                  <a:srgbClr val="85441C"/>
                </a:solidFill>
                <a:latin typeface="Lato"/>
                <a:ea typeface="Lato"/>
                <a:cs typeface="Lato"/>
              </a:defRPr>
            </a:lvl5pPr>
            <a:lvl6pPr algn="l">
              <a:defRPr sz="900" b="1" i="0">
                <a:solidFill>
                  <a:srgbClr val="85441C"/>
                </a:solidFill>
                <a:latin typeface="Lato"/>
                <a:ea typeface="Lato"/>
                <a:cs typeface="Lato"/>
              </a:defRPr>
            </a:lvl6pPr>
            <a:lvl7pPr algn="l">
              <a:defRPr sz="900" b="1" i="0">
                <a:solidFill>
                  <a:srgbClr val="85441C"/>
                </a:solidFill>
                <a:latin typeface="Lato"/>
                <a:ea typeface="Lato"/>
                <a:cs typeface="Lato"/>
              </a:defRPr>
            </a:lvl7pPr>
            <a:lvl8pPr algn="l">
              <a:defRPr sz="900" b="1" i="0">
                <a:solidFill>
                  <a:srgbClr val="85441C"/>
                </a:solidFill>
                <a:latin typeface="Lato"/>
                <a:ea typeface="Lato"/>
                <a:cs typeface="Lato"/>
              </a:defRPr>
            </a:lvl8pPr>
            <a:lvl9pPr algn="l">
              <a:defRPr sz="900" b="1" i="0">
                <a:solidFill>
                  <a:srgbClr val="85441C"/>
                </a:solidFill>
                <a:latin typeface="Lato"/>
                <a:ea typeface="Lato"/>
                <a:cs typeface="Lato"/>
              </a:defRPr>
            </a:lvl9pPr>
          </a:lstStyle>
          <a:p>
            <a:pPr algn="l">
              <a:defRPr sz="900" b="1" i="0">
                <a:solidFill>
                  <a:srgbClr val="85441C"/>
                </a:solidFill>
                <a:latin typeface="Lato"/>
                <a:ea typeface="Lato"/>
                <a:cs typeface="Lato"/>
              </a:defRPr>
            </a:pPr>
            <a:r>
              <a:rPr sz="900" b="1" i="0">
                <a:solidFill>
                  <a:srgbClr val="85441C"/>
                </a:solidFill>
                <a:latin typeface="Lato"/>
                <a:ea typeface="Lato"/>
                <a:cs typeface="Lato"/>
              </a:rPr>
              <a:t>AM TĂIAT, PUNEM ÎNAPOI</a:t>
            </a:r>
          </a:p>
        </p:txBody>
      </p:sp>
      <p:sp>
        <p:nvSpPr>
          <p:cNvPr id="6" name="household-title">
            <a:extLst>
              <a:ext uri="{FF2B5EF4-FFF2-40B4-BE49-F238E27FC236}">
                <a16:creationId xmlns:a16="http://schemas.microsoft.com/office/drawing/2014/main" id="{5AD71FF0-CA8C-4F72-AEC8-8AD8C82E9930}"/>
              </a:ext>
            </a:extLst>
          </p:cNvPr>
          <p:cNvSpPr>
            <a:spLocks noGrp="1"/>
          </p:cNvSpPr>
          <p:nvPr/>
        </p:nvSpPr>
        <p:spPr>
          <a:xfrm>
            <a:off x="552450" y="1390650"/>
            <a:ext cx="2667000" cy="304800"/>
          </a:xfrm>
          <a:prstGeom prst="rect">
            <a:avLst/>
          </a:prstGeom>
          <a:noFill/>
          <a:ln w="0">
            <a:noFill/>
            <a:prstDash val="solid"/>
          </a:ln>
        </p:spPr>
        <p:txBody>
          <a:bodyPr wrap="square" lIns="0" tIns="0" rIns="0" bIns="0" anchor="t">
            <a:normAutofit/>
          </a:bodyPr>
          <a:lstStyle>
            <a:defPPr algn="l">
              <a:defRPr sz="1575" b="0" i="0">
                <a:solidFill>
                  <a:srgbClr val="2C2A29"/>
                </a:solidFill>
                <a:latin typeface="Prata"/>
                <a:ea typeface="Prata"/>
                <a:cs typeface="Prata"/>
              </a:defRPr>
            </a:defPPr>
            <a:lvl1pPr algn="l">
              <a:defRPr sz="1575" b="0" i="0">
                <a:solidFill>
                  <a:srgbClr val="2C2A29"/>
                </a:solidFill>
                <a:latin typeface="Prata"/>
                <a:ea typeface="Prata"/>
                <a:cs typeface="Prata"/>
              </a:defRPr>
            </a:lvl1pPr>
            <a:lvl2pPr algn="l">
              <a:defRPr sz="1575" b="0" i="0">
                <a:solidFill>
                  <a:srgbClr val="2C2A29"/>
                </a:solidFill>
                <a:latin typeface="Prata"/>
                <a:ea typeface="Prata"/>
                <a:cs typeface="Prata"/>
              </a:defRPr>
            </a:lvl2pPr>
            <a:lvl3pPr algn="l">
              <a:defRPr sz="1575" b="0" i="0">
                <a:solidFill>
                  <a:srgbClr val="2C2A29"/>
                </a:solidFill>
                <a:latin typeface="Prata"/>
                <a:ea typeface="Prata"/>
                <a:cs typeface="Prata"/>
              </a:defRPr>
            </a:lvl3pPr>
            <a:lvl4pPr algn="l">
              <a:defRPr sz="1575" b="0" i="0">
                <a:solidFill>
                  <a:srgbClr val="2C2A29"/>
                </a:solidFill>
                <a:latin typeface="Prata"/>
                <a:ea typeface="Prata"/>
                <a:cs typeface="Prata"/>
              </a:defRPr>
            </a:lvl4pPr>
            <a:lvl5pPr algn="l">
              <a:defRPr sz="1575" b="0" i="0">
                <a:solidFill>
                  <a:srgbClr val="2C2A29"/>
                </a:solidFill>
                <a:latin typeface="Prata"/>
                <a:ea typeface="Prata"/>
                <a:cs typeface="Prata"/>
              </a:defRPr>
            </a:lvl5pPr>
            <a:lvl6pPr algn="l">
              <a:defRPr sz="1575" b="0" i="0">
                <a:solidFill>
                  <a:srgbClr val="2C2A29"/>
                </a:solidFill>
                <a:latin typeface="Prata"/>
                <a:ea typeface="Prata"/>
                <a:cs typeface="Prata"/>
              </a:defRPr>
            </a:lvl6pPr>
            <a:lvl7pPr algn="l">
              <a:defRPr sz="1575" b="0" i="0">
                <a:solidFill>
                  <a:srgbClr val="2C2A29"/>
                </a:solidFill>
                <a:latin typeface="Prata"/>
                <a:ea typeface="Prata"/>
                <a:cs typeface="Prata"/>
              </a:defRPr>
            </a:lvl7pPr>
            <a:lvl8pPr algn="l">
              <a:defRPr sz="1575" b="0" i="0">
                <a:solidFill>
                  <a:srgbClr val="2C2A29"/>
                </a:solidFill>
                <a:latin typeface="Prata"/>
                <a:ea typeface="Prata"/>
                <a:cs typeface="Prata"/>
              </a:defRPr>
            </a:lvl8pPr>
            <a:lvl9pPr algn="l">
              <a:defRPr sz="1575" b="0" i="0">
                <a:solidFill>
                  <a:srgbClr val="2C2A29"/>
                </a:solidFill>
                <a:latin typeface="Prata"/>
                <a:ea typeface="Prata"/>
                <a:cs typeface="Prata"/>
              </a:defRPr>
            </a:lvl9pPr>
          </a:lstStyle>
          <a:p>
            <a:pPr algn="l">
              <a:defRPr sz="1575" b="0" i="0">
                <a:solidFill>
                  <a:srgbClr val="2C2A29"/>
                </a:solidFill>
                <a:latin typeface="Prata"/>
                <a:ea typeface="Prata"/>
                <a:cs typeface="Prata"/>
              </a:defRPr>
            </a:pPr>
            <a:r>
              <a:rPr sz="1575" b="0" i="0" dirty="0">
                <a:solidFill>
                  <a:srgbClr val="2C2A29"/>
                </a:solidFill>
                <a:latin typeface="Prata"/>
                <a:ea typeface="Prata"/>
                <a:cs typeface="Prata"/>
              </a:rPr>
              <a:t>Mod </a:t>
            </a:r>
            <a:r>
              <a:rPr sz="1575" b="0" i="0" dirty="0" err="1">
                <a:solidFill>
                  <a:srgbClr val="2C2A29"/>
                </a:solidFill>
                <a:latin typeface="Prata"/>
                <a:ea typeface="Prata"/>
                <a:cs typeface="Prata"/>
              </a:rPr>
              <a:t>pentru</a:t>
            </a:r>
            <a:r>
              <a:rPr sz="1575" b="0" i="0" dirty="0">
                <a:solidFill>
                  <a:srgbClr val="2C2A29"/>
                </a:solidFill>
                <a:latin typeface="Prata"/>
                <a:ea typeface="Prata"/>
                <a:cs typeface="Prata"/>
              </a:rPr>
              <a:t> </a:t>
            </a:r>
            <a:r>
              <a:rPr sz="1575" b="0" i="0" dirty="0" err="1">
                <a:solidFill>
                  <a:srgbClr val="2C2A29"/>
                </a:solidFill>
                <a:latin typeface="Prata"/>
                <a:ea typeface="Prata"/>
                <a:cs typeface="Prata"/>
              </a:rPr>
              <a:t>gospodării</a:t>
            </a:r>
            <a:endParaRPr sz="1575" b="0" i="0" dirty="0">
              <a:solidFill>
                <a:srgbClr val="2C2A29"/>
              </a:solidFill>
              <a:latin typeface="Prata"/>
              <a:ea typeface="Prata"/>
              <a:cs typeface="Prata"/>
            </a:endParaRPr>
          </a:p>
        </p:txBody>
      </p:sp>
      <p:sp>
        <p:nvSpPr>
          <p:cNvPr id="7" name="household-copy">
            <a:extLst>
              <a:ext uri="{FF2B5EF4-FFF2-40B4-BE49-F238E27FC236}">
                <a16:creationId xmlns:a16="http://schemas.microsoft.com/office/drawing/2014/main" id="{3516F30B-E8BE-4A9D-93A7-31C3218C1693}"/>
              </a:ext>
            </a:extLst>
          </p:cNvPr>
          <p:cNvSpPr>
            <a:spLocks noGrp="1"/>
          </p:cNvSpPr>
          <p:nvPr/>
        </p:nvSpPr>
        <p:spPr>
          <a:xfrm>
            <a:off x="552450" y="1781175"/>
            <a:ext cx="2667000" cy="990600"/>
          </a:xfrm>
          <a:prstGeom prst="rect">
            <a:avLst/>
          </a:prstGeom>
          <a:noFill/>
          <a:ln w="0">
            <a:noFill/>
            <a:prstDash val="solid"/>
          </a:ln>
        </p:spPr>
        <p:txBody>
          <a:bodyPr wrap="square" lIns="0" tIns="0" rIns="0" bIns="0" anchor="t">
            <a:normAutofit/>
          </a:bodyPr>
          <a:lstStyle>
            <a:defPPr algn="l">
              <a:defRPr sz="1200" b="0" i="0">
                <a:solidFill>
                  <a:srgbClr val="2C2A29"/>
                </a:solidFill>
                <a:latin typeface="Lato"/>
                <a:ea typeface="Lato"/>
                <a:cs typeface="Lato"/>
              </a:defRPr>
            </a:defPPr>
            <a:lvl1pPr algn="l">
              <a:defRPr sz="1200" b="0" i="0">
                <a:solidFill>
                  <a:srgbClr val="2C2A29"/>
                </a:solidFill>
                <a:latin typeface="Lato"/>
                <a:ea typeface="Lato"/>
                <a:cs typeface="Lato"/>
              </a:defRPr>
            </a:lvl1pPr>
            <a:lvl2pPr algn="l">
              <a:defRPr sz="1200" b="0" i="0">
                <a:solidFill>
                  <a:srgbClr val="2C2A29"/>
                </a:solidFill>
                <a:latin typeface="Lato"/>
                <a:ea typeface="Lato"/>
                <a:cs typeface="Lato"/>
              </a:defRPr>
            </a:lvl2pPr>
            <a:lvl3pPr algn="l">
              <a:defRPr sz="1200" b="0" i="0">
                <a:solidFill>
                  <a:srgbClr val="2C2A29"/>
                </a:solidFill>
                <a:latin typeface="Lato"/>
                <a:ea typeface="Lato"/>
                <a:cs typeface="Lato"/>
              </a:defRPr>
            </a:lvl3pPr>
            <a:lvl4pPr algn="l">
              <a:defRPr sz="1200" b="0" i="0">
                <a:solidFill>
                  <a:srgbClr val="2C2A29"/>
                </a:solidFill>
                <a:latin typeface="Lato"/>
                <a:ea typeface="Lato"/>
                <a:cs typeface="Lato"/>
              </a:defRPr>
            </a:lvl4pPr>
            <a:lvl5pPr algn="l">
              <a:defRPr sz="1200" b="0" i="0">
                <a:solidFill>
                  <a:srgbClr val="2C2A29"/>
                </a:solidFill>
                <a:latin typeface="Lato"/>
                <a:ea typeface="Lato"/>
                <a:cs typeface="Lato"/>
              </a:defRPr>
            </a:lvl5pPr>
            <a:lvl6pPr algn="l">
              <a:defRPr sz="1200" b="0" i="0">
                <a:solidFill>
                  <a:srgbClr val="2C2A29"/>
                </a:solidFill>
                <a:latin typeface="Lato"/>
                <a:ea typeface="Lato"/>
                <a:cs typeface="Lato"/>
              </a:defRPr>
            </a:lvl6pPr>
            <a:lvl7pPr algn="l">
              <a:defRPr sz="1200" b="0" i="0">
                <a:solidFill>
                  <a:srgbClr val="2C2A29"/>
                </a:solidFill>
                <a:latin typeface="Lato"/>
                <a:ea typeface="Lato"/>
                <a:cs typeface="Lato"/>
              </a:defRPr>
            </a:lvl7pPr>
            <a:lvl8pPr algn="l">
              <a:defRPr sz="1200" b="0" i="0">
                <a:solidFill>
                  <a:srgbClr val="2C2A29"/>
                </a:solidFill>
                <a:latin typeface="Lato"/>
                <a:ea typeface="Lato"/>
                <a:cs typeface="Lato"/>
              </a:defRPr>
            </a:lvl8pPr>
            <a:lvl9pPr algn="l">
              <a:defRPr sz="1200" b="0" i="0">
                <a:solidFill>
                  <a:srgbClr val="2C2A29"/>
                </a:solidFill>
                <a:latin typeface="Lato"/>
                <a:ea typeface="Lato"/>
                <a:cs typeface="Lato"/>
              </a:defRPr>
            </a:lvl9pPr>
          </a:lstStyle>
          <a:p>
            <a:pPr algn="l">
              <a:defRPr sz="1200" b="0" i="0">
                <a:solidFill>
                  <a:srgbClr val="2C2A29"/>
                </a:solidFill>
                <a:latin typeface="Lato"/>
                <a:ea typeface="Lato"/>
                <a:cs typeface="Lato"/>
              </a:defRPr>
            </a:pPr>
            <a:r>
              <a:rPr sz="1200" b="0" i="0" dirty="0" err="1">
                <a:solidFill>
                  <a:srgbClr val="2C2A29"/>
                </a:solidFill>
                <a:latin typeface="Lato"/>
                <a:ea typeface="Lato"/>
                <a:cs typeface="Lato"/>
              </a:rPr>
              <a:t>Fotografie</a:t>
            </a:r>
            <a:r>
              <a:rPr sz="1200" b="0" i="0" dirty="0">
                <a:solidFill>
                  <a:srgbClr val="2C2A29"/>
                </a:solidFill>
                <a:latin typeface="Lato"/>
                <a:ea typeface="Lato"/>
                <a:cs typeface="Lato"/>
              </a:rPr>
              <a:t> la bon, </a:t>
            </a:r>
            <a:r>
              <a:rPr sz="1200" b="0" i="0" dirty="0" err="1">
                <a:solidFill>
                  <a:srgbClr val="2C2A29"/>
                </a:solidFill>
                <a:latin typeface="Lato"/>
                <a:ea typeface="Lato"/>
                <a:cs typeface="Lato"/>
              </a:rPr>
              <a:t>urmărirea</a:t>
            </a:r>
            <a:r>
              <a:rPr sz="1200" b="0" i="0" dirty="0">
                <a:solidFill>
                  <a:srgbClr val="2C2A29"/>
                </a:solidFill>
                <a:latin typeface="Lato"/>
                <a:ea typeface="Lato"/>
                <a:cs typeface="Lato"/>
              </a:rPr>
              <a:t> </a:t>
            </a:r>
            <a:r>
              <a:rPr sz="1200" b="0" i="0" dirty="0" err="1">
                <a:solidFill>
                  <a:srgbClr val="2C2A29"/>
                </a:solidFill>
                <a:latin typeface="Lato"/>
                <a:ea typeface="Lato"/>
                <a:cs typeface="Lato"/>
              </a:rPr>
              <a:t>alimentelor</a:t>
            </a:r>
            <a:r>
              <a:rPr sz="1200" b="0" i="0" dirty="0">
                <a:solidFill>
                  <a:srgbClr val="2C2A29"/>
                </a:solidFill>
                <a:latin typeface="Lato"/>
                <a:ea typeface="Lato"/>
                <a:cs typeface="Lato"/>
              </a:rPr>
              <a:t> </a:t>
            </a:r>
            <a:r>
              <a:rPr sz="1200" b="0" i="0" dirty="0" err="1">
                <a:solidFill>
                  <a:srgbClr val="2C2A29"/>
                </a:solidFill>
                <a:latin typeface="Lato"/>
                <a:ea typeface="Lato"/>
                <a:cs typeface="Lato"/>
              </a:rPr>
              <a:t>consumate</a:t>
            </a:r>
            <a:r>
              <a:rPr sz="1200" b="0" i="0" dirty="0">
                <a:solidFill>
                  <a:srgbClr val="2C2A29"/>
                </a:solidFill>
                <a:latin typeface="Lato"/>
                <a:ea typeface="Lato"/>
                <a:cs typeface="Lato"/>
              </a:rPr>
              <a:t> </a:t>
            </a:r>
            <a:r>
              <a:rPr sz="1200" b="0" i="0" dirty="0" err="1">
                <a:solidFill>
                  <a:srgbClr val="2C2A29"/>
                </a:solidFill>
                <a:latin typeface="Lato"/>
                <a:ea typeface="Lato"/>
                <a:cs typeface="Lato"/>
              </a:rPr>
              <a:t>și</a:t>
            </a:r>
            <a:r>
              <a:rPr sz="1200" b="0" i="0" dirty="0">
                <a:solidFill>
                  <a:srgbClr val="2C2A29"/>
                </a:solidFill>
                <a:latin typeface="Lato"/>
                <a:ea typeface="Lato"/>
                <a:cs typeface="Lato"/>
              </a:rPr>
              <a:t> </a:t>
            </a:r>
            <a:r>
              <a:rPr sz="1200" b="0" i="0" dirty="0" err="1">
                <a:solidFill>
                  <a:srgbClr val="2C2A29"/>
                </a:solidFill>
                <a:latin typeface="Lato"/>
                <a:ea typeface="Lato"/>
                <a:cs typeface="Lato"/>
              </a:rPr>
              <a:t>risipite</a:t>
            </a:r>
            <a:r>
              <a:rPr sz="1200" b="0" i="0" dirty="0">
                <a:solidFill>
                  <a:srgbClr val="2C2A29"/>
                </a:solidFill>
                <a:latin typeface="Lato"/>
                <a:ea typeface="Lato"/>
                <a:cs typeface="Lato"/>
              </a:rPr>
              <a:t>, </a:t>
            </a:r>
            <a:r>
              <a:rPr sz="1200" b="0" i="0" dirty="0" err="1">
                <a:solidFill>
                  <a:srgbClr val="2C2A29"/>
                </a:solidFill>
                <a:latin typeface="Lato"/>
                <a:ea typeface="Lato"/>
                <a:cs typeface="Lato"/>
              </a:rPr>
              <a:t>recomandări</a:t>
            </a:r>
            <a:r>
              <a:rPr sz="1200" b="0" i="0" dirty="0">
                <a:solidFill>
                  <a:srgbClr val="2C2A29"/>
                </a:solidFill>
                <a:latin typeface="Lato"/>
                <a:ea typeface="Lato"/>
                <a:cs typeface="Lato"/>
              </a:rPr>
              <a:t> de </a:t>
            </a:r>
            <a:r>
              <a:rPr sz="1200" b="0" i="0" dirty="0" err="1">
                <a:solidFill>
                  <a:srgbClr val="2C2A29"/>
                </a:solidFill>
                <a:latin typeface="Lato"/>
                <a:ea typeface="Lato"/>
                <a:cs typeface="Lato"/>
              </a:rPr>
              <a:t>cumpărături</a:t>
            </a:r>
            <a:r>
              <a:rPr sz="1200" b="0" i="0" dirty="0">
                <a:solidFill>
                  <a:srgbClr val="2C2A29"/>
                </a:solidFill>
                <a:latin typeface="Lato"/>
                <a:ea typeface="Lato"/>
                <a:cs typeface="Lato"/>
              </a:rPr>
              <a:t> </a:t>
            </a:r>
            <a:r>
              <a:rPr sz="1200" b="0" i="0" dirty="0" err="1">
                <a:solidFill>
                  <a:srgbClr val="2C2A29"/>
                </a:solidFill>
                <a:latin typeface="Lato"/>
                <a:ea typeface="Lato"/>
                <a:cs typeface="Lato"/>
              </a:rPr>
              <a:t>și</a:t>
            </a:r>
            <a:r>
              <a:rPr sz="1200" b="0" i="0" dirty="0">
                <a:solidFill>
                  <a:srgbClr val="2C2A29"/>
                </a:solidFill>
                <a:latin typeface="Lato"/>
                <a:ea typeface="Lato"/>
                <a:cs typeface="Lato"/>
              </a:rPr>
              <a:t> </a:t>
            </a:r>
            <a:r>
              <a:rPr sz="1200" b="0" i="0" dirty="0" err="1">
                <a:solidFill>
                  <a:srgbClr val="2C2A29"/>
                </a:solidFill>
                <a:latin typeface="Lato"/>
                <a:ea typeface="Lato"/>
                <a:cs typeface="Lato"/>
              </a:rPr>
              <a:t>rețete</a:t>
            </a:r>
            <a:r>
              <a:rPr sz="1200" b="0" i="0" dirty="0">
                <a:solidFill>
                  <a:srgbClr val="2C2A29"/>
                </a:solidFill>
                <a:latin typeface="Lato"/>
                <a:ea typeface="Lato"/>
                <a:cs typeface="Lato"/>
              </a:rPr>
              <a:t> din </a:t>
            </a:r>
            <a:r>
              <a:rPr sz="1200" b="0" i="0" dirty="0" err="1">
                <a:solidFill>
                  <a:srgbClr val="2C2A29"/>
                </a:solidFill>
                <a:latin typeface="Lato"/>
                <a:ea typeface="Lato"/>
                <a:cs typeface="Lato"/>
              </a:rPr>
              <a:t>ce</a:t>
            </a:r>
            <a:r>
              <a:rPr sz="1200" b="0" i="0" dirty="0">
                <a:solidFill>
                  <a:srgbClr val="2C2A29"/>
                </a:solidFill>
                <a:latin typeface="Lato"/>
                <a:ea typeface="Lato"/>
                <a:cs typeface="Lato"/>
              </a:rPr>
              <a:t> </a:t>
            </a:r>
            <a:r>
              <a:rPr sz="1200" b="0" i="0" dirty="0" err="1">
                <a:solidFill>
                  <a:srgbClr val="2C2A29"/>
                </a:solidFill>
                <a:latin typeface="Lato"/>
                <a:ea typeface="Lato"/>
                <a:cs typeface="Lato"/>
              </a:rPr>
              <a:t>rămâne</a:t>
            </a:r>
            <a:endParaRPr sz="1200" b="0" i="0" dirty="0">
              <a:solidFill>
                <a:srgbClr val="2C2A29"/>
              </a:solidFill>
              <a:latin typeface="Lato"/>
              <a:ea typeface="Lato"/>
              <a:cs typeface="Lato"/>
            </a:endParaRPr>
          </a:p>
        </p:txBody>
      </p:sp>
      <p:sp>
        <p:nvSpPr>
          <p:cNvPr id="8" name="delivery-title">
            <a:extLst>
              <a:ext uri="{FF2B5EF4-FFF2-40B4-BE49-F238E27FC236}">
                <a16:creationId xmlns:a16="http://schemas.microsoft.com/office/drawing/2014/main" id="{2112EFD5-E94F-4EA6-B465-DB21AB39A959}"/>
              </a:ext>
            </a:extLst>
          </p:cNvPr>
          <p:cNvSpPr>
            <a:spLocks noGrp="1"/>
          </p:cNvSpPr>
          <p:nvPr/>
        </p:nvSpPr>
        <p:spPr>
          <a:xfrm>
            <a:off x="533400" y="2628900"/>
            <a:ext cx="2667000" cy="304800"/>
          </a:xfrm>
          <a:prstGeom prst="rect">
            <a:avLst/>
          </a:prstGeom>
          <a:noFill/>
          <a:ln w="0">
            <a:noFill/>
            <a:prstDash val="solid"/>
          </a:ln>
        </p:spPr>
        <p:txBody>
          <a:bodyPr wrap="square" lIns="0" tIns="0" rIns="0" bIns="0" anchor="t">
            <a:normAutofit/>
          </a:bodyPr>
          <a:lstStyle>
            <a:defPPr algn="l">
              <a:defRPr sz="1500" b="0" i="0">
                <a:solidFill>
                  <a:srgbClr val="2C2A29"/>
                </a:solidFill>
                <a:latin typeface="Prata"/>
                <a:ea typeface="Prata"/>
                <a:cs typeface="Prata"/>
              </a:defRPr>
            </a:defPPr>
            <a:lvl1pPr algn="l">
              <a:defRPr sz="1500" b="0" i="0">
                <a:solidFill>
                  <a:srgbClr val="2C2A29"/>
                </a:solidFill>
                <a:latin typeface="Prata"/>
                <a:ea typeface="Prata"/>
                <a:cs typeface="Prata"/>
              </a:defRPr>
            </a:lvl1pPr>
            <a:lvl2pPr algn="l">
              <a:defRPr sz="1500" b="0" i="0">
                <a:solidFill>
                  <a:srgbClr val="2C2A29"/>
                </a:solidFill>
                <a:latin typeface="Prata"/>
                <a:ea typeface="Prata"/>
                <a:cs typeface="Prata"/>
              </a:defRPr>
            </a:lvl2pPr>
            <a:lvl3pPr algn="l">
              <a:defRPr sz="1500" b="0" i="0">
                <a:solidFill>
                  <a:srgbClr val="2C2A29"/>
                </a:solidFill>
                <a:latin typeface="Prata"/>
                <a:ea typeface="Prata"/>
                <a:cs typeface="Prata"/>
              </a:defRPr>
            </a:lvl3pPr>
            <a:lvl4pPr algn="l">
              <a:defRPr sz="1500" b="0" i="0">
                <a:solidFill>
                  <a:srgbClr val="2C2A29"/>
                </a:solidFill>
                <a:latin typeface="Prata"/>
                <a:ea typeface="Prata"/>
                <a:cs typeface="Prata"/>
              </a:defRPr>
            </a:lvl4pPr>
            <a:lvl5pPr algn="l">
              <a:defRPr sz="1500" b="0" i="0">
                <a:solidFill>
                  <a:srgbClr val="2C2A29"/>
                </a:solidFill>
                <a:latin typeface="Prata"/>
                <a:ea typeface="Prata"/>
                <a:cs typeface="Prata"/>
              </a:defRPr>
            </a:lvl5pPr>
            <a:lvl6pPr algn="l">
              <a:defRPr sz="1500" b="0" i="0">
                <a:solidFill>
                  <a:srgbClr val="2C2A29"/>
                </a:solidFill>
                <a:latin typeface="Prata"/>
                <a:ea typeface="Prata"/>
                <a:cs typeface="Prata"/>
              </a:defRPr>
            </a:lvl6pPr>
            <a:lvl7pPr algn="l">
              <a:defRPr sz="1500" b="0" i="0">
                <a:solidFill>
                  <a:srgbClr val="2C2A29"/>
                </a:solidFill>
                <a:latin typeface="Prata"/>
                <a:ea typeface="Prata"/>
                <a:cs typeface="Prata"/>
              </a:defRPr>
            </a:lvl7pPr>
            <a:lvl8pPr algn="l">
              <a:defRPr sz="1500" b="0" i="0">
                <a:solidFill>
                  <a:srgbClr val="2C2A29"/>
                </a:solidFill>
                <a:latin typeface="Prata"/>
                <a:ea typeface="Prata"/>
                <a:cs typeface="Prata"/>
              </a:defRPr>
            </a:lvl8pPr>
            <a:lvl9pPr algn="l">
              <a:defRPr sz="1500" b="0" i="0">
                <a:solidFill>
                  <a:srgbClr val="2C2A29"/>
                </a:solidFill>
                <a:latin typeface="Prata"/>
                <a:ea typeface="Prata"/>
                <a:cs typeface="Prata"/>
              </a:defRPr>
            </a:lvl9pPr>
          </a:lstStyle>
          <a:p>
            <a:pPr algn="l">
              <a:defRPr sz="1500" b="0" i="0">
                <a:solidFill>
                  <a:srgbClr val="2C2A29"/>
                </a:solidFill>
                <a:latin typeface="Prata"/>
                <a:ea typeface="Prata"/>
                <a:cs typeface="Prata"/>
              </a:defRPr>
            </a:pPr>
            <a:r>
              <a:rPr sz="1500" b="0" i="0" dirty="0" err="1">
                <a:solidFill>
                  <a:srgbClr val="2C2A29"/>
                </a:solidFill>
                <a:latin typeface="Prata"/>
                <a:ea typeface="Prata"/>
                <a:cs typeface="Prata"/>
              </a:rPr>
              <a:t>Comandă</a:t>
            </a:r>
            <a:r>
              <a:rPr sz="1500" b="0" i="0" dirty="0">
                <a:solidFill>
                  <a:srgbClr val="2C2A29"/>
                </a:solidFill>
                <a:latin typeface="Prata"/>
                <a:ea typeface="Prata"/>
                <a:cs typeface="Prata"/>
              </a:rPr>
              <a:t> online cu </a:t>
            </a:r>
            <a:r>
              <a:rPr sz="1500" b="0" i="0" dirty="0" err="1">
                <a:solidFill>
                  <a:srgbClr val="2C2A29"/>
                </a:solidFill>
                <a:latin typeface="Prata"/>
                <a:ea typeface="Prata"/>
                <a:cs typeface="Prata"/>
              </a:rPr>
              <a:t>livrare</a:t>
            </a:r>
            <a:endParaRPr sz="1500" b="0" i="0" dirty="0">
              <a:solidFill>
                <a:srgbClr val="2C2A29"/>
              </a:solidFill>
              <a:latin typeface="Prata"/>
              <a:ea typeface="Prata"/>
              <a:cs typeface="Prata"/>
            </a:endParaRPr>
          </a:p>
        </p:txBody>
      </p:sp>
      <p:sp>
        <p:nvSpPr>
          <p:cNvPr id="9" name="delivery-copy">
            <a:extLst>
              <a:ext uri="{FF2B5EF4-FFF2-40B4-BE49-F238E27FC236}">
                <a16:creationId xmlns:a16="http://schemas.microsoft.com/office/drawing/2014/main" id="{D7E41B5A-3E5E-4914-AE9A-8649FE55AA70}"/>
              </a:ext>
            </a:extLst>
          </p:cNvPr>
          <p:cNvSpPr>
            <a:spLocks noGrp="1"/>
          </p:cNvSpPr>
          <p:nvPr/>
        </p:nvSpPr>
        <p:spPr>
          <a:xfrm>
            <a:off x="552450" y="2924175"/>
            <a:ext cx="2667000" cy="381000"/>
          </a:xfrm>
          <a:prstGeom prst="rect">
            <a:avLst/>
          </a:prstGeom>
          <a:noFill/>
          <a:ln w="0">
            <a:noFill/>
            <a:prstDash val="solid"/>
          </a:ln>
        </p:spPr>
        <p:txBody>
          <a:bodyPr wrap="square" lIns="0" tIns="0" rIns="0" bIns="0" anchor="t">
            <a:normAutofit/>
          </a:bodyPr>
          <a:lstStyle>
            <a:defPPr algn="l">
              <a:defRPr sz="1200" b="0" i="0">
                <a:solidFill>
                  <a:srgbClr val="2C2A29"/>
                </a:solidFill>
                <a:latin typeface="Lato"/>
                <a:ea typeface="Lato"/>
                <a:cs typeface="Lato"/>
              </a:defRPr>
            </a:defPPr>
            <a:lvl1pPr algn="l">
              <a:defRPr sz="1200" b="0" i="0">
                <a:solidFill>
                  <a:srgbClr val="2C2A29"/>
                </a:solidFill>
                <a:latin typeface="Lato"/>
                <a:ea typeface="Lato"/>
                <a:cs typeface="Lato"/>
              </a:defRPr>
            </a:lvl1pPr>
            <a:lvl2pPr algn="l">
              <a:defRPr sz="1200" b="0" i="0">
                <a:solidFill>
                  <a:srgbClr val="2C2A29"/>
                </a:solidFill>
                <a:latin typeface="Lato"/>
                <a:ea typeface="Lato"/>
                <a:cs typeface="Lato"/>
              </a:defRPr>
            </a:lvl2pPr>
            <a:lvl3pPr algn="l">
              <a:defRPr sz="1200" b="0" i="0">
                <a:solidFill>
                  <a:srgbClr val="2C2A29"/>
                </a:solidFill>
                <a:latin typeface="Lato"/>
                <a:ea typeface="Lato"/>
                <a:cs typeface="Lato"/>
              </a:defRPr>
            </a:lvl3pPr>
            <a:lvl4pPr algn="l">
              <a:defRPr sz="1200" b="0" i="0">
                <a:solidFill>
                  <a:srgbClr val="2C2A29"/>
                </a:solidFill>
                <a:latin typeface="Lato"/>
                <a:ea typeface="Lato"/>
                <a:cs typeface="Lato"/>
              </a:defRPr>
            </a:lvl4pPr>
            <a:lvl5pPr algn="l">
              <a:defRPr sz="1200" b="0" i="0">
                <a:solidFill>
                  <a:srgbClr val="2C2A29"/>
                </a:solidFill>
                <a:latin typeface="Lato"/>
                <a:ea typeface="Lato"/>
                <a:cs typeface="Lato"/>
              </a:defRPr>
            </a:lvl5pPr>
            <a:lvl6pPr algn="l">
              <a:defRPr sz="1200" b="0" i="0">
                <a:solidFill>
                  <a:srgbClr val="2C2A29"/>
                </a:solidFill>
                <a:latin typeface="Lato"/>
                <a:ea typeface="Lato"/>
                <a:cs typeface="Lato"/>
              </a:defRPr>
            </a:lvl6pPr>
            <a:lvl7pPr algn="l">
              <a:defRPr sz="1200" b="0" i="0">
                <a:solidFill>
                  <a:srgbClr val="2C2A29"/>
                </a:solidFill>
                <a:latin typeface="Lato"/>
                <a:ea typeface="Lato"/>
                <a:cs typeface="Lato"/>
              </a:defRPr>
            </a:lvl7pPr>
            <a:lvl8pPr algn="l">
              <a:defRPr sz="1200" b="0" i="0">
                <a:solidFill>
                  <a:srgbClr val="2C2A29"/>
                </a:solidFill>
                <a:latin typeface="Lato"/>
                <a:ea typeface="Lato"/>
                <a:cs typeface="Lato"/>
              </a:defRPr>
            </a:lvl8pPr>
            <a:lvl9pPr algn="l">
              <a:defRPr sz="1200" b="0" i="0">
                <a:solidFill>
                  <a:srgbClr val="2C2A29"/>
                </a:solidFill>
                <a:latin typeface="Lato"/>
                <a:ea typeface="Lato"/>
                <a:cs typeface="Lato"/>
              </a:defRPr>
            </a:lvl9pPr>
          </a:lstStyle>
          <a:p>
            <a:pPr algn="l">
              <a:defRPr sz="1200" b="0" i="0">
                <a:solidFill>
                  <a:srgbClr val="2C2A29"/>
                </a:solidFill>
                <a:latin typeface="Lato"/>
                <a:ea typeface="Lato"/>
                <a:cs typeface="Lato"/>
              </a:defRPr>
            </a:pPr>
            <a:r>
              <a:rPr sz="1200" b="0" i="0" dirty="0" err="1">
                <a:solidFill>
                  <a:srgbClr val="2C2A29"/>
                </a:solidFill>
                <a:latin typeface="Lato"/>
                <a:ea typeface="Lato"/>
                <a:cs typeface="Lato"/>
              </a:rPr>
              <a:t>Pentru</a:t>
            </a:r>
            <a:r>
              <a:rPr sz="1200" b="0" i="0" dirty="0">
                <a:solidFill>
                  <a:srgbClr val="2C2A29"/>
                </a:solidFill>
                <a:latin typeface="Lato"/>
                <a:ea typeface="Lato"/>
                <a:cs typeface="Lato"/>
              </a:rPr>
              <a:t> </a:t>
            </a:r>
            <a:r>
              <a:rPr sz="1200" b="0" i="0" dirty="0" err="1">
                <a:solidFill>
                  <a:srgbClr val="2C2A29"/>
                </a:solidFill>
                <a:latin typeface="Lato"/>
                <a:ea typeface="Lato"/>
                <a:cs typeface="Lato"/>
              </a:rPr>
              <a:t>valorificarea</a:t>
            </a:r>
            <a:r>
              <a:rPr sz="1200" b="0" i="0" dirty="0">
                <a:solidFill>
                  <a:srgbClr val="2C2A29"/>
                </a:solidFill>
                <a:latin typeface="Lato"/>
                <a:ea typeface="Lato"/>
                <a:cs typeface="Lato"/>
              </a:rPr>
              <a:t> </a:t>
            </a:r>
            <a:r>
              <a:rPr sz="1200" b="0" i="0" dirty="0" err="1">
                <a:solidFill>
                  <a:srgbClr val="2C2A29"/>
                </a:solidFill>
                <a:latin typeface="Lato"/>
                <a:ea typeface="Lato"/>
                <a:cs typeface="Lato"/>
              </a:rPr>
              <a:t>alimentelor</a:t>
            </a:r>
            <a:r>
              <a:rPr sz="1200" b="0" i="0" dirty="0">
                <a:solidFill>
                  <a:srgbClr val="2C2A29"/>
                </a:solidFill>
                <a:latin typeface="Lato"/>
                <a:ea typeface="Lato"/>
                <a:cs typeface="Lato"/>
              </a:rPr>
              <a:t> </a:t>
            </a:r>
            <a:r>
              <a:rPr sz="1200" b="0" i="0" dirty="0" err="1">
                <a:solidFill>
                  <a:srgbClr val="2C2A29"/>
                </a:solidFill>
                <a:latin typeface="Lato"/>
                <a:ea typeface="Lato"/>
                <a:cs typeface="Lato"/>
              </a:rPr>
              <a:t>rămase</a:t>
            </a:r>
            <a:endParaRPr sz="1200" b="0" i="0" dirty="0">
              <a:solidFill>
                <a:srgbClr val="2C2A29"/>
              </a:solidFill>
              <a:latin typeface="Lato"/>
              <a:ea typeface="Lato"/>
              <a:cs typeface="Lato"/>
            </a:endParaRPr>
          </a:p>
        </p:txBody>
      </p:sp>
      <p:sp>
        <p:nvSpPr>
          <p:cNvPr id="10" name="pilot-number">
            <a:extLst>
              <a:ext uri="{FF2B5EF4-FFF2-40B4-BE49-F238E27FC236}">
                <a16:creationId xmlns:a16="http://schemas.microsoft.com/office/drawing/2014/main" id="{8E5C4CF5-6872-46CA-92CB-E4361ADED632}"/>
              </a:ext>
            </a:extLst>
          </p:cNvPr>
          <p:cNvSpPr>
            <a:spLocks noGrp="1"/>
          </p:cNvSpPr>
          <p:nvPr/>
        </p:nvSpPr>
        <p:spPr>
          <a:xfrm>
            <a:off x="3676650" y="1257300"/>
            <a:ext cx="2095500" cy="628650"/>
          </a:xfrm>
          <a:prstGeom prst="rect">
            <a:avLst/>
          </a:prstGeom>
          <a:noFill/>
          <a:ln w="0">
            <a:noFill/>
            <a:prstDash val="solid"/>
          </a:ln>
        </p:spPr>
        <p:txBody>
          <a:bodyPr wrap="square" lIns="0" tIns="0" rIns="0" bIns="0" anchor="t">
            <a:normAutofit/>
          </a:bodyPr>
          <a:lstStyle>
            <a:defPPr algn="ctr">
              <a:defRPr sz="3675" b="0" i="0">
                <a:solidFill>
                  <a:srgbClr val="627356"/>
                </a:solidFill>
                <a:latin typeface="Prata"/>
                <a:ea typeface="Prata"/>
                <a:cs typeface="Prata"/>
              </a:defRPr>
            </a:defPPr>
            <a:lvl1pPr algn="ctr">
              <a:defRPr sz="3675" b="0" i="0">
                <a:solidFill>
                  <a:srgbClr val="627356"/>
                </a:solidFill>
                <a:latin typeface="Prata"/>
                <a:ea typeface="Prata"/>
                <a:cs typeface="Prata"/>
              </a:defRPr>
            </a:lvl1pPr>
            <a:lvl2pPr algn="ctr">
              <a:defRPr sz="3675" b="0" i="0">
                <a:solidFill>
                  <a:srgbClr val="627356"/>
                </a:solidFill>
                <a:latin typeface="Prata"/>
                <a:ea typeface="Prata"/>
                <a:cs typeface="Prata"/>
              </a:defRPr>
            </a:lvl2pPr>
            <a:lvl3pPr algn="ctr">
              <a:defRPr sz="3675" b="0" i="0">
                <a:solidFill>
                  <a:srgbClr val="627356"/>
                </a:solidFill>
                <a:latin typeface="Prata"/>
                <a:ea typeface="Prata"/>
                <a:cs typeface="Prata"/>
              </a:defRPr>
            </a:lvl3pPr>
            <a:lvl4pPr algn="ctr">
              <a:defRPr sz="3675" b="0" i="0">
                <a:solidFill>
                  <a:srgbClr val="627356"/>
                </a:solidFill>
                <a:latin typeface="Prata"/>
                <a:ea typeface="Prata"/>
                <a:cs typeface="Prata"/>
              </a:defRPr>
            </a:lvl4pPr>
            <a:lvl5pPr algn="ctr">
              <a:defRPr sz="3675" b="0" i="0">
                <a:solidFill>
                  <a:srgbClr val="627356"/>
                </a:solidFill>
                <a:latin typeface="Prata"/>
                <a:ea typeface="Prata"/>
                <a:cs typeface="Prata"/>
              </a:defRPr>
            </a:lvl5pPr>
            <a:lvl6pPr algn="ctr">
              <a:defRPr sz="3675" b="0" i="0">
                <a:solidFill>
                  <a:srgbClr val="627356"/>
                </a:solidFill>
                <a:latin typeface="Prata"/>
                <a:ea typeface="Prata"/>
                <a:cs typeface="Prata"/>
              </a:defRPr>
            </a:lvl6pPr>
            <a:lvl7pPr algn="ctr">
              <a:defRPr sz="3675" b="0" i="0">
                <a:solidFill>
                  <a:srgbClr val="627356"/>
                </a:solidFill>
                <a:latin typeface="Prata"/>
                <a:ea typeface="Prata"/>
                <a:cs typeface="Prata"/>
              </a:defRPr>
            </a:lvl7pPr>
            <a:lvl8pPr algn="ctr">
              <a:defRPr sz="3675" b="0" i="0">
                <a:solidFill>
                  <a:srgbClr val="627356"/>
                </a:solidFill>
                <a:latin typeface="Prata"/>
                <a:ea typeface="Prata"/>
                <a:cs typeface="Prata"/>
              </a:defRPr>
            </a:lvl8pPr>
            <a:lvl9pPr algn="ctr">
              <a:defRPr sz="3675" b="0" i="0">
                <a:solidFill>
                  <a:srgbClr val="627356"/>
                </a:solidFill>
                <a:latin typeface="Prata"/>
                <a:ea typeface="Prata"/>
                <a:cs typeface="Prata"/>
              </a:defRPr>
            </a:lvl9pPr>
          </a:lstStyle>
          <a:p>
            <a:pPr algn="ctr">
              <a:defRPr sz="3675" b="0" i="0">
                <a:solidFill>
                  <a:srgbClr val="627356"/>
                </a:solidFill>
                <a:latin typeface="Prata"/>
                <a:ea typeface="Prata"/>
                <a:cs typeface="Prata"/>
              </a:defRPr>
            </a:pPr>
            <a:r>
              <a:rPr sz="3675" b="0" i="0" dirty="0">
                <a:solidFill>
                  <a:srgbClr val="627356"/>
                </a:solidFill>
                <a:latin typeface="Prata"/>
                <a:ea typeface="Prata"/>
                <a:cs typeface="Prata"/>
              </a:rPr>
              <a:t>3 × 30</a:t>
            </a:r>
          </a:p>
        </p:txBody>
      </p:sp>
      <p:sp>
        <p:nvSpPr>
          <p:cNvPr id="11" name="pilot-number-label">
            <a:extLst>
              <a:ext uri="{FF2B5EF4-FFF2-40B4-BE49-F238E27FC236}">
                <a16:creationId xmlns:a16="http://schemas.microsoft.com/office/drawing/2014/main" id="{437549CE-B637-440D-850A-A627E1DC40C6}"/>
              </a:ext>
            </a:extLst>
          </p:cNvPr>
          <p:cNvSpPr>
            <a:spLocks noGrp="1"/>
          </p:cNvSpPr>
          <p:nvPr/>
        </p:nvSpPr>
        <p:spPr>
          <a:xfrm>
            <a:off x="3752850" y="1933575"/>
            <a:ext cx="1943100" cy="400050"/>
          </a:xfrm>
          <a:prstGeom prst="rect">
            <a:avLst/>
          </a:prstGeom>
          <a:noFill/>
          <a:ln w="0">
            <a:noFill/>
            <a:prstDash val="solid"/>
          </a:ln>
        </p:spPr>
        <p:txBody>
          <a:bodyPr wrap="square" lIns="0" tIns="0" rIns="0" bIns="0" anchor="t">
            <a:normAutofit/>
          </a:bodyPr>
          <a:lstStyle>
            <a:defPPr algn="ctr">
              <a:defRPr sz="1200" b="0" i="0">
                <a:solidFill>
                  <a:srgbClr val="2C2A29"/>
                </a:solidFill>
                <a:latin typeface="Lato"/>
                <a:ea typeface="Lato"/>
                <a:cs typeface="Lato"/>
              </a:defRPr>
            </a:defPPr>
            <a:lvl1pPr algn="ctr">
              <a:defRPr sz="1200" b="0" i="0">
                <a:solidFill>
                  <a:srgbClr val="2C2A29"/>
                </a:solidFill>
                <a:latin typeface="Lato"/>
                <a:ea typeface="Lato"/>
                <a:cs typeface="Lato"/>
              </a:defRPr>
            </a:lvl1pPr>
            <a:lvl2pPr algn="ctr">
              <a:defRPr sz="1200" b="0" i="0">
                <a:solidFill>
                  <a:srgbClr val="2C2A29"/>
                </a:solidFill>
                <a:latin typeface="Lato"/>
                <a:ea typeface="Lato"/>
                <a:cs typeface="Lato"/>
              </a:defRPr>
            </a:lvl2pPr>
            <a:lvl3pPr algn="ctr">
              <a:defRPr sz="1200" b="0" i="0">
                <a:solidFill>
                  <a:srgbClr val="2C2A29"/>
                </a:solidFill>
                <a:latin typeface="Lato"/>
                <a:ea typeface="Lato"/>
                <a:cs typeface="Lato"/>
              </a:defRPr>
            </a:lvl3pPr>
            <a:lvl4pPr algn="ctr">
              <a:defRPr sz="1200" b="0" i="0">
                <a:solidFill>
                  <a:srgbClr val="2C2A29"/>
                </a:solidFill>
                <a:latin typeface="Lato"/>
                <a:ea typeface="Lato"/>
                <a:cs typeface="Lato"/>
              </a:defRPr>
            </a:lvl4pPr>
            <a:lvl5pPr algn="ctr">
              <a:defRPr sz="1200" b="0" i="0">
                <a:solidFill>
                  <a:srgbClr val="2C2A29"/>
                </a:solidFill>
                <a:latin typeface="Lato"/>
                <a:ea typeface="Lato"/>
                <a:cs typeface="Lato"/>
              </a:defRPr>
            </a:lvl5pPr>
            <a:lvl6pPr algn="ctr">
              <a:defRPr sz="1200" b="0" i="0">
                <a:solidFill>
                  <a:srgbClr val="2C2A29"/>
                </a:solidFill>
                <a:latin typeface="Lato"/>
                <a:ea typeface="Lato"/>
                <a:cs typeface="Lato"/>
              </a:defRPr>
            </a:lvl6pPr>
            <a:lvl7pPr algn="ctr">
              <a:defRPr sz="1200" b="0" i="0">
                <a:solidFill>
                  <a:srgbClr val="2C2A29"/>
                </a:solidFill>
                <a:latin typeface="Lato"/>
                <a:ea typeface="Lato"/>
                <a:cs typeface="Lato"/>
              </a:defRPr>
            </a:lvl7pPr>
            <a:lvl8pPr algn="ctr">
              <a:defRPr sz="1200" b="0" i="0">
                <a:solidFill>
                  <a:srgbClr val="2C2A29"/>
                </a:solidFill>
                <a:latin typeface="Lato"/>
                <a:ea typeface="Lato"/>
                <a:cs typeface="Lato"/>
              </a:defRPr>
            </a:lvl8pPr>
            <a:lvl9pPr algn="ctr">
              <a:defRPr sz="1200" b="0" i="0">
                <a:solidFill>
                  <a:srgbClr val="2C2A29"/>
                </a:solidFill>
                <a:latin typeface="Lato"/>
                <a:ea typeface="Lato"/>
                <a:cs typeface="Lato"/>
              </a:defRPr>
            </a:lvl9pPr>
          </a:lstStyle>
          <a:p>
            <a:pPr algn="ctr">
              <a:defRPr sz="1200" b="0" i="0">
                <a:solidFill>
                  <a:srgbClr val="2C2A29"/>
                </a:solidFill>
                <a:latin typeface="Lato"/>
                <a:ea typeface="Lato"/>
                <a:cs typeface="Lato"/>
              </a:defRPr>
            </a:pPr>
            <a:r>
              <a:rPr sz="1200" b="0" i="0" dirty="0" err="1">
                <a:solidFill>
                  <a:srgbClr val="2C2A29"/>
                </a:solidFill>
                <a:latin typeface="Lato"/>
                <a:ea typeface="Lato"/>
                <a:cs typeface="Lato"/>
              </a:rPr>
              <a:t>restaurante</a:t>
            </a:r>
            <a:r>
              <a:rPr sz="1200" b="0" i="0" dirty="0">
                <a:solidFill>
                  <a:srgbClr val="2C2A29"/>
                </a:solidFill>
                <a:latin typeface="Lato"/>
                <a:ea typeface="Lato"/>
                <a:cs typeface="Lato"/>
              </a:rPr>
              <a:t> din </a:t>
            </a:r>
            <a:r>
              <a:rPr sz="1200" b="0" i="0" dirty="0" err="1">
                <a:solidFill>
                  <a:srgbClr val="2C2A29"/>
                </a:solidFill>
                <a:latin typeface="Lato"/>
                <a:ea typeface="Lato"/>
                <a:cs typeface="Lato"/>
              </a:rPr>
              <a:t>Iași</a:t>
            </a:r>
            <a:r>
              <a:rPr sz="1200" b="0" i="0" dirty="0">
                <a:solidFill>
                  <a:srgbClr val="2C2A29"/>
                </a:solidFill>
                <a:latin typeface="Lato"/>
                <a:ea typeface="Lato"/>
                <a:cs typeface="Lato"/>
              </a:rPr>
              <a:t> × </a:t>
            </a:r>
            <a:r>
              <a:rPr sz="1200" b="0" i="0" dirty="0" err="1">
                <a:solidFill>
                  <a:srgbClr val="2C2A29"/>
                </a:solidFill>
                <a:latin typeface="Lato"/>
                <a:ea typeface="Lato"/>
                <a:cs typeface="Lato"/>
              </a:rPr>
              <a:t>zile</a:t>
            </a:r>
            <a:r>
              <a:rPr sz="1200" b="0" i="0" dirty="0">
                <a:solidFill>
                  <a:srgbClr val="2C2A29"/>
                </a:solidFill>
                <a:latin typeface="Lato"/>
                <a:ea typeface="Lato"/>
                <a:cs typeface="Lato"/>
              </a:rPr>
              <a:t> de test </a:t>
            </a:r>
            <a:r>
              <a:rPr sz="1200" b="0" i="0" dirty="0" err="1">
                <a:solidFill>
                  <a:srgbClr val="2C2A29"/>
                </a:solidFill>
                <a:latin typeface="Lato"/>
                <a:ea typeface="Lato"/>
                <a:cs typeface="Lato"/>
              </a:rPr>
              <a:t>gratuit</a:t>
            </a:r>
            <a:endParaRPr sz="1200" b="0" i="0" dirty="0">
              <a:solidFill>
                <a:srgbClr val="2C2A29"/>
              </a:solidFill>
              <a:latin typeface="Lato"/>
              <a:ea typeface="Lato"/>
              <a:cs typeface="Lato"/>
            </a:endParaRPr>
          </a:p>
        </p:txBody>
      </p:sp>
      <p:sp>
        <p:nvSpPr>
          <p:cNvPr id="12" name="measure-label">
            <a:extLst>
              <a:ext uri="{FF2B5EF4-FFF2-40B4-BE49-F238E27FC236}">
                <a16:creationId xmlns:a16="http://schemas.microsoft.com/office/drawing/2014/main" id="{04CBDBF2-7C7F-4423-BBCF-CDD06042D685}"/>
              </a:ext>
            </a:extLst>
          </p:cNvPr>
          <p:cNvSpPr>
            <a:spLocks noGrp="1"/>
          </p:cNvSpPr>
          <p:nvPr/>
        </p:nvSpPr>
        <p:spPr>
          <a:xfrm>
            <a:off x="3733800" y="2714625"/>
            <a:ext cx="1962150" cy="209550"/>
          </a:xfrm>
          <a:prstGeom prst="rect">
            <a:avLst/>
          </a:prstGeom>
          <a:noFill/>
          <a:ln w="0">
            <a:noFill/>
            <a:prstDash val="solid"/>
          </a:ln>
        </p:spPr>
        <p:txBody>
          <a:bodyPr wrap="square" lIns="0" tIns="0" rIns="0" bIns="0" anchor="t">
            <a:normAutofit/>
          </a:bodyPr>
          <a:lstStyle>
            <a:defPPr algn="ctr">
              <a:defRPr sz="900" b="1" i="0">
                <a:solidFill>
                  <a:srgbClr val="627356"/>
                </a:solidFill>
                <a:latin typeface="Lato"/>
                <a:ea typeface="Lato"/>
                <a:cs typeface="Lato"/>
              </a:defRPr>
            </a:defPPr>
            <a:lvl1pPr algn="ctr">
              <a:defRPr sz="900" b="1" i="0">
                <a:solidFill>
                  <a:srgbClr val="627356"/>
                </a:solidFill>
                <a:latin typeface="Lato"/>
                <a:ea typeface="Lato"/>
                <a:cs typeface="Lato"/>
              </a:defRPr>
            </a:lvl1pPr>
            <a:lvl2pPr algn="ctr">
              <a:defRPr sz="900" b="1" i="0">
                <a:solidFill>
                  <a:srgbClr val="627356"/>
                </a:solidFill>
                <a:latin typeface="Lato"/>
                <a:ea typeface="Lato"/>
                <a:cs typeface="Lato"/>
              </a:defRPr>
            </a:lvl2pPr>
            <a:lvl3pPr algn="ctr">
              <a:defRPr sz="900" b="1" i="0">
                <a:solidFill>
                  <a:srgbClr val="627356"/>
                </a:solidFill>
                <a:latin typeface="Lato"/>
                <a:ea typeface="Lato"/>
                <a:cs typeface="Lato"/>
              </a:defRPr>
            </a:lvl3pPr>
            <a:lvl4pPr algn="ctr">
              <a:defRPr sz="900" b="1" i="0">
                <a:solidFill>
                  <a:srgbClr val="627356"/>
                </a:solidFill>
                <a:latin typeface="Lato"/>
                <a:ea typeface="Lato"/>
                <a:cs typeface="Lato"/>
              </a:defRPr>
            </a:lvl4pPr>
            <a:lvl5pPr algn="ctr">
              <a:defRPr sz="900" b="1" i="0">
                <a:solidFill>
                  <a:srgbClr val="627356"/>
                </a:solidFill>
                <a:latin typeface="Lato"/>
                <a:ea typeface="Lato"/>
                <a:cs typeface="Lato"/>
              </a:defRPr>
            </a:lvl5pPr>
            <a:lvl6pPr algn="ctr">
              <a:defRPr sz="900" b="1" i="0">
                <a:solidFill>
                  <a:srgbClr val="627356"/>
                </a:solidFill>
                <a:latin typeface="Lato"/>
                <a:ea typeface="Lato"/>
                <a:cs typeface="Lato"/>
              </a:defRPr>
            </a:lvl6pPr>
            <a:lvl7pPr algn="ctr">
              <a:defRPr sz="900" b="1" i="0">
                <a:solidFill>
                  <a:srgbClr val="627356"/>
                </a:solidFill>
                <a:latin typeface="Lato"/>
                <a:ea typeface="Lato"/>
                <a:cs typeface="Lato"/>
              </a:defRPr>
            </a:lvl7pPr>
            <a:lvl8pPr algn="ctr">
              <a:defRPr sz="900" b="1" i="0">
                <a:solidFill>
                  <a:srgbClr val="627356"/>
                </a:solidFill>
                <a:latin typeface="Lato"/>
                <a:ea typeface="Lato"/>
                <a:cs typeface="Lato"/>
              </a:defRPr>
            </a:lvl8pPr>
            <a:lvl9pPr algn="ctr">
              <a:defRPr sz="900" b="1" i="0">
                <a:solidFill>
                  <a:srgbClr val="627356"/>
                </a:solidFill>
                <a:latin typeface="Lato"/>
                <a:ea typeface="Lato"/>
                <a:cs typeface="Lato"/>
              </a:defRPr>
            </a:lvl9pPr>
          </a:lstStyle>
          <a:p>
            <a:pPr algn="ctr">
              <a:defRPr sz="900" b="1" i="0">
                <a:solidFill>
                  <a:srgbClr val="627356"/>
                </a:solidFill>
                <a:latin typeface="Lato"/>
                <a:ea typeface="Lato"/>
                <a:cs typeface="Lato"/>
              </a:defRPr>
            </a:pPr>
            <a:r>
              <a:rPr sz="900" b="1" i="0">
                <a:solidFill>
                  <a:srgbClr val="627356"/>
                </a:solidFill>
                <a:latin typeface="Lato"/>
                <a:ea typeface="Lato"/>
                <a:cs typeface="Lato"/>
              </a:rPr>
              <a:t>MĂSURĂM PRIMUL</a:t>
            </a:r>
          </a:p>
        </p:txBody>
      </p:sp>
      <p:sp>
        <p:nvSpPr>
          <p:cNvPr id="13" name="measure-copy">
            <a:extLst>
              <a:ext uri="{FF2B5EF4-FFF2-40B4-BE49-F238E27FC236}">
                <a16:creationId xmlns:a16="http://schemas.microsoft.com/office/drawing/2014/main" id="{FBD65A18-F9C8-4F8E-831B-51485EE5A36D}"/>
              </a:ext>
            </a:extLst>
          </p:cNvPr>
          <p:cNvSpPr>
            <a:spLocks noGrp="1"/>
          </p:cNvSpPr>
          <p:nvPr/>
        </p:nvSpPr>
        <p:spPr>
          <a:xfrm>
            <a:off x="3638550" y="3038475"/>
            <a:ext cx="2152650" cy="838200"/>
          </a:xfrm>
          <a:prstGeom prst="rect">
            <a:avLst/>
          </a:prstGeom>
          <a:noFill/>
          <a:ln w="0">
            <a:noFill/>
            <a:prstDash val="solid"/>
          </a:ln>
        </p:spPr>
        <p:txBody>
          <a:bodyPr wrap="square" lIns="0" tIns="0" rIns="0" bIns="0" anchor="t">
            <a:normAutofit fontScale="96491" lnSpcReduction="10000"/>
          </a:bodyPr>
          <a:lstStyle>
            <a:defPPr algn="ctr">
              <a:defRPr sz="1425" b="0" i="0">
                <a:solidFill>
                  <a:srgbClr val="2C2A29"/>
                </a:solidFill>
                <a:latin typeface="Prata"/>
                <a:ea typeface="Prata"/>
                <a:cs typeface="Prata"/>
              </a:defRPr>
            </a:defPPr>
            <a:lvl1pPr algn="ctr">
              <a:defRPr sz="1425" b="0" i="0">
                <a:solidFill>
                  <a:srgbClr val="2C2A29"/>
                </a:solidFill>
                <a:latin typeface="Prata"/>
                <a:ea typeface="Prata"/>
                <a:cs typeface="Prata"/>
              </a:defRPr>
            </a:lvl1pPr>
            <a:lvl2pPr algn="ctr">
              <a:defRPr sz="1425" b="0" i="0">
                <a:solidFill>
                  <a:srgbClr val="2C2A29"/>
                </a:solidFill>
                <a:latin typeface="Prata"/>
                <a:ea typeface="Prata"/>
                <a:cs typeface="Prata"/>
              </a:defRPr>
            </a:lvl2pPr>
            <a:lvl3pPr algn="ctr">
              <a:defRPr sz="1425" b="0" i="0">
                <a:solidFill>
                  <a:srgbClr val="2C2A29"/>
                </a:solidFill>
                <a:latin typeface="Prata"/>
                <a:ea typeface="Prata"/>
                <a:cs typeface="Prata"/>
              </a:defRPr>
            </a:lvl3pPr>
            <a:lvl4pPr algn="ctr">
              <a:defRPr sz="1425" b="0" i="0">
                <a:solidFill>
                  <a:srgbClr val="2C2A29"/>
                </a:solidFill>
                <a:latin typeface="Prata"/>
                <a:ea typeface="Prata"/>
                <a:cs typeface="Prata"/>
              </a:defRPr>
            </a:lvl4pPr>
            <a:lvl5pPr algn="ctr">
              <a:defRPr sz="1425" b="0" i="0">
                <a:solidFill>
                  <a:srgbClr val="2C2A29"/>
                </a:solidFill>
                <a:latin typeface="Prata"/>
                <a:ea typeface="Prata"/>
                <a:cs typeface="Prata"/>
              </a:defRPr>
            </a:lvl5pPr>
            <a:lvl6pPr algn="ctr">
              <a:defRPr sz="1425" b="0" i="0">
                <a:solidFill>
                  <a:srgbClr val="2C2A29"/>
                </a:solidFill>
                <a:latin typeface="Prata"/>
                <a:ea typeface="Prata"/>
                <a:cs typeface="Prata"/>
              </a:defRPr>
            </a:lvl6pPr>
            <a:lvl7pPr algn="ctr">
              <a:defRPr sz="1425" b="0" i="0">
                <a:solidFill>
                  <a:srgbClr val="2C2A29"/>
                </a:solidFill>
                <a:latin typeface="Prata"/>
                <a:ea typeface="Prata"/>
                <a:cs typeface="Prata"/>
              </a:defRPr>
            </a:lvl7pPr>
            <a:lvl8pPr algn="ctr">
              <a:defRPr sz="1425" b="0" i="0">
                <a:solidFill>
                  <a:srgbClr val="2C2A29"/>
                </a:solidFill>
                <a:latin typeface="Prata"/>
                <a:ea typeface="Prata"/>
                <a:cs typeface="Prata"/>
              </a:defRPr>
            </a:lvl8pPr>
            <a:lvl9pPr algn="ctr">
              <a:defRPr sz="1425" b="0" i="0">
                <a:solidFill>
                  <a:srgbClr val="2C2A29"/>
                </a:solidFill>
                <a:latin typeface="Prata"/>
                <a:ea typeface="Prata"/>
                <a:cs typeface="Prata"/>
              </a:defRPr>
            </a:lvl9pPr>
          </a:lstStyle>
          <a:p>
            <a:pPr algn="ctr">
              <a:defRPr sz="1425" b="0" i="0">
                <a:solidFill>
                  <a:srgbClr val="2C2A29"/>
                </a:solidFill>
                <a:latin typeface="Prata"/>
                <a:ea typeface="Prata"/>
                <a:cs typeface="Prata"/>
              </a:defRPr>
            </a:pPr>
            <a:r>
              <a:rPr sz="1425" b="0" i="0" dirty="0" err="1">
                <a:solidFill>
                  <a:srgbClr val="2C2A29"/>
                </a:solidFill>
                <a:latin typeface="Prata"/>
                <a:ea typeface="Prata"/>
                <a:cs typeface="Prata"/>
              </a:rPr>
              <a:t>Cantitatea</a:t>
            </a:r>
            <a:r>
              <a:rPr sz="1425" b="0" i="0" dirty="0">
                <a:solidFill>
                  <a:srgbClr val="2C2A29"/>
                </a:solidFill>
                <a:latin typeface="Prata"/>
                <a:ea typeface="Prata"/>
                <a:cs typeface="Prata"/>
              </a:rPr>
              <a:t> </a:t>
            </a:r>
            <a:r>
              <a:rPr sz="1425" b="0" i="0" dirty="0" err="1">
                <a:solidFill>
                  <a:srgbClr val="2C2A29"/>
                </a:solidFill>
                <a:latin typeface="Prata"/>
                <a:ea typeface="Prata"/>
                <a:cs typeface="Prata"/>
              </a:rPr>
              <a:t>irosită</a:t>
            </a:r>
            <a:r>
              <a:rPr sz="1425" b="0" i="0" dirty="0">
                <a:solidFill>
                  <a:srgbClr val="2C2A29"/>
                </a:solidFill>
                <a:latin typeface="Prata"/>
                <a:ea typeface="Prata"/>
                <a:cs typeface="Prata"/>
              </a:rPr>
              <a:t> </a:t>
            </a:r>
            <a:r>
              <a:rPr sz="1425" b="0" i="0" dirty="0" err="1">
                <a:solidFill>
                  <a:srgbClr val="2C2A29"/>
                </a:solidFill>
                <a:latin typeface="Prata"/>
                <a:ea typeface="Prata"/>
                <a:cs typeface="Prata"/>
              </a:rPr>
              <a:t>în</a:t>
            </a:r>
            <a:r>
              <a:rPr sz="1425" b="0" i="0" dirty="0">
                <a:solidFill>
                  <a:srgbClr val="2C2A29"/>
                </a:solidFill>
                <a:latin typeface="Prata"/>
                <a:ea typeface="Prata"/>
                <a:cs typeface="Prata"/>
              </a:rPr>
              <a:t> kg </a:t>
            </a:r>
            <a:r>
              <a:rPr sz="1425" b="0" i="0" dirty="0" err="1">
                <a:solidFill>
                  <a:srgbClr val="2C2A29"/>
                </a:solidFill>
                <a:latin typeface="Prata"/>
                <a:ea typeface="Prata"/>
                <a:cs typeface="Prata"/>
              </a:rPr>
              <a:t>și</a:t>
            </a:r>
            <a:r>
              <a:rPr sz="1425" b="0" i="0" dirty="0">
                <a:solidFill>
                  <a:srgbClr val="2C2A29"/>
                </a:solidFill>
                <a:latin typeface="Prata"/>
                <a:ea typeface="Prata"/>
                <a:cs typeface="Prata"/>
              </a:rPr>
              <a:t> </a:t>
            </a:r>
            <a:r>
              <a:rPr sz="1425" b="0" i="0" dirty="0" err="1">
                <a:solidFill>
                  <a:srgbClr val="2C2A29"/>
                </a:solidFill>
                <a:latin typeface="Prata"/>
                <a:ea typeface="Prata"/>
                <a:cs typeface="Prata"/>
              </a:rPr>
              <a:t>valoarea</a:t>
            </a:r>
            <a:r>
              <a:rPr sz="1425" b="0" i="0" dirty="0">
                <a:solidFill>
                  <a:srgbClr val="2C2A29"/>
                </a:solidFill>
                <a:latin typeface="Prata"/>
                <a:ea typeface="Prata"/>
                <a:cs typeface="Prata"/>
              </a:rPr>
              <a:t> </a:t>
            </a:r>
            <a:r>
              <a:rPr sz="1425" b="0" i="0" dirty="0" err="1">
                <a:solidFill>
                  <a:srgbClr val="2C2A29"/>
                </a:solidFill>
                <a:latin typeface="Prata"/>
                <a:ea typeface="Prata"/>
                <a:cs typeface="Prata"/>
              </a:rPr>
              <a:t>pierderilor</a:t>
            </a:r>
            <a:r>
              <a:rPr sz="1425" b="0" i="0" dirty="0">
                <a:solidFill>
                  <a:srgbClr val="2C2A29"/>
                </a:solidFill>
                <a:latin typeface="Prata"/>
                <a:ea typeface="Prata"/>
                <a:cs typeface="Prata"/>
              </a:rPr>
              <a:t> </a:t>
            </a:r>
            <a:r>
              <a:rPr sz="1425" b="0" i="0" dirty="0" err="1">
                <a:solidFill>
                  <a:srgbClr val="2C2A29"/>
                </a:solidFill>
                <a:latin typeface="Prata"/>
                <a:ea typeface="Prata"/>
                <a:cs typeface="Prata"/>
              </a:rPr>
              <a:t>în</a:t>
            </a:r>
            <a:r>
              <a:rPr sz="1425" b="0" i="0" dirty="0">
                <a:solidFill>
                  <a:srgbClr val="2C2A29"/>
                </a:solidFill>
                <a:latin typeface="Prata"/>
                <a:ea typeface="Prata"/>
                <a:cs typeface="Prata"/>
              </a:rPr>
              <a:t> RON, </a:t>
            </a:r>
            <a:r>
              <a:rPr sz="1425" b="0" i="0" dirty="0" err="1">
                <a:solidFill>
                  <a:srgbClr val="2C2A29"/>
                </a:solidFill>
                <a:latin typeface="Prata"/>
                <a:ea typeface="Prata"/>
                <a:cs typeface="Prata"/>
              </a:rPr>
              <a:t>înainte</a:t>
            </a:r>
            <a:r>
              <a:rPr sz="1425" b="0" i="0" dirty="0">
                <a:solidFill>
                  <a:srgbClr val="2C2A29"/>
                </a:solidFill>
                <a:latin typeface="Prata"/>
                <a:ea typeface="Prata"/>
                <a:cs typeface="Prata"/>
              </a:rPr>
              <a:t> </a:t>
            </a:r>
            <a:r>
              <a:rPr sz="1425" b="0" i="0" dirty="0" err="1">
                <a:solidFill>
                  <a:srgbClr val="2C2A29"/>
                </a:solidFill>
                <a:latin typeface="Prata"/>
                <a:ea typeface="Prata"/>
                <a:cs typeface="Prata"/>
              </a:rPr>
              <a:t>și</a:t>
            </a:r>
            <a:r>
              <a:rPr sz="1425" b="0" i="0" dirty="0">
                <a:solidFill>
                  <a:srgbClr val="2C2A29"/>
                </a:solidFill>
                <a:latin typeface="Prata"/>
                <a:ea typeface="Prata"/>
                <a:cs typeface="Prata"/>
              </a:rPr>
              <a:t> </a:t>
            </a:r>
            <a:r>
              <a:rPr sz="1425" b="0" i="0" dirty="0" err="1">
                <a:solidFill>
                  <a:srgbClr val="2C2A29"/>
                </a:solidFill>
                <a:latin typeface="Prata"/>
                <a:ea typeface="Prata"/>
                <a:cs typeface="Prata"/>
              </a:rPr>
              <a:t>după</a:t>
            </a:r>
            <a:r>
              <a:rPr sz="1425" b="0" i="0" dirty="0">
                <a:solidFill>
                  <a:srgbClr val="2C2A29"/>
                </a:solidFill>
                <a:latin typeface="Prata"/>
                <a:ea typeface="Prata"/>
                <a:cs typeface="Prata"/>
              </a:rPr>
              <a:t> </a:t>
            </a:r>
            <a:r>
              <a:rPr sz="1425" b="0" i="0" dirty="0" err="1">
                <a:solidFill>
                  <a:srgbClr val="2C2A29"/>
                </a:solidFill>
                <a:latin typeface="Prata"/>
                <a:ea typeface="Prata"/>
                <a:cs typeface="Prata"/>
              </a:rPr>
              <a:t>WiseEat</a:t>
            </a:r>
            <a:endParaRPr sz="1425" b="0" i="0" dirty="0">
              <a:solidFill>
                <a:srgbClr val="2C2A29"/>
              </a:solidFill>
              <a:latin typeface="Prata"/>
              <a:ea typeface="Prata"/>
              <a:cs typeface="Prata"/>
            </a:endParaRPr>
          </a:p>
        </p:txBody>
      </p:sp>
      <p:sp>
        <p:nvSpPr>
          <p:cNvPr id="14" name="ask-label">
            <a:extLst>
              <a:ext uri="{FF2B5EF4-FFF2-40B4-BE49-F238E27FC236}">
                <a16:creationId xmlns:a16="http://schemas.microsoft.com/office/drawing/2014/main" id="{8E21B4B4-4152-4580-9533-19E8E324F2DB}"/>
              </a:ext>
            </a:extLst>
          </p:cNvPr>
          <p:cNvSpPr>
            <a:spLocks noGrp="1"/>
          </p:cNvSpPr>
          <p:nvPr/>
        </p:nvSpPr>
        <p:spPr>
          <a:xfrm>
            <a:off x="6229350" y="1066800"/>
            <a:ext cx="2095500" cy="209550"/>
          </a:xfrm>
          <a:prstGeom prst="rect">
            <a:avLst/>
          </a:prstGeom>
          <a:noFill/>
          <a:ln w="0">
            <a:noFill/>
            <a:prstDash val="solid"/>
          </a:ln>
        </p:spPr>
        <p:txBody>
          <a:bodyPr wrap="square" lIns="0" tIns="0" rIns="0" bIns="0" anchor="t">
            <a:normAutofit/>
          </a:bodyPr>
          <a:lstStyle>
            <a:defPPr algn="l">
              <a:defRPr sz="900" b="1" i="0">
                <a:solidFill>
                  <a:srgbClr val="85441C"/>
                </a:solidFill>
                <a:latin typeface="Lato"/>
                <a:ea typeface="Lato"/>
                <a:cs typeface="Lato"/>
              </a:defRPr>
            </a:defPPr>
            <a:lvl1pPr algn="l">
              <a:defRPr sz="900" b="1" i="0">
                <a:solidFill>
                  <a:srgbClr val="85441C"/>
                </a:solidFill>
                <a:latin typeface="Lato"/>
                <a:ea typeface="Lato"/>
                <a:cs typeface="Lato"/>
              </a:defRPr>
            </a:lvl1pPr>
            <a:lvl2pPr algn="l">
              <a:defRPr sz="900" b="1" i="0">
                <a:solidFill>
                  <a:srgbClr val="85441C"/>
                </a:solidFill>
                <a:latin typeface="Lato"/>
                <a:ea typeface="Lato"/>
                <a:cs typeface="Lato"/>
              </a:defRPr>
            </a:lvl2pPr>
            <a:lvl3pPr algn="l">
              <a:defRPr sz="900" b="1" i="0">
                <a:solidFill>
                  <a:srgbClr val="85441C"/>
                </a:solidFill>
                <a:latin typeface="Lato"/>
                <a:ea typeface="Lato"/>
                <a:cs typeface="Lato"/>
              </a:defRPr>
            </a:lvl3pPr>
            <a:lvl4pPr algn="l">
              <a:defRPr sz="900" b="1" i="0">
                <a:solidFill>
                  <a:srgbClr val="85441C"/>
                </a:solidFill>
                <a:latin typeface="Lato"/>
                <a:ea typeface="Lato"/>
                <a:cs typeface="Lato"/>
              </a:defRPr>
            </a:lvl4pPr>
            <a:lvl5pPr algn="l">
              <a:defRPr sz="900" b="1" i="0">
                <a:solidFill>
                  <a:srgbClr val="85441C"/>
                </a:solidFill>
                <a:latin typeface="Lato"/>
                <a:ea typeface="Lato"/>
                <a:cs typeface="Lato"/>
              </a:defRPr>
            </a:lvl5pPr>
            <a:lvl6pPr algn="l">
              <a:defRPr sz="900" b="1" i="0">
                <a:solidFill>
                  <a:srgbClr val="85441C"/>
                </a:solidFill>
                <a:latin typeface="Lato"/>
                <a:ea typeface="Lato"/>
                <a:cs typeface="Lato"/>
              </a:defRPr>
            </a:lvl6pPr>
            <a:lvl7pPr algn="l">
              <a:defRPr sz="900" b="1" i="0">
                <a:solidFill>
                  <a:srgbClr val="85441C"/>
                </a:solidFill>
                <a:latin typeface="Lato"/>
                <a:ea typeface="Lato"/>
                <a:cs typeface="Lato"/>
              </a:defRPr>
            </a:lvl7pPr>
            <a:lvl8pPr algn="l">
              <a:defRPr sz="900" b="1" i="0">
                <a:solidFill>
                  <a:srgbClr val="85441C"/>
                </a:solidFill>
                <a:latin typeface="Lato"/>
                <a:ea typeface="Lato"/>
                <a:cs typeface="Lato"/>
              </a:defRPr>
            </a:lvl8pPr>
            <a:lvl9pPr algn="l">
              <a:defRPr sz="900" b="1" i="0">
                <a:solidFill>
                  <a:srgbClr val="85441C"/>
                </a:solidFill>
                <a:latin typeface="Lato"/>
                <a:ea typeface="Lato"/>
                <a:cs typeface="Lato"/>
              </a:defRPr>
            </a:lvl9pPr>
          </a:lstStyle>
          <a:p>
            <a:pPr algn="l">
              <a:defRPr sz="900" b="1" i="0">
                <a:solidFill>
                  <a:srgbClr val="85441C"/>
                </a:solidFill>
                <a:latin typeface="Lato"/>
                <a:ea typeface="Lato"/>
                <a:cs typeface="Lato"/>
              </a:defRPr>
            </a:pPr>
            <a:r>
              <a:rPr sz="900" b="1" i="0" dirty="0">
                <a:solidFill>
                  <a:srgbClr val="85441C"/>
                </a:solidFill>
                <a:latin typeface="Lato"/>
                <a:ea typeface="Lato"/>
                <a:cs typeface="Lato"/>
              </a:rPr>
              <a:t>CEREREA NOASTRĂ</a:t>
            </a:r>
          </a:p>
        </p:txBody>
      </p:sp>
      <p:sp>
        <p:nvSpPr>
          <p:cNvPr id="15" name="ask-title-1">
            <a:extLst>
              <a:ext uri="{FF2B5EF4-FFF2-40B4-BE49-F238E27FC236}">
                <a16:creationId xmlns:a16="http://schemas.microsoft.com/office/drawing/2014/main" id="{135E94FC-DFB2-47A6-948F-4C6D190822D9}"/>
              </a:ext>
            </a:extLst>
          </p:cNvPr>
          <p:cNvSpPr>
            <a:spLocks noGrp="1"/>
          </p:cNvSpPr>
          <p:nvPr/>
        </p:nvSpPr>
        <p:spPr>
          <a:xfrm>
            <a:off x="6229350" y="1419225"/>
            <a:ext cx="2381250" cy="323850"/>
          </a:xfrm>
          <a:prstGeom prst="rect">
            <a:avLst/>
          </a:prstGeom>
          <a:noFill/>
          <a:ln w="0">
            <a:noFill/>
            <a:prstDash val="solid"/>
          </a:ln>
        </p:spPr>
        <p:txBody>
          <a:bodyPr wrap="square" lIns="0" tIns="0" rIns="0" bIns="0" anchor="t">
            <a:normAutofit fontScale="99752"/>
          </a:bodyPr>
          <a:lstStyle>
            <a:defPPr algn="l">
              <a:defRPr sz="1650" b="0" i="0">
                <a:solidFill>
                  <a:srgbClr val="2C2A29"/>
                </a:solidFill>
                <a:latin typeface="Prata"/>
                <a:ea typeface="Prata"/>
                <a:cs typeface="Prata"/>
              </a:defRPr>
            </a:defPPr>
            <a:lvl1pPr algn="l">
              <a:defRPr sz="1650" b="0" i="0">
                <a:solidFill>
                  <a:srgbClr val="2C2A29"/>
                </a:solidFill>
                <a:latin typeface="Prata"/>
                <a:ea typeface="Prata"/>
                <a:cs typeface="Prata"/>
              </a:defRPr>
            </a:lvl1pPr>
            <a:lvl2pPr algn="l">
              <a:defRPr sz="1650" b="0" i="0">
                <a:solidFill>
                  <a:srgbClr val="2C2A29"/>
                </a:solidFill>
                <a:latin typeface="Prata"/>
                <a:ea typeface="Prata"/>
                <a:cs typeface="Prata"/>
              </a:defRPr>
            </a:lvl2pPr>
            <a:lvl3pPr algn="l">
              <a:defRPr sz="1650" b="0" i="0">
                <a:solidFill>
                  <a:srgbClr val="2C2A29"/>
                </a:solidFill>
                <a:latin typeface="Prata"/>
                <a:ea typeface="Prata"/>
                <a:cs typeface="Prata"/>
              </a:defRPr>
            </a:lvl3pPr>
            <a:lvl4pPr algn="l">
              <a:defRPr sz="1650" b="0" i="0">
                <a:solidFill>
                  <a:srgbClr val="2C2A29"/>
                </a:solidFill>
                <a:latin typeface="Prata"/>
                <a:ea typeface="Prata"/>
                <a:cs typeface="Prata"/>
              </a:defRPr>
            </a:lvl4pPr>
            <a:lvl5pPr algn="l">
              <a:defRPr sz="1650" b="0" i="0">
                <a:solidFill>
                  <a:srgbClr val="2C2A29"/>
                </a:solidFill>
                <a:latin typeface="Prata"/>
                <a:ea typeface="Prata"/>
                <a:cs typeface="Prata"/>
              </a:defRPr>
            </a:lvl5pPr>
            <a:lvl6pPr algn="l">
              <a:defRPr sz="1650" b="0" i="0">
                <a:solidFill>
                  <a:srgbClr val="2C2A29"/>
                </a:solidFill>
                <a:latin typeface="Prata"/>
                <a:ea typeface="Prata"/>
                <a:cs typeface="Prata"/>
              </a:defRPr>
            </a:lvl6pPr>
            <a:lvl7pPr algn="l">
              <a:defRPr sz="1650" b="0" i="0">
                <a:solidFill>
                  <a:srgbClr val="2C2A29"/>
                </a:solidFill>
                <a:latin typeface="Prata"/>
                <a:ea typeface="Prata"/>
                <a:cs typeface="Prata"/>
              </a:defRPr>
            </a:lvl7pPr>
            <a:lvl8pPr algn="l">
              <a:defRPr sz="1650" b="0" i="0">
                <a:solidFill>
                  <a:srgbClr val="2C2A29"/>
                </a:solidFill>
                <a:latin typeface="Prata"/>
                <a:ea typeface="Prata"/>
                <a:cs typeface="Prata"/>
              </a:defRPr>
            </a:lvl8pPr>
            <a:lvl9pPr algn="l">
              <a:defRPr sz="1650" b="0" i="0">
                <a:solidFill>
                  <a:srgbClr val="2C2A29"/>
                </a:solidFill>
                <a:latin typeface="Prata"/>
                <a:ea typeface="Prata"/>
                <a:cs typeface="Prata"/>
              </a:defRPr>
            </a:lvl9pPr>
          </a:lstStyle>
          <a:p>
            <a:pPr algn="l">
              <a:defRPr sz="1650" b="0" i="0">
                <a:solidFill>
                  <a:srgbClr val="2C2A29"/>
                </a:solidFill>
                <a:latin typeface="Prata"/>
                <a:ea typeface="Prata"/>
                <a:cs typeface="Prata"/>
              </a:defRPr>
            </a:pPr>
            <a:r>
              <a:rPr sz="1650" b="0" i="0" dirty="0">
                <a:solidFill>
                  <a:srgbClr val="2C2A29"/>
                </a:solidFill>
                <a:latin typeface="Prata"/>
                <a:ea typeface="Prata"/>
                <a:cs typeface="Prata"/>
              </a:rPr>
              <a:t>3 </a:t>
            </a:r>
            <a:r>
              <a:rPr sz="1650" b="0" i="0" dirty="0" err="1">
                <a:solidFill>
                  <a:srgbClr val="2C2A29"/>
                </a:solidFill>
                <a:latin typeface="Prata"/>
                <a:ea typeface="Prata"/>
                <a:cs typeface="Prata"/>
              </a:rPr>
              <a:t>restaurante</a:t>
            </a:r>
            <a:r>
              <a:rPr sz="1650" b="0" i="0" dirty="0">
                <a:solidFill>
                  <a:srgbClr val="2C2A29"/>
                </a:solidFill>
                <a:latin typeface="Prata"/>
                <a:ea typeface="Prata"/>
                <a:cs typeface="Prata"/>
              </a:rPr>
              <a:t> </a:t>
            </a:r>
            <a:r>
              <a:rPr sz="1650" b="0" i="0" dirty="0" err="1">
                <a:solidFill>
                  <a:srgbClr val="2C2A29"/>
                </a:solidFill>
                <a:latin typeface="Prata"/>
                <a:ea typeface="Prata"/>
                <a:cs typeface="Prata"/>
              </a:rPr>
              <a:t>partenere</a:t>
            </a:r>
            <a:endParaRPr sz="1650" b="0" i="0" dirty="0">
              <a:solidFill>
                <a:srgbClr val="2C2A29"/>
              </a:solidFill>
              <a:latin typeface="Prata"/>
              <a:ea typeface="Prata"/>
              <a:cs typeface="Prata"/>
            </a:endParaRPr>
          </a:p>
        </p:txBody>
      </p:sp>
      <p:sp>
        <p:nvSpPr>
          <p:cNvPr id="16" name="ask-copy-1">
            <a:extLst>
              <a:ext uri="{FF2B5EF4-FFF2-40B4-BE49-F238E27FC236}">
                <a16:creationId xmlns:a16="http://schemas.microsoft.com/office/drawing/2014/main" id="{FE974C84-1FDB-40A6-9A3B-69383C78186F}"/>
              </a:ext>
            </a:extLst>
          </p:cNvPr>
          <p:cNvSpPr>
            <a:spLocks noGrp="1"/>
          </p:cNvSpPr>
          <p:nvPr/>
        </p:nvSpPr>
        <p:spPr>
          <a:xfrm>
            <a:off x="6229350" y="1828800"/>
            <a:ext cx="2381250" cy="533400"/>
          </a:xfrm>
          <a:prstGeom prst="rect">
            <a:avLst/>
          </a:prstGeom>
          <a:noFill/>
          <a:ln w="0">
            <a:noFill/>
            <a:prstDash val="solid"/>
          </a:ln>
        </p:spPr>
        <p:txBody>
          <a:bodyPr wrap="square" lIns="0" tIns="0" rIns="0" bIns="0" anchor="t">
            <a:normAutofit/>
          </a:bodyPr>
          <a:lstStyle>
            <a:defPPr algn="l">
              <a:defRPr sz="1200" b="0" i="0">
                <a:solidFill>
                  <a:srgbClr val="2C2A29"/>
                </a:solidFill>
                <a:latin typeface="Lato"/>
                <a:ea typeface="Lato"/>
                <a:cs typeface="Lato"/>
              </a:defRPr>
            </a:defPPr>
            <a:lvl1pPr algn="l">
              <a:defRPr sz="1200" b="0" i="0">
                <a:solidFill>
                  <a:srgbClr val="2C2A29"/>
                </a:solidFill>
                <a:latin typeface="Lato"/>
                <a:ea typeface="Lato"/>
                <a:cs typeface="Lato"/>
              </a:defRPr>
            </a:lvl1pPr>
            <a:lvl2pPr algn="l">
              <a:defRPr sz="1200" b="0" i="0">
                <a:solidFill>
                  <a:srgbClr val="2C2A29"/>
                </a:solidFill>
                <a:latin typeface="Lato"/>
                <a:ea typeface="Lato"/>
                <a:cs typeface="Lato"/>
              </a:defRPr>
            </a:lvl2pPr>
            <a:lvl3pPr algn="l">
              <a:defRPr sz="1200" b="0" i="0">
                <a:solidFill>
                  <a:srgbClr val="2C2A29"/>
                </a:solidFill>
                <a:latin typeface="Lato"/>
                <a:ea typeface="Lato"/>
                <a:cs typeface="Lato"/>
              </a:defRPr>
            </a:lvl3pPr>
            <a:lvl4pPr algn="l">
              <a:defRPr sz="1200" b="0" i="0">
                <a:solidFill>
                  <a:srgbClr val="2C2A29"/>
                </a:solidFill>
                <a:latin typeface="Lato"/>
                <a:ea typeface="Lato"/>
                <a:cs typeface="Lato"/>
              </a:defRPr>
            </a:lvl4pPr>
            <a:lvl5pPr algn="l">
              <a:defRPr sz="1200" b="0" i="0">
                <a:solidFill>
                  <a:srgbClr val="2C2A29"/>
                </a:solidFill>
                <a:latin typeface="Lato"/>
                <a:ea typeface="Lato"/>
                <a:cs typeface="Lato"/>
              </a:defRPr>
            </a:lvl5pPr>
            <a:lvl6pPr algn="l">
              <a:defRPr sz="1200" b="0" i="0">
                <a:solidFill>
                  <a:srgbClr val="2C2A29"/>
                </a:solidFill>
                <a:latin typeface="Lato"/>
                <a:ea typeface="Lato"/>
                <a:cs typeface="Lato"/>
              </a:defRPr>
            </a:lvl6pPr>
            <a:lvl7pPr algn="l">
              <a:defRPr sz="1200" b="0" i="0">
                <a:solidFill>
                  <a:srgbClr val="2C2A29"/>
                </a:solidFill>
                <a:latin typeface="Lato"/>
                <a:ea typeface="Lato"/>
                <a:cs typeface="Lato"/>
              </a:defRPr>
            </a:lvl7pPr>
            <a:lvl8pPr algn="l">
              <a:defRPr sz="1200" b="0" i="0">
                <a:solidFill>
                  <a:srgbClr val="2C2A29"/>
                </a:solidFill>
                <a:latin typeface="Lato"/>
                <a:ea typeface="Lato"/>
                <a:cs typeface="Lato"/>
              </a:defRPr>
            </a:lvl8pPr>
            <a:lvl9pPr algn="l">
              <a:defRPr sz="1200" b="0" i="0">
                <a:solidFill>
                  <a:srgbClr val="2C2A29"/>
                </a:solidFill>
                <a:latin typeface="Lato"/>
                <a:ea typeface="Lato"/>
                <a:cs typeface="Lato"/>
              </a:defRPr>
            </a:lvl9pPr>
          </a:lstStyle>
          <a:p>
            <a:pPr algn="l">
              <a:defRPr sz="1200" b="0" i="0">
                <a:solidFill>
                  <a:srgbClr val="2C2A29"/>
                </a:solidFill>
                <a:latin typeface="Lato"/>
                <a:ea typeface="Lato"/>
                <a:cs typeface="Lato"/>
              </a:defRPr>
            </a:pPr>
            <a:r>
              <a:rPr sz="1200" b="0" i="0" dirty="0" err="1">
                <a:solidFill>
                  <a:srgbClr val="2C2A29"/>
                </a:solidFill>
                <a:latin typeface="Lato"/>
                <a:ea typeface="Lato"/>
                <a:cs typeface="Lato"/>
              </a:rPr>
              <a:t>Acces</a:t>
            </a:r>
            <a:r>
              <a:rPr sz="1200" b="0" i="0" dirty="0">
                <a:solidFill>
                  <a:srgbClr val="2C2A29"/>
                </a:solidFill>
                <a:latin typeface="Lato"/>
                <a:ea typeface="Lato"/>
                <a:cs typeface="Lato"/>
              </a:rPr>
              <a:t> la date </a:t>
            </a:r>
            <a:r>
              <a:rPr sz="1200" b="0" i="0" dirty="0" err="1">
                <a:solidFill>
                  <a:srgbClr val="2C2A29"/>
                </a:solidFill>
                <a:latin typeface="Lato"/>
                <a:ea typeface="Lato"/>
                <a:cs typeface="Lato"/>
              </a:rPr>
              <a:t>anonimizate</a:t>
            </a:r>
            <a:r>
              <a:rPr sz="1200" b="0" i="0" dirty="0">
                <a:solidFill>
                  <a:srgbClr val="2C2A29"/>
                </a:solidFill>
                <a:latin typeface="Lato"/>
                <a:ea typeface="Lato"/>
                <a:cs typeface="Lato"/>
              </a:rPr>
              <a:t> </a:t>
            </a:r>
            <a:r>
              <a:rPr sz="1200" b="0" i="0" dirty="0" err="1">
                <a:solidFill>
                  <a:srgbClr val="2C2A29"/>
                </a:solidFill>
                <a:latin typeface="Lato"/>
                <a:ea typeface="Lato"/>
                <a:cs typeface="Lato"/>
              </a:rPr>
              <a:t>despre</a:t>
            </a:r>
            <a:r>
              <a:rPr sz="1200" b="0" i="0" dirty="0">
                <a:solidFill>
                  <a:srgbClr val="2C2A29"/>
                </a:solidFill>
                <a:latin typeface="Lato"/>
                <a:ea typeface="Lato"/>
                <a:cs typeface="Lato"/>
              </a:rPr>
              <a:t> </a:t>
            </a:r>
            <a:r>
              <a:rPr sz="1200" b="0" i="0" dirty="0" err="1">
                <a:solidFill>
                  <a:srgbClr val="2C2A29"/>
                </a:solidFill>
                <a:latin typeface="Lato"/>
                <a:ea typeface="Lato"/>
                <a:cs typeface="Lato"/>
              </a:rPr>
              <a:t>stocuri</a:t>
            </a:r>
            <a:r>
              <a:rPr sz="1200" b="0" i="0" dirty="0">
                <a:solidFill>
                  <a:srgbClr val="2C2A29"/>
                </a:solidFill>
                <a:latin typeface="Lato"/>
                <a:ea typeface="Lato"/>
                <a:cs typeface="Lato"/>
              </a:rPr>
              <a:t> </a:t>
            </a:r>
            <a:r>
              <a:rPr sz="1200" b="0" i="0" dirty="0" err="1">
                <a:solidFill>
                  <a:srgbClr val="2C2A29"/>
                </a:solidFill>
                <a:latin typeface="Lato"/>
                <a:ea typeface="Lato"/>
                <a:cs typeface="Lato"/>
              </a:rPr>
              <a:t>și</a:t>
            </a:r>
            <a:r>
              <a:rPr sz="1200" b="0" i="0" dirty="0">
                <a:solidFill>
                  <a:srgbClr val="2C2A29"/>
                </a:solidFill>
                <a:latin typeface="Lato"/>
                <a:ea typeface="Lato"/>
                <a:cs typeface="Lato"/>
              </a:rPr>
              <a:t> </a:t>
            </a:r>
            <a:r>
              <a:rPr sz="1200" b="0" i="0" dirty="0" err="1">
                <a:solidFill>
                  <a:srgbClr val="2C2A29"/>
                </a:solidFill>
                <a:latin typeface="Lato"/>
                <a:ea typeface="Lato"/>
                <a:cs typeface="Lato"/>
              </a:rPr>
              <a:t>risipă</a:t>
            </a:r>
            <a:endParaRPr sz="1200" b="0" i="0" dirty="0">
              <a:solidFill>
                <a:srgbClr val="2C2A29"/>
              </a:solidFill>
              <a:latin typeface="Lato"/>
              <a:ea typeface="Lato"/>
              <a:cs typeface="Lato"/>
            </a:endParaRPr>
          </a:p>
        </p:txBody>
      </p:sp>
      <p:sp>
        <p:nvSpPr>
          <p:cNvPr id="17" name="ask-title-2">
            <a:extLst>
              <a:ext uri="{FF2B5EF4-FFF2-40B4-BE49-F238E27FC236}">
                <a16:creationId xmlns:a16="http://schemas.microsoft.com/office/drawing/2014/main" id="{71D7EC04-B998-4555-A2A6-C8460B751417}"/>
              </a:ext>
            </a:extLst>
          </p:cNvPr>
          <p:cNvSpPr>
            <a:spLocks noGrp="1"/>
          </p:cNvSpPr>
          <p:nvPr/>
        </p:nvSpPr>
        <p:spPr>
          <a:xfrm>
            <a:off x="6229350" y="2605342"/>
            <a:ext cx="2381250" cy="323850"/>
          </a:xfrm>
          <a:prstGeom prst="rect">
            <a:avLst/>
          </a:prstGeom>
          <a:noFill/>
          <a:ln w="0">
            <a:noFill/>
            <a:prstDash val="solid"/>
          </a:ln>
        </p:spPr>
        <p:txBody>
          <a:bodyPr wrap="square" lIns="0" tIns="0" rIns="0" bIns="0" anchor="t">
            <a:normAutofit/>
          </a:bodyPr>
          <a:lstStyle>
            <a:defPPr algn="l">
              <a:defRPr sz="1650" b="0" i="0">
                <a:solidFill>
                  <a:srgbClr val="2C2A29"/>
                </a:solidFill>
                <a:latin typeface="Prata"/>
                <a:ea typeface="Prata"/>
                <a:cs typeface="Prata"/>
              </a:defRPr>
            </a:defPPr>
            <a:lvl1pPr algn="l">
              <a:defRPr sz="1650" b="0" i="0">
                <a:solidFill>
                  <a:srgbClr val="2C2A29"/>
                </a:solidFill>
                <a:latin typeface="Prata"/>
                <a:ea typeface="Prata"/>
                <a:cs typeface="Prata"/>
              </a:defRPr>
            </a:lvl1pPr>
            <a:lvl2pPr algn="l">
              <a:defRPr sz="1650" b="0" i="0">
                <a:solidFill>
                  <a:srgbClr val="2C2A29"/>
                </a:solidFill>
                <a:latin typeface="Prata"/>
                <a:ea typeface="Prata"/>
                <a:cs typeface="Prata"/>
              </a:defRPr>
            </a:lvl2pPr>
            <a:lvl3pPr algn="l">
              <a:defRPr sz="1650" b="0" i="0">
                <a:solidFill>
                  <a:srgbClr val="2C2A29"/>
                </a:solidFill>
                <a:latin typeface="Prata"/>
                <a:ea typeface="Prata"/>
                <a:cs typeface="Prata"/>
              </a:defRPr>
            </a:lvl3pPr>
            <a:lvl4pPr algn="l">
              <a:defRPr sz="1650" b="0" i="0">
                <a:solidFill>
                  <a:srgbClr val="2C2A29"/>
                </a:solidFill>
                <a:latin typeface="Prata"/>
                <a:ea typeface="Prata"/>
                <a:cs typeface="Prata"/>
              </a:defRPr>
            </a:lvl4pPr>
            <a:lvl5pPr algn="l">
              <a:defRPr sz="1650" b="0" i="0">
                <a:solidFill>
                  <a:srgbClr val="2C2A29"/>
                </a:solidFill>
                <a:latin typeface="Prata"/>
                <a:ea typeface="Prata"/>
                <a:cs typeface="Prata"/>
              </a:defRPr>
            </a:lvl5pPr>
            <a:lvl6pPr algn="l">
              <a:defRPr sz="1650" b="0" i="0">
                <a:solidFill>
                  <a:srgbClr val="2C2A29"/>
                </a:solidFill>
                <a:latin typeface="Prata"/>
                <a:ea typeface="Prata"/>
                <a:cs typeface="Prata"/>
              </a:defRPr>
            </a:lvl6pPr>
            <a:lvl7pPr algn="l">
              <a:defRPr sz="1650" b="0" i="0">
                <a:solidFill>
                  <a:srgbClr val="2C2A29"/>
                </a:solidFill>
                <a:latin typeface="Prata"/>
                <a:ea typeface="Prata"/>
                <a:cs typeface="Prata"/>
              </a:defRPr>
            </a:lvl7pPr>
            <a:lvl8pPr algn="l">
              <a:defRPr sz="1650" b="0" i="0">
                <a:solidFill>
                  <a:srgbClr val="2C2A29"/>
                </a:solidFill>
                <a:latin typeface="Prata"/>
                <a:ea typeface="Prata"/>
                <a:cs typeface="Prata"/>
              </a:defRPr>
            </a:lvl8pPr>
            <a:lvl9pPr algn="l">
              <a:defRPr sz="1650" b="0" i="0">
                <a:solidFill>
                  <a:srgbClr val="2C2A29"/>
                </a:solidFill>
                <a:latin typeface="Prata"/>
                <a:ea typeface="Prata"/>
                <a:cs typeface="Prata"/>
              </a:defRPr>
            </a:lvl9pPr>
          </a:lstStyle>
          <a:p>
            <a:pPr algn="l">
              <a:defRPr sz="1650" b="0" i="0">
                <a:solidFill>
                  <a:srgbClr val="2C2A29"/>
                </a:solidFill>
                <a:latin typeface="Prata"/>
                <a:ea typeface="Prata"/>
                <a:cs typeface="Prata"/>
              </a:defRPr>
            </a:pPr>
            <a:r>
              <a:rPr sz="1650" b="0" i="0" dirty="0" err="1">
                <a:solidFill>
                  <a:srgbClr val="2C2A29"/>
                </a:solidFill>
                <a:latin typeface="Prata"/>
                <a:ea typeface="Prata"/>
                <a:cs typeface="Prata"/>
              </a:rPr>
              <a:t>Mentorat</a:t>
            </a:r>
            <a:endParaRPr sz="1650" b="0" i="0" dirty="0">
              <a:solidFill>
                <a:srgbClr val="2C2A29"/>
              </a:solidFill>
              <a:latin typeface="Prata"/>
              <a:ea typeface="Prata"/>
              <a:cs typeface="Prata"/>
            </a:endParaRPr>
          </a:p>
        </p:txBody>
      </p:sp>
      <p:sp>
        <p:nvSpPr>
          <p:cNvPr id="18" name="ask-copy-2">
            <a:extLst>
              <a:ext uri="{FF2B5EF4-FFF2-40B4-BE49-F238E27FC236}">
                <a16:creationId xmlns:a16="http://schemas.microsoft.com/office/drawing/2014/main" id="{42DD859A-DBEF-487C-8F56-D2CBEA60D7AB}"/>
              </a:ext>
            </a:extLst>
          </p:cNvPr>
          <p:cNvSpPr>
            <a:spLocks noGrp="1"/>
          </p:cNvSpPr>
          <p:nvPr/>
        </p:nvSpPr>
        <p:spPr>
          <a:xfrm>
            <a:off x="6229350" y="2914650"/>
            <a:ext cx="2381250" cy="533400"/>
          </a:xfrm>
          <a:prstGeom prst="rect">
            <a:avLst/>
          </a:prstGeom>
          <a:noFill/>
          <a:ln w="0">
            <a:noFill/>
            <a:prstDash val="solid"/>
          </a:ln>
        </p:spPr>
        <p:txBody>
          <a:bodyPr wrap="square" lIns="0" tIns="0" rIns="0" bIns="0" anchor="t">
            <a:normAutofit/>
          </a:bodyPr>
          <a:lstStyle>
            <a:defPPr algn="l">
              <a:defRPr sz="1200" b="0" i="0">
                <a:solidFill>
                  <a:srgbClr val="2C2A29"/>
                </a:solidFill>
                <a:latin typeface="Lato"/>
                <a:ea typeface="Lato"/>
                <a:cs typeface="Lato"/>
              </a:defRPr>
            </a:defPPr>
            <a:lvl1pPr algn="l">
              <a:defRPr sz="1200" b="0" i="0">
                <a:solidFill>
                  <a:srgbClr val="2C2A29"/>
                </a:solidFill>
                <a:latin typeface="Lato"/>
                <a:ea typeface="Lato"/>
                <a:cs typeface="Lato"/>
              </a:defRPr>
            </a:lvl1pPr>
            <a:lvl2pPr algn="l">
              <a:defRPr sz="1200" b="0" i="0">
                <a:solidFill>
                  <a:srgbClr val="2C2A29"/>
                </a:solidFill>
                <a:latin typeface="Lato"/>
                <a:ea typeface="Lato"/>
                <a:cs typeface="Lato"/>
              </a:defRPr>
            </a:lvl2pPr>
            <a:lvl3pPr algn="l">
              <a:defRPr sz="1200" b="0" i="0">
                <a:solidFill>
                  <a:srgbClr val="2C2A29"/>
                </a:solidFill>
                <a:latin typeface="Lato"/>
                <a:ea typeface="Lato"/>
                <a:cs typeface="Lato"/>
              </a:defRPr>
            </a:lvl3pPr>
            <a:lvl4pPr algn="l">
              <a:defRPr sz="1200" b="0" i="0">
                <a:solidFill>
                  <a:srgbClr val="2C2A29"/>
                </a:solidFill>
                <a:latin typeface="Lato"/>
                <a:ea typeface="Lato"/>
                <a:cs typeface="Lato"/>
              </a:defRPr>
            </a:lvl4pPr>
            <a:lvl5pPr algn="l">
              <a:defRPr sz="1200" b="0" i="0">
                <a:solidFill>
                  <a:srgbClr val="2C2A29"/>
                </a:solidFill>
                <a:latin typeface="Lato"/>
                <a:ea typeface="Lato"/>
                <a:cs typeface="Lato"/>
              </a:defRPr>
            </a:lvl5pPr>
            <a:lvl6pPr algn="l">
              <a:defRPr sz="1200" b="0" i="0">
                <a:solidFill>
                  <a:srgbClr val="2C2A29"/>
                </a:solidFill>
                <a:latin typeface="Lato"/>
                <a:ea typeface="Lato"/>
                <a:cs typeface="Lato"/>
              </a:defRPr>
            </a:lvl6pPr>
            <a:lvl7pPr algn="l">
              <a:defRPr sz="1200" b="0" i="0">
                <a:solidFill>
                  <a:srgbClr val="2C2A29"/>
                </a:solidFill>
                <a:latin typeface="Lato"/>
                <a:ea typeface="Lato"/>
                <a:cs typeface="Lato"/>
              </a:defRPr>
            </a:lvl7pPr>
            <a:lvl8pPr algn="l">
              <a:defRPr sz="1200" b="0" i="0">
                <a:solidFill>
                  <a:srgbClr val="2C2A29"/>
                </a:solidFill>
                <a:latin typeface="Lato"/>
                <a:ea typeface="Lato"/>
                <a:cs typeface="Lato"/>
              </a:defRPr>
            </a:lvl8pPr>
            <a:lvl9pPr algn="l">
              <a:defRPr sz="1200" b="0" i="0">
                <a:solidFill>
                  <a:srgbClr val="2C2A29"/>
                </a:solidFill>
                <a:latin typeface="Lato"/>
                <a:ea typeface="Lato"/>
                <a:cs typeface="Lato"/>
              </a:defRPr>
            </a:lvl9pPr>
          </a:lstStyle>
          <a:p>
            <a:pPr algn="l">
              <a:defRPr sz="1200" b="0" i="0">
                <a:solidFill>
                  <a:srgbClr val="2C2A29"/>
                </a:solidFill>
                <a:latin typeface="Lato"/>
                <a:ea typeface="Lato"/>
                <a:cs typeface="Lato"/>
              </a:defRPr>
            </a:pPr>
            <a:r>
              <a:rPr sz="1200" b="0" i="0" dirty="0">
                <a:solidFill>
                  <a:srgbClr val="2C2A29"/>
                </a:solidFill>
                <a:latin typeface="Lato"/>
                <a:ea typeface="Lato"/>
                <a:cs typeface="Lato"/>
              </a:rPr>
              <a:t>Oameni cu </a:t>
            </a:r>
            <a:r>
              <a:rPr sz="1200" b="0" i="0" dirty="0" err="1">
                <a:solidFill>
                  <a:srgbClr val="2C2A29"/>
                </a:solidFill>
                <a:latin typeface="Lato"/>
                <a:ea typeface="Lato"/>
                <a:cs typeface="Lato"/>
              </a:rPr>
              <a:t>experiență</a:t>
            </a:r>
            <a:r>
              <a:rPr sz="1200" b="0" i="0" dirty="0">
                <a:solidFill>
                  <a:srgbClr val="2C2A29"/>
                </a:solidFill>
                <a:latin typeface="Lato"/>
                <a:ea typeface="Lato"/>
                <a:cs typeface="Lato"/>
              </a:rPr>
              <a:t> </a:t>
            </a:r>
            <a:r>
              <a:rPr sz="1200" b="0" i="0" dirty="0" err="1">
                <a:solidFill>
                  <a:srgbClr val="2C2A29"/>
                </a:solidFill>
                <a:latin typeface="Lato"/>
                <a:ea typeface="Lato"/>
                <a:cs typeface="Lato"/>
              </a:rPr>
              <a:t>în</a:t>
            </a:r>
            <a:r>
              <a:rPr sz="1200" b="0" i="0" dirty="0">
                <a:solidFill>
                  <a:srgbClr val="2C2A29"/>
                </a:solidFill>
                <a:latin typeface="Lato"/>
                <a:ea typeface="Lato"/>
                <a:cs typeface="Lato"/>
              </a:rPr>
              <a:t> </a:t>
            </a:r>
            <a:r>
              <a:rPr sz="1200" b="0" i="0" dirty="0" err="1">
                <a:solidFill>
                  <a:srgbClr val="2C2A29"/>
                </a:solidFill>
                <a:latin typeface="Lato"/>
                <a:ea typeface="Lato"/>
                <a:cs typeface="Lato"/>
              </a:rPr>
              <a:t>industria</a:t>
            </a:r>
            <a:r>
              <a:rPr sz="1200" b="0" i="0" dirty="0">
                <a:solidFill>
                  <a:srgbClr val="2C2A29"/>
                </a:solidFill>
                <a:latin typeface="Lato"/>
                <a:ea typeface="Lato"/>
                <a:cs typeface="Lato"/>
              </a:rPr>
              <a:t> </a:t>
            </a:r>
            <a:r>
              <a:rPr sz="1200" b="0" i="0" dirty="0" err="1">
                <a:solidFill>
                  <a:srgbClr val="2C2A29"/>
                </a:solidFill>
                <a:latin typeface="Lato"/>
                <a:ea typeface="Lato"/>
                <a:cs typeface="Lato"/>
              </a:rPr>
              <a:t>alimentară</a:t>
            </a:r>
            <a:r>
              <a:rPr sz="1200" b="0" i="0" dirty="0">
                <a:solidFill>
                  <a:srgbClr val="2C2A29"/>
                </a:solidFill>
                <a:latin typeface="Lato"/>
                <a:ea typeface="Lato"/>
                <a:cs typeface="Lato"/>
              </a:rPr>
              <a:t> </a:t>
            </a:r>
            <a:r>
              <a:rPr sz="1200" b="0" i="0" dirty="0" err="1">
                <a:solidFill>
                  <a:srgbClr val="2C2A29"/>
                </a:solidFill>
                <a:latin typeface="Lato"/>
                <a:ea typeface="Lato"/>
                <a:cs typeface="Lato"/>
              </a:rPr>
              <a:t>și</a:t>
            </a:r>
            <a:r>
              <a:rPr sz="1200" b="0" i="0" dirty="0">
                <a:solidFill>
                  <a:srgbClr val="2C2A29"/>
                </a:solidFill>
                <a:latin typeface="Lato"/>
                <a:ea typeface="Lato"/>
                <a:cs typeface="Lato"/>
              </a:rPr>
              <a:t> marketing</a:t>
            </a:r>
          </a:p>
        </p:txBody>
      </p:sp>
      <p:sp>
        <p:nvSpPr>
          <p:cNvPr id="19" name="final-line">
            <a:extLst>
              <a:ext uri="{FF2B5EF4-FFF2-40B4-BE49-F238E27FC236}">
                <a16:creationId xmlns:a16="http://schemas.microsoft.com/office/drawing/2014/main" id="{D4233B0F-96F3-477B-853B-86A7E569FDA7}"/>
              </a:ext>
            </a:extLst>
          </p:cNvPr>
          <p:cNvSpPr>
            <a:spLocks noGrp="1"/>
          </p:cNvSpPr>
          <p:nvPr/>
        </p:nvSpPr>
        <p:spPr>
          <a:xfrm>
            <a:off x="666750" y="4171950"/>
            <a:ext cx="7334250" cy="609600"/>
          </a:xfrm>
          <a:prstGeom prst="rect">
            <a:avLst/>
          </a:prstGeom>
          <a:noFill/>
          <a:ln w="0">
            <a:noFill/>
            <a:prstDash val="solid"/>
          </a:ln>
        </p:spPr>
        <p:txBody>
          <a:bodyPr wrap="square" lIns="0" tIns="0" rIns="0" bIns="0" anchor="t">
            <a:normAutofit fontScale="95450" lnSpcReduction="10000"/>
          </a:bodyPr>
          <a:lstStyle>
            <a:defPPr algn="ctr">
              <a:defRPr sz="1425" b="0" i="0">
                <a:solidFill>
                  <a:srgbClr val="85441C"/>
                </a:solidFill>
                <a:latin typeface="Prata"/>
                <a:ea typeface="Prata"/>
                <a:cs typeface="Prata"/>
              </a:defRPr>
            </a:defPPr>
            <a:lvl1pPr algn="ctr">
              <a:defRPr sz="1425" b="0" i="0">
                <a:solidFill>
                  <a:srgbClr val="85441C"/>
                </a:solidFill>
                <a:latin typeface="Prata"/>
                <a:ea typeface="Prata"/>
                <a:cs typeface="Prata"/>
              </a:defRPr>
            </a:lvl1pPr>
            <a:lvl2pPr algn="ctr">
              <a:defRPr sz="1425" b="0" i="0">
                <a:solidFill>
                  <a:srgbClr val="85441C"/>
                </a:solidFill>
                <a:latin typeface="Prata"/>
                <a:ea typeface="Prata"/>
                <a:cs typeface="Prata"/>
              </a:defRPr>
            </a:lvl2pPr>
            <a:lvl3pPr algn="ctr">
              <a:defRPr sz="1425" b="0" i="0">
                <a:solidFill>
                  <a:srgbClr val="85441C"/>
                </a:solidFill>
                <a:latin typeface="Prata"/>
                <a:ea typeface="Prata"/>
                <a:cs typeface="Prata"/>
              </a:defRPr>
            </a:lvl3pPr>
            <a:lvl4pPr algn="ctr">
              <a:defRPr sz="1425" b="0" i="0">
                <a:solidFill>
                  <a:srgbClr val="85441C"/>
                </a:solidFill>
                <a:latin typeface="Prata"/>
                <a:ea typeface="Prata"/>
                <a:cs typeface="Prata"/>
              </a:defRPr>
            </a:lvl4pPr>
            <a:lvl5pPr algn="ctr">
              <a:defRPr sz="1425" b="0" i="0">
                <a:solidFill>
                  <a:srgbClr val="85441C"/>
                </a:solidFill>
                <a:latin typeface="Prata"/>
                <a:ea typeface="Prata"/>
                <a:cs typeface="Prata"/>
              </a:defRPr>
            </a:lvl5pPr>
            <a:lvl6pPr algn="ctr">
              <a:defRPr sz="1425" b="0" i="0">
                <a:solidFill>
                  <a:srgbClr val="85441C"/>
                </a:solidFill>
                <a:latin typeface="Prata"/>
                <a:ea typeface="Prata"/>
                <a:cs typeface="Prata"/>
              </a:defRPr>
            </a:lvl6pPr>
            <a:lvl7pPr algn="ctr">
              <a:defRPr sz="1425" b="0" i="0">
                <a:solidFill>
                  <a:srgbClr val="85441C"/>
                </a:solidFill>
                <a:latin typeface="Prata"/>
                <a:ea typeface="Prata"/>
                <a:cs typeface="Prata"/>
              </a:defRPr>
            </a:lvl7pPr>
            <a:lvl8pPr algn="ctr">
              <a:defRPr sz="1425" b="0" i="0">
                <a:solidFill>
                  <a:srgbClr val="85441C"/>
                </a:solidFill>
                <a:latin typeface="Prata"/>
                <a:ea typeface="Prata"/>
                <a:cs typeface="Prata"/>
              </a:defRPr>
            </a:lvl8pPr>
            <a:lvl9pPr algn="ctr">
              <a:defRPr sz="1425" b="0" i="0">
                <a:solidFill>
                  <a:srgbClr val="85441C"/>
                </a:solidFill>
                <a:latin typeface="Prata"/>
                <a:ea typeface="Prata"/>
                <a:cs typeface="Prata"/>
              </a:defRPr>
            </a:lvl9pPr>
          </a:lstStyle>
          <a:p>
            <a:pPr algn="ctr">
              <a:defRPr sz="1425" b="0" i="0">
                <a:solidFill>
                  <a:srgbClr val="85441C"/>
                </a:solidFill>
                <a:latin typeface="Prata"/>
                <a:ea typeface="Prata"/>
                <a:cs typeface="Prata"/>
              </a:defRPr>
            </a:pPr>
            <a:r>
              <a:rPr sz="1425" b="0" i="0" dirty="0" err="1">
                <a:solidFill>
                  <a:srgbClr val="85441C"/>
                </a:solidFill>
                <a:latin typeface="Prata"/>
                <a:ea typeface="Prata"/>
                <a:cs typeface="Prata"/>
              </a:rPr>
              <a:t>Fiecare</a:t>
            </a:r>
            <a:r>
              <a:rPr sz="1425" b="0" i="0" dirty="0">
                <a:solidFill>
                  <a:srgbClr val="85441C"/>
                </a:solidFill>
                <a:latin typeface="Prata"/>
                <a:ea typeface="Prata"/>
                <a:cs typeface="Prata"/>
              </a:rPr>
              <a:t> kilogram de </a:t>
            </a:r>
            <a:r>
              <a:rPr sz="1425" b="0" i="0" dirty="0" err="1">
                <a:solidFill>
                  <a:srgbClr val="85441C"/>
                </a:solidFill>
                <a:latin typeface="Prata"/>
                <a:ea typeface="Prata"/>
                <a:cs typeface="Prata"/>
              </a:rPr>
              <a:t>mâncare</a:t>
            </a:r>
            <a:r>
              <a:rPr sz="1425" b="0" i="0" dirty="0">
                <a:solidFill>
                  <a:srgbClr val="85441C"/>
                </a:solidFill>
                <a:latin typeface="Prata"/>
                <a:ea typeface="Prata"/>
                <a:cs typeface="Prata"/>
              </a:rPr>
              <a:t> </a:t>
            </a:r>
            <a:r>
              <a:rPr sz="1425" b="0" i="0" dirty="0" err="1">
                <a:solidFill>
                  <a:srgbClr val="85441C"/>
                </a:solidFill>
                <a:latin typeface="Prata"/>
                <a:ea typeface="Prata"/>
                <a:cs typeface="Prata"/>
              </a:rPr>
              <a:t>salvat</a:t>
            </a:r>
            <a:r>
              <a:rPr sz="1425" b="0" i="0" dirty="0">
                <a:solidFill>
                  <a:srgbClr val="85441C"/>
                </a:solidFill>
                <a:latin typeface="Prata"/>
                <a:ea typeface="Prata"/>
                <a:cs typeface="Prata"/>
              </a:rPr>
              <a:t> </a:t>
            </a:r>
            <a:r>
              <a:rPr sz="1425" b="0" i="0" dirty="0" err="1">
                <a:solidFill>
                  <a:srgbClr val="85441C"/>
                </a:solidFill>
                <a:latin typeface="Prata"/>
                <a:ea typeface="Prata"/>
                <a:cs typeface="Prata"/>
              </a:rPr>
              <a:t>înseamnă</a:t>
            </a:r>
            <a:r>
              <a:rPr sz="1425" b="0" i="0" dirty="0">
                <a:solidFill>
                  <a:srgbClr val="85441C"/>
                </a:solidFill>
                <a:latin typeface="Prata"/>
                <a:ea typeface="Prata"/>
                <a:cs typeface="Prata"/>
              </a:rPr>
              <a:t> bani </a:t>
            </a:r>
            <a:r>
              <a:rPr sz="1425" b="0" i="0" dirty="0" err="1">
                <a:solidFill>
                  <a:srgbClr val="85441C"/>
                </a:solidFill>
                <a:latin typeface="Prata"/>
                <a:ea typeface="Prata"/>
                <a:cs typeface="Prata"/>
              </a:rPr>
              <a:t>recuperați</a:t>
            </a:r>
            <a:r>
              <a:rPr sz="1425" b="0" i="0" dirty="0">
                <a:solidFill>
                  <a:srgbClr val="85441C"/>
                </a:solidFill>
                <a:latin typeface="Prata"/>
                <a:ea typeface="Prata"/>
                <a:cs typeface="Prata"/>
              </a:rPr>
              <a:t>. Cu </a:t>
            </a:r>
            <a:r>
              <a:rPr sz="1425" b="0" i="0" dirty="0" err="1">
                <a:solidFill>
                  <a:srgbClr val="85441C"/>
                </a:solidFill>
                <a:latin typeface="Prata"/>
                <a:ea typeface="Prata"/>
                <a:cs typeface="Prata"/>
              </a:rPr>
              <a:t>WiseEat</a:t>
            </a:r>
            <a:r>
              <a:rPr sz="1425" b="0" i="0" dirty="0">
                <a:solidFill>
                  <a:srgbClr val="85441C"/>
                </a:solidFill>
                <a:latin typeface="Prata"/>
                <a:ea typeface="Prata"/>
                <a:cs typeface="Prata"/>
              </a:rPr>
              <a:t>, </a:t>
            </a:r>
            <a:r>
              <a:rPr sz="1425" b="0" i="0" dirty="0" err="1">
                <a:solidFill>
                  <a:srgbClr val="85441C"/>
                </a:solidFill>
                <a:latin typeface="Prata"/>
                <a:ea typeface="Prata"/>
                <a:cs typeface="Prata"/>
              </a:rPr>
              <a:t>transformăm</a:t>
            </a:r>
            <a:r>
              <a:rPr sz="1425" b="0" i="0" dirty="0">
                <a:solidFill>
                  <a:srgbClr val="85441C"/>
                </a:solidFill>
                <a:latin typeface="Prata"/>
                <a:ea typeface="Prata"/>
                <a:cs typeface="Prata"/>
              </a:rPr>
              <a:t> </a:t>
            </a:r>
            <a:r>
              <a:rPr sz="1425" b="0" i="0" dirty="0" err="1">
                <a:solidFill>
                  <a:srgbClr val="85441C"/>
                </a:solidFill>
                <a:latin typeface="Prata"/>
                <a:ea typeface="Prata"/>
                <a:cs typeface="Prata"/>
              </a:rPr>
              <a:t>risipa</a:t>
            </a:r>
            <a:r>
              <a:rPr sz="1425" b="0" i="0" dirty="0">
                <a:solidFill>
                  <a:srgbClr val="85441C"/>
                </a:solidFill>
                <a:latin typeface="Prata"/>
                <a:ea typeface="Prata"/>
                <a:cs typeface="Prata"/>
              </a:rPr>
              <a:t> </a:t>
            </a:r>
            <a:r>
              <a:rPr sz="1425" b="0" i="0" dirty="0" err="1">
                <a:solidFill>
                  <a:srgbClr val="85441C"/>
                </a:solidFill>
                <a:latin typeface="Prata"/>
                <a:ea typeface="Prata"/>
                <a:cs typeface="Prata"/>
              </a:rPr>
              <a:t>dintr</a:t>
            </a:r>
            <a:r>
              <a:rPr sz="1425" b="0" i="0" dirty="0">
                <a:solidFill>
                  <a:srgbClr val="85441C"/>
                </a:solidFill>
                <a:latin typeface="Prata"/>
                <a:ea typeface="Prata"/>
                <a:cs typeface="Prata"/>
              </a:rPr>
              <a:t>-o </a:t>
            </a:r>
            <a:r>
              <a:rPr sz="1425" b="0" i="0" dirty="0" err="1">
                <a:solidFill>
                  <a:srgbClr val="85441C"/>
                </a:solidFill>
                <a:latin typeface="Prata"/>
                <a:ea typeface="Prata"/>
                <a:cs typeface="Prata"/>
              </a:rPr>
              <a:t>pierdere</a:t>
            </a:r>
            <a:r>
              <a:rPr sz="1425" b="0" i="0" dirty="0">
                <a:solidFill>
                  <a:srgbClr val="85441C"/>
                </a:solidFill>
                <a:latin typeface="Prata"/>
                <a:ea typeface="Prata"/>
                <a:cs typeface="Prata"/>
              </a:rPr>
              <a:t> </a:t>
            </a:r>
            <a:r>
              <a:rPr sz="1425" b="0" i="0" dirty="0" err="1">
                <a:solidFill>
                  <a:srgbClr val="85441C"/>
                </a:solidFill>
                <a:latin typeface="Prata"/>
                <a:ea typeface="Prata"/>
                <a:cs typeface="Prata"/>
              </a:rPr>
              <a:t>inevitabilă</a:t>
            </a:r>
            <a:r>
              <a:rPr sz="1425" b="0" i="0" dirty="0">
                <a:solidFill>
                  <a:srgbClr val="85441C"/>
                </a:solidFill>
                <a:latin typeface="Prata"/>
                <a:ea typeface="Prata"/>
                <a:cs typeface="Prata"/>
              </a:rPr>
              <a:t> </a:t>
            </a:r>
            <a:r>
              <a:rPr sz="1425" b="0" i="0" dirty="0" err="1">
                <a:solidFill>
                  <a:srgbClr val="85441C"/>
                </a:solidFill>
                <a:latin typeface="Prata"/>
                <a:ea typeface="Prata"/>
                <a:cs typeface="Prata"/>
              </a:rPr>
              <a:t>într</a:t>
            </a:r>
            <a:r>
              <a:rPr sz="1425" b="0" i="0" dirty="0">
                <a:solidFill>
                  <a:srgbClr val="85441C"/>
                </a:solidFill>
                <a:latin typeface="Prata"/>
                <a:ea typeface="Prata"/>
                <a:cs typeface="Prata"/>
              </a:rPr>
              <a:t>-o </a:t>
            </a:r>
            <a:r>
              <a:rPr sz="1425" b="0" i="0" dirty="0" err="1">
                <a:solidFill>
                  <a:srgbClr val="85441C"/>
                </a:solidFill>
                <a:latin typeface="Prata"/>
                <a:ea typeface="Prata"/>
                <a:cs typeface="Prata"/>
              </a:rPr>
              <a:t>problemă</a:t>
            </a:r>
            <a:r>
              <a:rPr sz="1425" b="0" i="0" dirty="0">
                <a:solidFill>
                  <a:srgbClr val="85441C"/>
                </a:solidFill>
                <a:latin typeface="Prata"/>
                <a:ea typeface="Prata"/>
                <a:cs typeface="Prata"/>
              </a:rPr>
              <a:t> pe care o </a:t>
            </a:r>
            <a:r>
              <a:rPr sz="1425" b="0" i="0" dirty="0" err="1">
                <a:solidFill>
                  <a:srgbClr val="85441C"/>
                </a:solidFill>
                <a:latin typeface="Prata"/>
                <a:ea typeface="Prata"/>
                <a:cs typeface="Prata"/>
              </a:rPr>
              <a:t>putem</a:t>
            </a:r>
            <a:r>
              <a:rPr sz="1425" b="0" i="0" dirty="0">
                <a:solidFill>
                  <a:srgbClr val="85441C"/>
                </a:solidFill>
                <a:latin typeface="Prata"/>
                <a:ea typeface="Prata"/>
                <a:cs typeface="Prata"/>
              </a:rPr>
              <a:t> </a:t>
            </a:r>
            <a:r>
              <a:rPr sz="1425" b="0" i="0" dirty="0" err="1">
                <a:solidFill>
                  <a:srgbClr val="85441C"/>
                </a:solidFill>
                <a:latin typeface="Prata"/>
                <a:ea typeface="Prata"/>
                <a:cs typeface="Prata"/>
              </a:rPr>
              <a:t>măsura</a:t>
            </a:r>
            <a:r>
              <a:rPr sz="1425" b="0" i="0" dirty="0">
                <a:solidFill>
                  <a:srgbClr val="85441C"/>
                </a:solidFill>
                <a:latin typeface="Prata"/>
                <a:ea typeface="Prata"/>
                <a:cs typeface="Prata"/>
              </a:rPr>
              <a:t> </a:t>
            </a:r>
            <a:r>
              <a:rPr sz="1425" b="0" i="0" dirty="0" err="1">
                <a:solidFill>
                  <a:srgbClr val="85441C"/>
                </a:solidFill>
                <a:latin typeface="Prata"/>
                <a:ea typeface="Prata"/>
                <a:cs typeface="Prata"/>
              </a:rPr>
              <a:t>și</a:t>
            </a:r>
            <a:r>
              <a:rPr sz="1425" b="0" i="0" dirty="0">
                <a:solidFill>
                  <a:srgbClr val="85441C"/>
                </a:solidFill>
                <a:latin typeface="Prata"/>
                <a:ea typeface="Prata"/>
                <a:cs typeface="Prata"/>
              </a:rPr>
              <a:t> reduce.</a:t>
            </a:r>
          </a:p>
        </p:txBody>
      </p:sp>
    </p:spTree>
    <p:extLst>
      <p:ext uri="{BB962C8B-B14F-4D97-AF65-F5344CB8AC3E}">
        <p14:creationId xmlns:p14="http://schemas.microsoft.com/office/powerpoint/2010/main" val="61405425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AD2BC8-8FD5-0484-D11D-FB6AC1FF154B}"/>
            </a:ext>
          </a:extLst>
        </p:cNvPr>
        <p:cNvGrpSpPr/>
        <p:nvPr/>
      </p:nvGrpSpPr>
      <p:grpSpPr>
        <a:xfrm>
          <a:off x="0" y="0"/>
          <a:ext cx="0" cy="0"/>
          <a:chOff x="0" y="0"/>
          <a:chExt cx="0" cy="0"/>
        </a:xfrm>
      </p:grpSpPr>
      <p:pic>
        <p:nvPicPr>
          <p:cNvPr id="21" name="Picture 20">
            <a:extLst>
              <a:ext uri="{FF2B5EF4-FFF2-40B4-BE49-F238E27FC236}">
                <a16:creationId xmlns:a16="http://schemas.microsoft.com/office/drawing/2014/main" id="{A9C5516E-9A70-D5D6-3C59-401A861610D9}"/>
              </a:ext>
            </a:extLst>
          </p:cNvPr>
          <p:cNvPicPr>
            <a:picLocks noChangeAspect="1"/>
          </p:cNvPicPr>
          <p:nvPr/>
        </p:nvPicPr>
        <p:blipFill>
          <a:blip r:embed="rId3" cstate="screen">
            <a:extLst>
              <a:ext uri="{28A0092B-C50C-407E-A947-70E740481C1C}">
                <a14:useLocalDpi xmlns:a14="http://schemas.microsoft.com/office/drawing/2010/main"/>
              </a:ext>
            </a:extLst>
          </a:blip>
          <a:srcRect/>
          <a:stretch>
            <a:fillRect/>
          </a:stretch>
        </p:blipFill>
        <p:spPr>
          <a:xfrm>
            <a:off x="0" y="0"/>
            <a:ext cx="9144000" cy="5143500"/>
          </a:xfrm>
          <a:prstGeom prst="rect">
            <a:avLst/>
          </a:prstGeom>
        </p:spPr>
      </p:pic>
      <p:pic>
        <p:nvPicPr>
          <p:cNvPr id="22" name="Picture 21">
            <a:extLst>
              <a:ext uri="{FF2B5EF4-FFF2-40B4-BE49-F238E27FC236}">
                <a16:creationId xmlns:a16="http://schemas.microsoft.com/office/drawing/2014/main" id="{010837FA-5DF9-9DBA-0665-01DEF3FB1C30}"/>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2513244" y="512994"/>
            <a:ext cx="4117511" cy="4117511"/>
          </a:xfrm>
          <a:prstGeom prst="rect">
            <a:avLst/>
          </a:prstGeom>
        </p:spPr>
      </p:pic>
    </p:spTree>
    <p:extLst>
      <p:ext uri="{BB962C8B-B14F-4D97-AF65-F5344CB8AC3E}">
        <p14:creationId xmlns:p14="http://schemas.microsoft.com/office/powerpoint/2010/main" val="2810171647"/>
      </p:ext>
    </p:extLst>
  </p:cSld>
  <p:clrMapOvr>
    <a:masterClrMapping/>
  </p:clrMapOvr>
</p:sld>
</file>

<file path=ppt/theme/theme1.xml><?xml version="1.0" encoding="utf-8"?>
<a:theme xmlns:a="http://schemas.openxmlformats.org/drawingml/2006/main" name="Reducing Food Waste Campaign by Slidesgo">
  <a:themeElements>
    <a:clrScheme name="Simple Light">
      <a:dk1>
        <a:srgbClr val="363636"/>
      </a:dk1>
      <a:lt1>
        <a:srgbClr val="FFFFFF"/>
      </a:lt1>
      <a:dk2>
        <a:srgbClr val="5F6F52"/>
      </a:dk2>
      <a:lt2>
        <a:srgbClr val="A9B388"/>
      </a:lt2>
      <a:accent1>
        <a:srgbClr val="B99470"/>
      </a:accent1>
      <a:accent2>
        <a:srgbClr val="783D19"/>
      </a:accent2>
      <a:accent3>
        <a:srgbClr val="FFFFFF"/>
      </a:accent3>
      <a:accent4>
        <a:srgbClr val="FFFFFF"/>
      </a:accent4>
      <a:accent5>
        <a:srgbClr val="FFFFFF"/>
      </a:accent5>
      <a:accent6>
        <a:srgbClr val="FFFFFF"/>
      </a:accent6>
      <a:hlink>
        <a:srgbClr val="363636"/>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imple Ligh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Slidesgo Final Pages">
  <a:themeElements>
    <a:clrScheme name="Simple Light">
      <a:dk1>
        <a:srgbClr val="0E2A47"/>
      </a:dk1>
      <a:lt1>
        <a:srgbClr val="FFFFFF"/>
      </a:lt1>
      <a:dk2>
        <a:srgbClr val="869FB2"/>
      </a:dk2>
      <a:lt2>
        <a:srgbClr val="FFFFFF"/>
      </a:lt2>
      <a:accent1>
        <a:srgbClr val="FFFFFF"/>
      </a:accent1>
      <a:accent2>
        <a:srgbClr val="FFFFFF"/>
      </a:accent2>
      <a:accent3>
        <a:srgbClr val="FFFFFF"/>
      </a:accent3>
      <a:accent4>
        <a:srgbClr val="FFFFFF"/>
      </a:accent4>
      <a:accent5>
        <a:srgbClr val="FFFFFF"/>
      </a:accent5>
      <a:accent6>
        <a:srgbClr val="FFFFFF"/>
      </a:accent6>
      <a:hlink>
        <a:srgbClr val="869FB2"/>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imple Ligh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Reducing Food Waste Campaign by Slidesgo">
  <a:themeElements>
    <a:clrScheme name="Simple Light">
      <a:dk1>
        <a:srgbClr val="363636"/>
      </a:dk1>
      <a:lt1>
        <a:srgbClr val="FFFFFF"/>
      </a:lt1>
      <a:dk2>
        <a:srgbClr val="5F6F52"/>
      </a:dk2>
      <a:lt2>
        <a:srgbClr val="A9B388"/>
      </a:lt2>
      <a:accent1>
        <a:srgbClr val="B99470"/>
      </a:accent1>
      <a:accent2>
        <a:srgbClr val="783D19"/>
      </a:accent2>
      <a:accent3>
        <a:srgbClr val="FFFFFF"/>
      </a:accent3>
      <a:accent4>
        <a:srgbClr val="FFFFFF"/>
      </a:accent4>
      <a:accent5>
        <a:srgbClr val="FFFFFF"/>
      </a:accent5>
      <a:accent6>
        <a:srgbClr val="FFFFFF"/>
      </a:accent6>
      <a:hlink>
        <a:srgbClr val="363636"/>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imple Ligh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41</TotalTime>
  <Words>1816</Words>
  <Application>Microsoft Macintosh PowerPoint</Application>
  <DocSecurity>0</DocSecurity>
  <PresentationFormat>On-screen Show (16:9)</PresentationFormat>
  <Paragraphs>184</Paragraphs>
  <Slides>11</Slides>
  <Notes>11</Notes>
  <HiddenSlides>0</HiddenSlides>
  <MMClips>1</MMClips>
  <ScaleCrop>false</ScaleCrop>
  <HeadingPairs>
    <vt:vector size="6" baseType="variant">
      <vt:variant>
        <vt:lpstr>Fonts Used</vt:lpstr>
      </vt:variant>
      <vt:variant>
        <vt:i4>8</vt:i4>
      </vt:variant>
      <vt:variant>
        <vt:lpstr>Theme</vt:lpstr>
      </vt:variant>
      <vt:variant>
        <vt:i4>2</vt:i4>
      </vt:variant>
      <vt:variant>
        <vt:lpstr>Slide Titles</vt:lpstr>
      </vt:variant>
      <vt:variant>
        <vt:i4>11</vt:i4>
      </vt:variant>
    </vt:vector>
  </HeadingPairs>
  <TitlesOfParts>
    <vt:vector size="21" baseType="lpstr">
      <vt:lpstr>Proxima Nova</vt:lpstr>
      <vt:lpstr>Prata</vt:lpstr>
      <vt:lpstr>Nunito Light</vt:lpstr>
      <vt:lpstr>Lato</vt:lpstr>
      <vt:lpstr>Arial</vt:lpstr>
      <vt:lpstr>Baghdad</vt:lpstr>
      <vt:lpstr>Arial Rounded MT Bold</vt:lpstr>
      <vt:lpstr>Raleway</vt:lpstr>
      <vt:lpstr>Reducing Food Waste Campaign by Slidesgo</vt:lpstr>
      <vt:lpstr>Slidesgo Final Pages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Vlad Ciripescu</cp:lastModifiedBy>
  <cp:revision>3</cp:revision>
  <dcterms:created xsi:type="dcterms:W3CDTF">2026-10-18T10:53:59Z</dcterms:created>
  <dcterms:modified xsi:type="dcterms:W3CDTF">2026-10-18T13:43:08Z</dcterms:modified>
</cp:coreProperties>
</file>